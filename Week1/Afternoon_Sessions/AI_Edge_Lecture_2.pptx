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handoutMasterIdLst>
    <p:handoutMasterId r:id="rId20"/>
  </p:handoutMasterIdLst>
  <p:sldIdLst>
    <p:sldId id="1634" r:id="rId2"/>
    <p:sldId id="1944" r:id="rId3"/>
    <p:sldId id="1942" r:id="rId4"/>
    <p:sldId id="1943" r:id="rId5"/>
    <p:sldId id="1057" r:id="rId6"/>
    <p:sldId id="1937" r:id="rId7"/>
    <p:sldId id="1945" r:id="rId8"/>
    <p:sldId id="405" r:id="rId9"/>
    <p:sldId id="406" r:id="rId10"/>
    <p:sldId id="1946" r:id="rId11"/>
    <p:sldId id="256" r:id="rId12"/>
    <p:sldId id="1952" r:id="rId13"/>
    <p:sldId id="1953" r:id="rId14"/>
    <p:sldId id="1954" r:id="rId15"/>
    <p:sldId id="1858" r:id="rId16"/>
    <p:sldId id="1020" r:id="rId17"/>
    <p:sldId id="444" r:id="rId18"/>
  </p:sldIdLst>
  <p:sldSz cx="9144000" cy="5715000" type="screen16x10"/>
  <p:notesSz cx="6858000" cy="9144000"/>
  <p:defaultTextStyle>
    <a:defPPr>
      <a:defRPr lang="en-US"/>
    </a:defPPr>
    <a:lvl1pPr marL="0" algn="l" defTabSz="40503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405037" algn="l" defTabSz="40503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810073" algn="l" defTabSz="40503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215109" algn="l" defTabSz="40503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1620144" algn="l" defTabSz="40503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2025180" algn="l" defTabSz="40503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2430216" algn="l" defTabSz="40503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2835253" algn="l" defTabSz="40503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3240289" algn="l" defTabSz="40503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D2538EB8-740A-E04A-89E1-AF5DCF4D0724}">
          <p14:sldIdLst>
            <p14:sldId id="1634"/>
            <p14:sldId id="1944"/>
          </p14:sldIdLst>
        </p14:section>
        <p14:section name="Default Section" id="{348F50BD-A8AF-4E1D-A4AD-4CD8BEFA333D}">
          <p14:sldIdLst>
            <p14:sldId id="1942"/>
            <p14:sldId id="1943"/>
            <p14:sldId id="1057"/>
            <p14:sldId id="1937"/>
            <p14:sldId id="1945"/>
            <p14:sldId id="405"/>
            <p14:sldId id="406"/>
            <p14:sldId id="1946"/>
            <p14:sldId id="256"/>
            <p14:sldId id="1952"/>
            <p14:sldId id="1953"/>
            <p14:sldId id="1954"/>
            <p14:sldId id="1858"/>
            <p14:sldId id="1020"/>
          </p14:sldIdLst>
        </p14:section>
        <p14:section name="Default Section" id="{8F100B06-893B-487C-BC84-958855E21231}">
          <p14:sldIdLst>
            <p14:sldId id="444"/>
          </p14:sldIdLst>
        </p14:section>
        <p14:section name="Default Section" id="{86796F51-F4FA-4B8E-9CC1-94C069C3D072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3524" userDrawn="1">
          <p15:clr>
            <a:srgbClr val="A4A3A4"/>
          </p15:clr>
        </p15:guide>
        <p15:guide id="2" pos="226" userDrawn="1">
          <p15:clr>
            <a:srgbClr val="A4A3A4"/>
          </p15:clr>
        </p15:guide>
        <p15:guide id="3" pos="5443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6556A"/>
    <a:srgbClr val="28328C"/>
    <a:srgbClr val="55798D"/>
    <a:srgbClr val="01AEF0"/>
    <a:srgbClr val="3EBFE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2653" autoAdjust="0"/>
  </p:normalViewPr>
  <p:slideViewPr>
    <p:cSldViewPr snapToGrid="0" snapToObjects="1">
      <p:cViewPr varScale="1">
        <p:scale>
          <a:sx n="121" d="100"/>
          <a:sy n="121" d="100"/>
        </p:scale>
        <p:origin x="1212" y="108"/>
      </p:cViewPr>
      <p:guideLst>
        <p:guide orient="horz" pos="3524"/>
        <p:guide pos="226"/>
        <p:guide pos="5443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3" d="100"/>
        <a:sy n="63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8AD1F4-EB9B-8D4C-8330-A7FD24F71DA8}" type="datetimeFigureOut">
              <a:rPr lang="en-US" smtClean="0"/>
              <a:t>6/28/2026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13FAAED-601C-2E42-A5D2-7D875446EB6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8786290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FFB5DB0-7631-C740-8B9A-54252701A623}" type="datetimeFigureOut">
              <a:rPr lang="en-US" smtClean="0"/>
              <a:t>6/28/2026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_tradnl"/>
              <a:t>Click to edit Master text styles</a:t>
            </a:r>
          </a:p>
          <a:p>
            <a:pPr lvl="1"/>
            <a:r>
              <a:rPr lang="es-ES_tradnl"/>
              <a:t>Second level</a:t>
            </a:r>
          </a:p>
          <a:p>
            <a:pPr lvl="2"/>
            <a:r>
              <a:rPr lang="es-ES_tradnl"/>
              <a:t>Third level</a:t>
            </a:r>
          </a:p>
          <a:p>
            <a:pPr lvl="3"/>
            <a:r>
              <a:rPr lang="es-ES_tradnl"/>
              <a:t>Fourth level</a:t>
            </a:r>
          </a:p>
          <a:p>
            <a:pPr lvl="4"/>
            <a:r>
              <a:rPr lang="es-ES_tradnl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6955A8-62FB-E247-BFB6-6D96B50CB5D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204095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05037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1pPr>
    <a:lvl2pPr marL="405037" algn="l" defTabSz="405037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2pPr>
    <a:lvl3pPr marL="810073" algn="l" defTabSz="405037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3pPr>
    <a:lvl4pPr marL="1215109" algn="l" defTabSz="405037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4pPr>
    <a:lvl5pPr marL="1620144" algn="l" defTabSz="405037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5pPr>
    <a:lvl6pPr marL="2025180" algn="l" defTabSz="405037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6pPr>
    <a:lvl7pPr marL="2430216" algn="l" defTabSz="405037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7pPr>
    <a:lvl8pPr marL="2835253" algn="l" defTabSz="405037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8pPr>
    <a:lvl9pPr marL="3240289" algn="l" defTabSz="405037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6955A8-62FB-E247-BFB6-6D96B50CB5D7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943947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6955A8-62FB-E247-BFB6-6D96B50CB5D7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588712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7">
            <a:extLst>
              <a:ext uri="{FF2B5EF4-FFF2-40B4-BE49-F238E27FC236}">
                <a16:creationId xmlns:a16="http://schemas.microsoft.com/office/drawing/2014/main" id="{BEA6D24B-EED5-A706-A90D-4DCE123726B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kumimoji="1" sz="24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 defTabSz="966788">
              <a:defRPr kumimoji="1" sz="24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 defTabSz="966788">
              <a:defRPr kumimoji="1" sz="24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 defTabSz="966788">
              <a:defRPr kumimoji="1" sz="24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 defTabSz="966788">
              <a:defRPr kumimoji="1" sz="24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9pPr>
          </a:lstStyle>
          <a:p>
            <a:fld id="{9B320D4F-FB82-4CB7-8C82-827DCBF1C9A5}" type="slidenum">
              <a:rPr lang="en-US" altLang="en-US" sz="1300"/>
              <a:pPr/>
              <a:t>6</a:t>
            </a:fld>
            <a:endParaRPr lang="en-US" altLang="en-US" sz="1300"/>
          </a:p>
        </p:txBody>
      </p:sp>
      <p:sp>
        <p:nvSpPr>
          <p:cNvPr id="17411" name="Rectangle 2">
            <a:extLst>
              <a:ext uri="{FF2B5EF4-FFF2-40B4-BE49-F238E27FC236}">
                <a16:creationId xmlns:a16="http://schemas.microsoft.com/office/drawing/2014/main" id="{23A59DE7-BFF3-2213-2EF6-F93F02EDE30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412" name="Rectangle 3">
            <a:extLst>
              <a:ext uri="{FF2B5EF4-FFF2-40B4-BE49-F238E27FC236}">
                <a16:creationId xmlns:a16="http://schemas.microsoft.com/office/drawing/2014/main" id="{4EAF7ADE-D9CB-5F67-B387-320A35AA41E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de-DE" altLang="en-US"/>
          </a:p>
        </p:txBody>
      </p:sp>
    </p:spTree>
    <p:extLst>
      <p:ext uri="{BB962C8B-B14F-4D97-AF65-F5344CB8AC3E}">
        <p14:creationId xmlns:p14="http://schemas.microsoft.com/office/powerpoint/2010/main" val="182176369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6955A8-62FB-E247-BFB6-6D96B50CB5D7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658371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1D1CAB-D971-5972-456E-1D7877A16A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457379E-8C17-3984-F541-2CE3923A215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9981574-A570-70DF-4FAC-EB44111FC1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34E315-B81D-AA5A-0EFE-D9AF5275B9B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6955A8-62FB-E247-BFB6-6D96B50CB5D7}" type="slidenum">
              <a:rPr lang="en-US" smtClean="0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458321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62D313-7CEC-4398-BAA0-14E0860635C4}" type="slidenum">
              <a:rPr lang="ar-SA" altLang="en-US" smtClean="0"/>
              <a:pPr/>
              <a:t>16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389927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irs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/>
          <p:cNvSpPr>
            <a:spLocks noGrp="1"/>
          </p:cNvSpPr>
          <p:nvPr>
            <p:ph type="body" sz="quarter" idx="10" hasCustomPrompt="1"/>
          </p:nvPr>
        </p:nvSpPr>
        <p:spPr>
          <a:xfrm>
            <a:off x="2883958" y="2156436"/>
            <a:ext cx="3383973" cy="359817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3500" b="1">
                <a:solidFill>
                  <a:schemeClr val="tx1">
                    <a:lumMod val="75000"/>
                    <a:lumOff val="25000"/>
                  </a:schemeClr>
                </a:solidFill>
                <a:latin typeface="Lato Light"/>
                <a:cs typeface="Lato Light"/>
              </a:defRPr>
            </a:lvl1pPr>
          </a:lstStyle>
          <a:p>
            <a:pPr lvl="0"/>
            <a:r>
              <a:rPr lang="es-ES_tradnl" dirty="0"/>
              <a:t>TITLE HERE</a:t>
            </a:r>
          </a:p>
        </p:txBody>
      </p:sp>
      <p:sp>
        <p:nvSpPr>
          <p:cNvPr id="9" name="Text Placeholder 7"/>
          <p:cNvSpPr>
            <a:spLocks noGrp="1"/>
          </p:cNvSpPr>
          <p:nvPr>
            <p:ph type="body" sz="quarter" idx="11" hasCustomPrompt="1"/>
          </p:nvPr>
        </p:nvSpPr>
        <p:spPr>
          <a:xfrm>
            <a:off x="2883958" y="2642936"/>
            <a:ext cx="3383973" cy="190376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 b="0">
                <a:solidFill>
                  <a:schemeClr val="accent3"/>
                </a:solidFill>
                <a:latin typeface="Lato Light"/>
                <a:cs typeface="Lato Light"/>
              </a:defRPr>
            </a:lvl1pPr>
          </a:lstStyle>
          <a:p>
            <a:pPr lvl="0"/>
            <a:r>
              <a:rPr lang="es-ES_tradnl" dirty="0" err="1"/>
              <a:t>Ultimate</a:t>
            </a:r>
            <a:r>
              <a:rPr lang="es-ES_tradnl" dirty="0"/>
              <a:t> </a:t>
            </a:r>
            <a:r>
              <a:rPr lang="es-ES_tradnl" dirty="0" err="1"/>
              <a:t>Powerpoint</a:t>
            </a:r>
            <a:r>
              <a:rPr lang="es-ES_tradnl" dirty="0"/>
              <a:t> </a:t>
            </a:r>
            <a:r>
              <a:rPr lang="es-ES_tradnl" dirty="0" err="1"/>
              <a:t>Template</a:t>
            </a:r>
            <a:endParaRPr lang="es-ES_tradnl" dirty="0"/>
          </a:p>
        </p:txBody>
      </p:sp>
      <p:grpSp>
        <p:nvGrpSpPr>
          <p:cNvPr id="3" name="Group 2"/>
          <p:cNvGrpSpPr/>
          <p:nvPr userDrawn="1"/>
        </p:nvGrpSpPr>
        <p:grpSpPr>
          <a:xfrm>
            <a:off x="2883961" y="1967249"/>
            <a:ext cx="3381371" cy="36000"/>
            <a:chOff x="428625" y="3767667"/>
            <a:chExt cx="3263900" cy="69400"/>
          </a:xfrm>
        </p:grpSpPr>
        <p:sp>
          <p:nvSpPr>
            <p:cNvPr id="2" name="Rectangle 1"/>
            <p:cNvSpPr/>
            <p:nvPr userDrawn="1"/>
          </p:nvSpPr>
          <p:spPr>
            <a:xfrm>
              <a:off x="428625" y="3767667"/>
              <a:ext cx="815975" cy="69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Rectangle 4"/>
            <p:cNvSpPr/>
            <p:nvPr userDrawn="1"/>
          </p:nvSpPr>
          <p:spPr>
            <a:xfrm>
              <a:off x="1244600" y="3767667"/>
              <a:ext cx="815975" cy="694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ectangle 5"/>
            <p:cNvSpPr/>
            <p:nvPr userDrawn="1"/>
          </p:nvSpPr>
          <p:spPr>
            <a:xfrm>
              <a:off x="2060575" y="3767667"/>
              <a:ext cx="815975" cy="694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 6"/>
            <p:cNvSpPr/>
            <p:nvPr userDrawn="1"/>
          </p:nvSpPr>
          <p:spPr>
            <a:xfrm>
              <a:off x="2876550" y="3767667"/>
              <a:ext cx="815975" cy="694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0" name="Text Placeholder 2"/>
          <p:cNvSpPr>
            <a:spLocks noGrp="1"/>
          </p:cNvSpPr>
          <p:nvPr>
            <p:ph type="body" sz="quarter" idx="16" hasCustomPrompt="1"/>
          </p:nvPr>
        </p:nvSpPr>
        <p:spPr>
          <a:xfrm>
            <a:off x="2899304" y="3003414"/>
            <a:ext cx="3366029" cy="1280723"/>
          </a:xfrm>
          <a:prstGeom prst="rect">
            <a:avLst/>
          </a:prstGeom>
        </p:spPr>
        <p:txBody>
          <a:bodyPr vert="horz" lIns="0" tIns="0" rIns="0" bIns="0"/>
          <a:lstStyle>
            <a:lvl1pPr marL="0" indent="0" algn="ctr">
              <a:lnSpc>
                <a:spcPct val="130000"/>
              </a:lnSpc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  <a:latin typeface="Lato Regular"/>
                <a:cs typeface="Lato Regular"/>
              </a:defRPr>
            </a:lvl1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tortor</a:t>
            </a:r>
            <a:r>
              <a:rPr lang="en-US" dirty="0"/>
              <a:t>, </a:t>
            </a:r>
            <a:r>
              <a:rPr lang="en-US" dirty="0" err="1"/>
              <a:t>mattis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dapibus</a:t>
            </a:r>
            <a:r>
              <a:rPr lang="en-US" dirty="0"/>
              <a:t> vitae, </a:t>
            </a:r>
            <a:r>
              <a:rPr lang="en-US" dirty="0" err="1"/>
              <a:t>euismod</a:t>
            </a:r>
            <a:r>
              <a:rPr lang="en-US" dirty="0"/>
              <a:t> non </a:t>
            </a:r>
            <a:r>
              <a:rPr lang="en-US" dirty="0" err="1"/>
              <a:t>purus</a:t>
            </a:r>
            <a:r>
              <a:rPr lang="en-US" dirty="0"/>
              <a:t>. Maecenas </a:t>
            </a:r>
            <a:r>
              <a:rPr lang="en-US" dirty="0" err="1"/>
              <a:t>ut</a:t>
            </a:r>
            <a:r>
              <a:rPr lang="en-US" dirty="0"/>
              <a:t> lacus </a:t>
            </a:r>
            <a:r>
              <a:rPr lang="en-US" dirty="0" err="1"/>
              <a:t>nec</a:t>
            </a:r>
            <a:r>
              <a:rPr lang="en-US" dirty="0"/>
              <a:t> </a:t>
            </a:r>
            <a:r>
              <a:rPr lang="en-US" dirty="0" err="1"/>
              <a:t>mauris</a:t>
            </a:r>
            <a:r>
              <a:rPr lang="en-US" dirty="0"/>
              <a:t> </a:t>
            </a:r>
            <a:r>
              <a:rPr lang="en-US" dirty="0" err="1"/>
              <a:t>feugiat</a:t>
            </a:r>
            <a:r>
              <a:rPr lang="en-US" dirty="0"/>
              <a:t> </a:t>
            </a:r>
            <a:r>
              <a:rPr lang="en-US" dirty="0" err="1"/>
              <a:t>tristique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3353967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4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4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400"/>
                        <p:tgtEl>
                          <p:spTgt spid="8"/>
                        </p:tgtEl>
                      </p:cBhvr>
                    </p:animEffect>
                    <p:anim calcmode="lin" valueType="num">
                      <p:cBhvr>
                        <p:cTn dur="400" fill="hold"/>
                        <p:tgtEl>
                          <p:spTgt spid="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400" fill="hold"/>
                        <p:tgtEl>
                          <p:spTgt spid="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9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9"/>
                        </p:tgtEl>
                      </p:cBhvr>
                    </p:animEffect>
                    <p:anim calcmode="lin" valueType="num">
                      <p:cBhvr>
                        <p:cTn dur="500" fill="hold"/>
                        <p:tgtEl>
                          <p:spTgt spid="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0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8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0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extLst>
    <p:ext uri="{DCECCB84-F9BA-43D5-87BE-67443E8EF086}">
      <p15:sldGuideLst xmlns:p15="http://schemas.microsoft.com/office/powerpoint/2012/main">
        <p15:guide id="1" orient="horz" pos="180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elc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/>
          <p:cNvSpPr>
            <a:spLocks noGrp="1"/>
          </p:cNvSpPr>
          <p:nvPr>
            <p:ph type="body" sz="quarter" idx="10" hasCustomPrompt="1"/>
          </p:nvPr>
        </p:nvSpPr>
        <p:spPr>
          <a:xfrm>
            <a:off x="428625" y="1788111"/>
            <a:ext cx="3381375" cy="359817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500" b="1">
                <a:solidFill>
                  <a:schemeClr val="tx1">
                    <a:lumMod val="75000"/>
                    <a:lumOff val="25000"/>
                  </a:schemeClr>
                </a:solidFill>
                <a:latin typeface="Lato Light"/>
                <a:cs typeface="Lato Light"/>
              </a:defRPr>
            </a:lvl1pPr>
          </a:lstStyle>
          <a:p>
            <a:pPr lvl="0"/>
            <a:r>
              <a:rPr lang="es-ES_tradnl" dirty="0"/>
              <a:t>WELCOME</a:t>
            </a:r>
          </a:p>
        </p:txBody>
      </p:sp>
      <p:sp>
        <p:nvSpPr>
          <p:cNvPr id="9" name="Text Placeholder 7"/>
          <p:cNvSpPr>
            <a:spLocks noGrp="1"/>
          </p:cNvSpPr>
          <p:nvPr>
            <p:ph type="body" sz="quarter" idx="11" hasCustomPrompt="1"/>
          </p:nvPr>
        </p:nvSpPr>
        <p:spPr>
          <a:xfrm>
            <a:off x="428625" y="2342343"/>
            <a:ext cx="3381375" cy="190376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accent3"/>
                </a:solidFill>
                <a:latin typeface="Lato Light"/>
                <a:cs typeface="Lato Light"/>
              </a:defRPr>
            </a:lvl1pPr>
          </a:lstStyle>
          <a:p>
            <a:pPr lvl="0"/>
            <a:r>
              <a:rPr lang="es-ES_tradnl" dirty="0" err="1"/>
              <a:t>Subtitle</a:t>
            </a:r>
            <a:r>
              <a:rPr lang="es-ES_tradnl" dirty="0"/>
              <a:t> </a:t>
            </a:r>
            <a:r>
              <a:rPr lang="es-ES_tradnl" dirty="0" err="1"/>
              <a:t>Example</a:t>
            </a:r>
            <a:r>
              <a:rPr lang="es-ES_tradnl" dirty="0"/>
              <a:t> </a:t>
            </a:r>
            <a:r>
              <a:rPr lang="es-ES_tradnl" dirty="0" err="1"/>
              <a:t>Here</a:t>
            </a:r>
            <a:endParaRPr lang="es-ES_tradnl" dirty="0"/>
          </a:p>
        </p:txBody>
      </p:sp>
      <p:grpSp>
        <p:nvGrpSpPr>
          <p:cNvPr id="3" name="Group 2"/>
          <p:cNvGrpSpPr/>
          <p:nvPr userDrawn="1"/>
        </p:nvGrpSpPr>
        <p:grpSpPr>
          <a:xfrm>
            <a:off x="428626" y="2230144"/>
            <a:ext cx="3383972" cy="36000"/>
            <a:chOff x="428625" y="3767667"/>
            <a:chExt cx="3263900" cy="69400"/>
          </a:xfrm>
        </p:grpSpPr>
        <p:sp>
          <p:nvSpPr>
            <p:cNvPr id="2" name="Rectangle 1"/>
            <p:cNvSpPr/>
            <p:nvPr userDrawn="1"/>
          </p:nvSpPr>
          <p:spPr>
            <a:xfrm>
              <a:off x="428625" y="3767667"/>
              <a:ext cx="815975" cy="69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Rectangle 4"/>
            <p:cNvSpPr/>
            <p:nvPr userDrawn="1"/>
          </p:nvSpPr>
          <p:spPr>
            <a:xfrm>
              <a:off x="1244600" y="3767667"/>
              <a:ext cx="815975" cy="694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ectangle 5"/>
            <p:cNvSpPr/>
            <p:nvPr userDrawn="1"/>
          </p:nvSpPr>
          <p:spPr>
            <a:xfrm>
              <a:off x="2060575" y="3767667"/>
              <a:ext cx="815975" cy="694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 6"/>
            <p:cNvSpPr/>
            <p:nvPr userDrawn="1"/>
          </p:nvSpPr>
          <p:spPr>
            <a:xfrm>
              <a:off x="2876550" y="3767667"/>
              <a:ext cx="815975" cy="694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0" name="Text Placeholder 2"/>
          <p:cNvSpPr>
            <a:spLocks noGrp="1"/>
          </p:cNvSpPr>
          <p:nvPr>
            <p:ph type="body" sz="quarter" idx="16" hasCustomPrompt="1"/>
          </p:nvPr>
        </p:nvSpPr>
        <p:spPr>
          <a:xfrm>
            <a:off x="443971" y="2618156"/>
            <a:ext cx="3366029" cy="1572820"/>
          </a:xfrm>
          <a:prstGeom prst="rect">
            <a:avLst/>
          </a:prstGeom>
        </p:spPr>
        <p:txBody>
          <a:bodyPr vert="horz" lIns="0" tIns="0" rIns="0" bIns="0"/>
          <a:lstStyle>
            <a:lvl1pPr marL="0" indent="0" algn="just">
              <a:lnSpc>
                <a:spcPct val="130000"/>
              </a:lnSpc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  <a:latin typeface="Lato Regular"/>
                <a:cs typeface="Lato Regular"/>
              </a:defRPr>
            </a:lvl1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tortor</a:t>
            </a:r>
            <a:r>
              <a:rPr lang="en-US" dirty="0"/>
              <a:t>, </a:t>
            </a:r>
            <a:r>
              <a:rPr lang="en-US" dirty="0" err="1"/>
              <a:t>mattis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dapibus</a:t>
            </a:r>
            <a:r>
              <a:rPr lang="en-US" dirty="0"/>
              <a:t> vitae, </a:t>
            </a:r>
            <a:r>
              <a:rPr lang="en-US" dirty="0" err="1"/>
              <a:t>euismod</a:t>
            </a:r>
            <a:r>
              <a:rPr lang="en-US" dirty="0"/>
              <a:t> non </a:t>
            </a:r>
            <a:r>
              <a:rPr lang="en-US" dirty="0" err="1"/>
              <a:t>purus</a:t>
            </a:r>
            <a:r>
              <a:rPr lang="en-US" dirty="0"/>
              <a:t>. Maecenas </a:t>
            </a:r>
            <a:r>
              <a:rPr lang="en-US" dirty="0" err="1"/>
              <a:t>ut</a:t>
            </a:r>
            <a:r>
              <a:rPr lang="en-US" dirty="0"/>
              <a:t> lacus </a:t>
            </a:r>
            <a:r>
              <a:rPr lang="en-US" dirty="0" err="1"/>
              <a:t>nec</a:t>
            </a:r>
            <a:r>
              <a:rPr lang="en-US" dirty="0"/>
              <a:t> </a:t>
            </a:r>
            <a:r>
              <a:rPr lang="en-US" dirty="0" err="1"/>
              <a:t>mauris</a:t>
            </a:r>
            <a:r>
              <a:rPr lang="en-US" dirty="0"/>
              <a:t> </a:t>
            </a:r>
            <a:r>
              <a:rPr lang="en-US" dirty="0" err="1"/>
              <a:t>feugiat</a:t>
            </a:r>
            <a:r>
              <a:rPr lang="en-US" dirty="0"/>
              <a:t> </a:t>
            </a:r>
            <a:r>
              <a:rPr lang="en-US" dirty="0" err="1"/>
              <a:t>tristique</a:t>
            </a:r>
            <a:r>
              <a:rPr lang="en-US" dirty="0"/>
              <a:t> et in </a:t>
            </a:r>
            <a:r>
              <a:rPr lang="en-US" dirty="0" err="1"/>
              <a:t>metus</a:t>
            </a:r>
            <a:r>
              <a:rPr lang="en-US" dirty="0"/>
              <a:t>. </a:t>
            </a:r>
          </a:p>
          <a:p>
            <a:pPr lvl="0"/>
            <a:endParaRPr lang="en-US" dirty="0"/>
          </a:p>
          <a:p>
            <a:pPr lvl="0"/>
            <a:r>
              <a:rPr lang="en-US" dirty="0" err="1"/>
              <a:t>Duis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 </a:t>
            </a:r>
            <a:r>
              <a:rPr lang="en-US" dirty="0" err="1"/>
              <a:t>eros</a:t>
            </a:r>
            <a:r>
              <a:rPr lang="en-US" dirty="0"/>
              <a:t> </a:t>
            </a:r>
            <a:r>
              <a:rPr lang="en-US" dirty="0" err="1"/>
              <a:t>vel</a:t>
            </a:r>
            <a:r>
              <a:rPr lang="en-US" dirty="0"/>
              <a:t> </a:t>
            </a:r>
            <a:r>
              <a:rPr lang="en-US" dirty="0" err="1"/>
              <a:t>lectus</a:t>
            </a:r>
            <a:r>
              <a:rPr lang="en-US" dirty="0"/>
              <a:t> semper semper. </a:t>
            </a:r>
            <a:r>
              <a:rPr lang="en-US" dirty="0" err="1"/>
              <a:t>Nullam</a:t>
            </a:r>
            <a:r>
              <a:rPr lang="en-US" dirty="0"/>
              <a:t> </a:t>
            </a:r>
            <a:r>
              <a:rPr lang="en-US" dirty="0" err="1"/>
              <a:t>finibus</a:t>
            </a:r>
            <a:r>
              <a:rPr lang="en-US" dirty="0"/>
              <a:t> </a:t>
            </a:r>
            <a:r>
              <a:rPr lang="en-US" dirty="0" err="1"/>
              <a:t>nisl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ligula </a:t>
            </a:r>
            <a:r>
              <a:rPr lang="en-US" dirty="0" err="1"/>
              <a:t>vestibulum</a:t>
            </a:r>
            <a:r>
              <a:rPr lang="en-US" dirty="0"/>
              <a:t>, </a:t>
            </a:r>
            <a:r>
              <a:rPr lang="en-US" dirty="0" err="1"/>
              <a:t>ut</a:t>
            </a:r>
            <a:r>
              <a:rPr lang="en-US" dirty="0"/>
              <a:t> semper ex </a:t>
            </a:r>
            <a:r>
              <a:rPr lang="en-US" dirty="0" err="1"/>
              <a:t>suscipit</a:t>
            </a:r>
            <a:r>
              <a:rPr lang="en-US" dirty="0"/>
              <a:t>. </a:t>
            </a:r>
            <a:r>
              <a:rPr lang="en-US" dirty="0" err="1"/>
              <a:t>Cras</a:t>
            </a:r>
            <a:r>
              <a:rPr lang="en-US" dirty="0"/>
              <a:t> </a:t>
            </a:r>
            <a:r>
              <a:rPr lang="en-US" dirty="0" err="1"/>
              <a:t>fringilla</a:t>
            </a:r>
            <a:r>
              <a:rPr lang="en-US" dirty="0"/>
              <a:t> </a:t>
            </a:r>
            <a:r>
              <a:rPr lang="en-US" dirty="0" err="1"/>
              <a:t>suscipit</a:t>
            </a:r>
            <a:r>
              <a:rPr lang="en-US" dirty="0"/>
              <a:t> </a:t>
            </a:r>
            <a:r>
              <a:rPr lang="en-US" dirty="0" err="1"/>
              <a:t>cursus</a:t>
            </a:r>
            <a:r>
              <a:rPr lang="en-US" dirty="0"/>
              <a:t>. </a:t>
            </a:r>
            <a:r>
              <a:rPr lang="en-US" dirty="0" err="1"/>
              <a:t>Aenean</a:t>
            </a:r>
            <a:r>
              <a:rPr lang="en-US" dirty="0"/>
              <a:t> </a:t>
            </a:r>
            <a:r>
              <a:rPr lang="en-US" dirty="0" err="1"/>
              <a:t>accumsan</a:t>
            </a:r>
            <a:r>
              <a:rPr lang="en-US" dirty="0"/>
              <a:t> </a:t>
            </a:r>
            <a:r>
              <a:rPr lang="en-US" dirty="0" err="1"/>
              <a:t>malesuada</a:t>
            </a:r>
            <a:r>
              <a:rPr lang="en-US" dirty="0"/>
              <a:t> </a:t>
            </a:r>
            <a:r>
              <a:rPr lang="en-US" dirty="0" err="1"/>
              <a:t>hendrerit</a:t>
            </a:r>
            <a:r>
              <a:rPr lang="en-US" dirty="0"/>
              <a:t>. </a:t>
            </a:r>
            <a:r>
              <a:rPr lang="en-US" dirty="0" err="1"/>
              <a:t>Morbi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dolor ante. </a:t>
            </a:r>
            <a:r>
              <a:rPr lang="en-US" dirty="0" err="1"/>
              <a:t>Duis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viverra</a:t>
            </a:r>
            <a:r>
              <a:rPr lang="en-US" dirty="0"/>
              <a:t> </a:t>
            </a:r>
            <a:r>
              <a:rPr lang="en-US" dirty="0" err="1"/>
              <a:t>urna</a:t>
            </a:r>
            <a:r>
              <a:rPr lang="en-US" dirty="0"/>
              <a:t>, in </a:t>
            </a:r>
            <a:r>
              <a:rPr lang="en-US" dirty="0" err="1"/>
              <a:t>ultricies</a:t>
            </a:r>
            <a:r>
              <a:rPr lang="en-US" dirty="0"/>
              <a:t> diam. </a:t>
            </a:r>
          </a:p>
        </p:txBody>
      </p:sp>
    </p:spTree>
    <p:extLst>
      <p:ext uri="{BB962C8B-B14F-4D97-AF65-F5344CB8AC3E}">
        <p14:creationId xmlns:p14="http://schemas.microsoft.com/office/powerpoint/2010/main" val="22148418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4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600"/>
                            </p:stCondLst>
                            <p:childTnLst>
                              <p:par>
                                <p:cTn id="1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400"/>
                        <p:tgtEl>
                          <p:spTgt spid="8"/>
                        </p:tgtEl>
                      </p:cBhvr>
                    </p:animEffect>
                    <p:anim calcmode="lin" valueType="num">
                      <p:cBhvr>
                        <p:cTn dur="400" fill="hold"/>
                        <p:tgtEl>
                          <p:spTgt spid="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400" fill="hold"/>
                        <p:tgtEl>
                          <p:spTgt spid="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9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9"/>
                        </p:tgtEl>
                      </p:cBhvr>
                    </p:animEffect>
                    <p:anim calcmode="lin" valueType="num">
                      <p:cBhvr>
                        <p:cTn dur="500" fill="hold"/>
                        <p:tgtEl>
                          <p:spTgt spid="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0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8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0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image with descri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/>
          <p:cNvSpPr>
            <a:spLocks noGrp="1"/>
          </p:cNvSpPr>
          <p:nvPr>
            <p:ph type="body" sz="quarter" idx="10" hasCustomPrompt="1"/>
          </p:nvPr>
        </p:nvSpPr>
        <p:spPr>
          <a:xfrm>
            <a:off x="452438" y="270483"/>
            <a:ext cx="8229600" cy="359817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500" b="1">
                <a:solidFill>
                  <a:schemeClr val="tx1">
                    <a:lumMod val="75000"/>
                    <a:lumOff val="25000"/>
                  </a:schemeClr>
                </a:solidFill>
                <a:latin typeface="Lato Light"/>
                <a:cs typeface="Lato Light"/>
              </a:defRPr>
            </a:lvl1pPr>
          </a:lstStyle>
          <a:p>
            <a:pPr lvl="0"/>
            <a:r>
              <a:rPr lang="es-ES_tradnl" dirty="0"/>
              <a:t>Text </a:t>
            </a:r>
            <a:r>
              <a:rPr lang="es-ES_tradnl" dirty="0" err="1"/>
              <a:t>example</a:t>
            </a:r>
            <a:endParaRPr lang="es-ES_tradnl" dirty="0"/>
          </a:p>
        </p:txBody>
      </p:sp>
      <p:sp>
        <p:nvSpPr>
          <p:cNvPr id="9" name="Text Placeholder 7"/>
          <p:cNvSpPr>
            <a:spLocks noGrp="1"/>
          </p:cNvSpPr>
          <p:nvPr>
            <p:ph type="body" sz="quarter" idx="11" hasCustomPrompt="1"/>
          </p:nvPr>
        </p:nvSpPr>
        <p:spPr>
          <a:xfrm>
            <a:off x="452438" y="689252"/>
            <a:ext cx="8229600" cy="190376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accent3"/>
                </a:solidFill>
                <a:latin typeface="Lato Light"/>
                <a:cs typeface="Lato Light"/>
              </a:defRPr>
            </a:lvl1pPr>
          </a:lstStyle>
          <a:p>
            <a:pPr lvl="0"/>
            <a:r>
              <a:rPr lang="es-ES_tradnl" dirty="0" err="1"/>
              <a:t>Subtitle</a:t>
            </a:r>
            <a:r>
              <a:rPr lang="es-ES_tradnl" dirty="0"/>
              <a:t> </a:t>
            </a:r>
            <a:r>
              <a:rPr lang="es-ES_tradnl" dirty="0" err="1"/>
              <a:t>Example</a:t>
            </a:r>
            <a:endParaRPr lang="es-ES_tradnl" dirty="0"/>
          </a:p>
        </p:txBody>
      </p:sp>
      <p:sp>
        <p:nvSpPr>
          <p:cNvPr id="4" name="Picture Placeholder 2"/>
          <p:cNvSpPr>
            <a:spLocks noGrp="1"/>
          </p:cNvSpPr>
          <p:nvPr>
            <p:ph type="pic" sz="quarter" idx="17"/>
          </p:nvPr>
        </p:nvSpPr>
        <p:spPr>
          <a:xfrm>
            <a:off x="0" y="1278122"/>
            <a:ext cx="9144000" cy="3090677"/>
          </a:xfrm>
          <a:prstGeom prst="rect">
            <a:avLst/>
          </a:prstGeom>
          <a:effectLst/>
        </p:spPr>
        <p:txBody>
          <a:bodyPr vert="horz" lIns="95057" tIns="47529" rIns="95057" bIns="47529"/>
          <a:lstStyle>
            <a:lvl1pPr marL="0" indent="0" algn="ctr">
              <a:buNone/>
              <a:defRPr sz="900">
                <a:solidFill>
                  <a:srgbClr val="7F7F7F"/>
                </a:solidFill>
                <a:latin typeface="Lato Regular"/>
                <a:cs typeface="Lato Regular"/>
              </a:defRPr>
            </a:lvl1pPr>
          </a:lstStyle>
          <a:p>
            <a:endParaRPr lang="en-US" dirty="0"/>
          </a:p>
        </p:txBody>
      </p:sp>
      <p:sp>
        <p:nvSpPr>
          <p:cNvPr id="5" name="Text Placeholder 2"/>
          <p:cNvSpPr>
            <a:spLocks noGrp="1"/>
          </p:cNvSpPr>
          <p:nvPr>
            <p:ph type="body" sz="quarter" idx="16" hasCustomPrompt="1"/>
          </p:nvPr>
        </p:nvSpPr>
        <p:spPr>
          <a:xfrm>
            <a:off x="443971" y="4616287"/>
            <a:ext cx="8230129" cy="649977"/>
          </a:xfrm>
          <a:prstGeom prst="rect">
            <a:avLst/>
          </a:prstGeom>
        </p:spPr>
        <p:txBody>
          <a:bodyPr vert="horz" lIns="0" tIns="0" rIns="0" bIns="0"/>
          <a:lstStyle>
            <a:lvl1pPr marL="0" indent="0" algn="just">
              <a:lnSpc>
                <a:spcPct val="130000"/>
              </a:lnSpc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  <a:latin typeface="Lato Regular"/>
                <a:cs typeface="Lato Regular"/>
              </a:defRPr>
            </a:lvl1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tortor</a:t>
            </a:r>
            <a:r>
              <a:rPr lang="en-US" dirty="0"/>
              <a:t>, </a:t>
            </a:r>
            <a:r>
              <a:rPr lang="en-US" dirty="0" err="1"/>
              <a:t>mattis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dapibus</a:t>
            </a:r>
            <a:r>
              <a:rPr lang="en-US" dirty="0"/>
              <a:t> vitae, </a:t>
            </a:r>
            <a:r>
              <a:rPr lang="en-US" dirty="0" err="1"/>
              <a:t>euismod</a:t>
            </a:r>
            <a:r>
              <a:rPr lang="en-US" dirty="0"/>
              <a:t> non </a:t>
            </a:r>
            <a:r>
              <a:rPr lang="en-US" dirty="0" err="1"/>
              <a:t>purus</a:t>
            </a:r>
            <a:r>
              <a:rPr lang="en-US" dirty="0"/>
              <a:t>. Maecenas </a:t>
            </a:r>
            <a:r>
              <a:rPr lang="en-US" dirty="0" err="1"/>
              <a:t>ut</a:t>
            </a:r>
            <a:r>
              <a:rPr lang="en-US" dirty="0"/>
              <a:t> lacus </a:t>
            </a:r>
            <a:r>
              <a:rPr lang="en-US" dirty="0" err="1"/>
              <a:t>nec</a:t>
            </a:r>
            <a:r>
              <a:rPr lang="en-US" dirty="0"/>
              <a:t> </a:t>
            </a:r>
            <a:r>
              <a:rPr lang="en-US" dirty="0" err="1"/>
              <a:t>mauris</a:t>
            </a:r>
            <a:r>
              <a:rPr lang="en-US" dirty="0"/>
              <a:t> </a:t>
            </a:r>
            <a:r>
              <a:rPr lang="en-US" dirty="0" err="1"/>
              <a:t>feugiat</a:t>
            </a:r>
            <a:r>
              <a:rPr lang="en-US" dirty="0"/>
              <a:t> </a:t>
            </a:r>
            <a:r>
              <a:rPr lang="en-US" dirty="0" err="1"/>
              <a:t>tristique</a:t>
            </a:r>
            <a:r>
              <a:rPr lang="en-US" dirty="0"/>
              <a:t> et in </a:t>
            </a:r>
            <a:r>
              <a:rPr lang="en-US" dirty="0" err="1"/>
              <a:t>metus.is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 </a:t>
            </a:r>
            <a:r>
              <a:rPr lang="en-US" dirty="0" err="1"/>
              <a:t>eros</a:t>
            </a:r>
            <a:r>
              <a:rPr lang="en-US" dirty="0"/>
              <a:t> </a:t>
            </a:r>
            <a:r>
              <a:rPr lang="en-US" dirty="0" err="1"/>
              <a:t>vel</a:t>
            </a:r>
            <a:r>
              <a:rPr lang="en-US" dirty="0"/>
              <a:t> </a:t>
            </a:r>
            <a:r>
              <a:rPr lang="en-US" dirty="0" err="1"/>
              <a:t>lectus</a:t>
            </a:r>
            <a:r>
              <a:rPr lang="en-US" dirty="0"/>
              <a:t> semper semper. </a:t>
            </a:r>
            <a:r>
              <a:rPr lang="en-US" dirty="0" err="1"/>
              <a:t>Nullam</a:t>
            </a:r>
            <a:r>
              <a:rPr lang="en-US" dirty="0"/>
              <a:t> </a:t>
            </a:r>
            <a:r>
              <a:rPr lang="en-US" dirty="0" err="1"/>
              <a:t>finibus</a:t>
            </a:r>
            <a:r>
              <a:rPr lang="en-US" dirty="0"/>
              <a:t> </a:t>
            </a:r>
            <a:r>
              <a:rPr lang="en-US" dirty="0" err="1"/>
              <a:t>nisl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ligula </a:t>
            </a:r>
            <a:r>
              <a:rPr lang="en-US" dirty="0" err="1"/>
              <a:t>vestibulum</a:t>
            </a:r>
            <a:r>
              <a:rPr lang="en-US" dirty="0"/>
              <a:t>, </a:t>
            </a:r>
            <a:r>
              <a:rPr lang="en-US" dirty="0" err="1"/>
              <a:t>ut</a:t>
            </a:r>
            <a:r>
              <a:rPr lang="en-US" dirty="0"/>
              <a:t> semper ex </a:t>
            </a:r>
            <a:r>
              <a:rPr lang="en-US" dirty="0" err="1"/>
              <a:t>suscipit</a:t>
            </a:r>
            <a:r>
              <a:rPr lang="en-US" dirty="0"/>
              <a:t>. </a:t>
            </a:r>
            <a:r>
              <a:rPr lang="en-US" dirty="0" err="1"/>
              <a:t>Cras</a:t>
            </a:r>
            <a:r>
              <a:rPr lang="en-US" dirty="0"/>
              <a:t> </a:t>
            </a:r>
            <a:r>
              <a:rPr lang="en-US" dirty="0" err="1"/>
              <a:t>fringilla</a:t>
            </a:r>
            <a:r>
              <a:rPr lang="en-US" dirty="0"/>
              <a:t> </a:t>
            </a:r>
            <a:r>
              <a:rPr lang="en-US" dirty="0" err="1"/>
              <a:t>suscipit</a:t>
            </a:r>
            <a:r>
              <a:rPr lang="en-US" dirty="0"/>
              <a:t> </a:t>
            </a:r>
            <a:r>
              <a:rPr lang="en-US" dirty="0" err="1"/>
              <a:t>cursus</a:t>
            </a:r>
            <a:r>
              <a:rPr lang="en-US" dirty="0"/>
              <a:t>. </a:t>
            </a:r>
            <a:r>
              <a:rPr lang="en-US" dirty="0" err="1"/>
              <a:t>Aenean</a:t>
            </a:r>
            <a:r>
              <a:rPr lang="en-US" dirty="0"/>
              <a:t> </a:t>
            </a:r>
            <a:r>
              <a:rPr lang="en-US" dirty="0" err="1"/>
              <a:t>accumsan</a:t>
            </a:r>
            <a:r>
              <a:rPr lang="en-US" dirty="0"/>
              <a:t> </a:t>
            </a:r>
            <a:r>
              <a:rPr lang="en-US" dirty="0" err="1"/>
              <a:t>malesuada</a:t>
            </a:r>
            <a:r>
              <a:rPr lang="en-US" dirty="0"/>
              <a:t> </a:t>
            </a:r>
            <a:r>
              <a:rPr lang="en-US" dirty="0" err="1"/>
              <a:t>hendrerit</a:t>
            </a:r>
            <a:r>
              <a:rPr lang="en-US" dirty="0"/>
              <a:t>. </a:t>
            </a:r>
            <a:r>
              <a:rPr lang="en-US" dirty="0" err="1"/>
              <a:t>Morbi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dolor ante. </a:t>
            </a:r>
            <a:r>
              <a:rPr lang="en-US" dirty="0" err="1"/>
              <a:t>Duis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viverra</a:t>
            </a:r>
            <a:r>
              <a:rPr lang="en-US" dirty="0"/>
              <a:t> </a:t>
            </a:r>
            <a:r>
              <a:rPr lang="en-US" dirty="0" err="1"/>
              <a:t>urna</a:t>
            </a:r>
            <a:r>
              <a:rPr lang="en-US" dirty="0"/>
              <a:t>, in </a:t>
            </a:r>
            <a:r>
              <a:rPr lang="en-US" dirty="0" err="1"/>
              <a:t>ultricies</a:t>
            </a:r>
            <a:r>
              <a:rPr lang="en-US" dirty="0"/>
              <a:t> diam. </a:t>
            </a:r>
          </a:p>
        </p:txBody>
      </p:sp>
    </p:spTree>
    <p:extLst>
      <p:ext uri="{BB962C8B-B14F-4D97-AF65-F5344CB8AC3E}">
        <p14:creationId xmlns:p14="http://schemas.microsoft.com/office/powerpoint/2010/main" val="442115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4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400"/>
                        <p:tgtEl>
                          <p:spTgt spid="8"/>
                        </p:tgtEl>
                      </p:cBhvr>
                    </p:animEffect>
                    <p:anim calcmode="lin" valueType="num">
                      <p:cBhvr>
                        <p:cTn dur="400" fill="hold"/>
                        <p:tgtEl>
                          <p:spTgt spid="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400" fill="hold"/>
                        <p:tgtEl>
                          <p:spTgt spid="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9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9"/>
                        </p:tgtEl>
                      </p:cBhvr>
                    </p:animEffect>
                    <p:anim calcmode="lin" valueType="num">
                      <p:cBhvr>
                        <p:cTn dur="500" fill="hold"/>
                        <p:tgtEl>
                          <p:spTgt spid="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" grpId="0"/>
      <p:bldP spid="5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8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5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ig image with descri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/>
          <p:cNvSpPr>
            <a:spLocks noGrp="1"/>
          </p:cNvSpPr>
          <p:nvPr>
            <p:ph type="body" sz="quarter" idx="10" hasCustomPrompt="1"/>
          </p:nvPr>
        </p:nvSpPr>
        <p:spPr>
          <a:xfrm>
            <a:off x="452438" y="270483"/>
            <a:ext cx="8229600" cy="359817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500" b="1">
                <a:solidFill>
                  <a:schemeClr val="tx1">
                    <a:lumMod val="75000"/>
                    <a:lumOff val="25000"/>
                  </a:schemeClr>
                </a:solidFill>
                <a:latin typeface="Lato Light"/>
                <a:cs typeface="Lato Light"/>
              </a:defRPr>
            </a:lvl1pPr>
          </a:lstStyle>
          <a:p>
            <a:pPr lvl="0"/>
            <a:r>
              <a:rPr lang="es-ES_tradnl" dirty="0"/>
              <a:t>Text </a:t>
            </a:r>
            <a:r>
              <a:rPr lang="es-ES_tradnl" dirty="0" err="1"/>
              <a:t>example</a:t>
            </a:r>
            <a:endParaRPr lang="es-ES_tradnl" dirty="0"/>
          </a:p>
        </p:txBody>
      </p:sp>
      <p:sp>
        <p:nvSpPr>
          <p:cNvPr id="9" name="Text Placeholder 7"/>
          <p:cNvSpPr>
            <a:spLocks noGrp="1"/>
          </p:cNvSpPr>
          <p:nvPr>
            <p:ph type="body" sz="quarter" idx="11" hasCustomPrompt="1"/>
          </p:nvPr>
        </p:nvSpPr>
        <p:spPr>
          <a:xfrm>
            <a:off x="452438" y="689252"/>
            <a:ext cx="8229600" cy="190376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accent3"/>
                </a:solidFill>
                <a:latin typeface="Lato Light"/>
                <a:cs typeface="Lato Light"/>
              </a:defRPr>
            </a:lvl1pPr>
          </a:lstStyle>
          <a:p>
            <a:pPr lvl="0"/>
            <a:r>
              <a:rPr lang="es-ES_tradnl" dirty="0" err="1"/>
              <a:t>Subtitle</a:t>
            </a:r>
            <a:r>
              <a:rPr lang="es-ES_tradnl" dirty="0"/>
              <a:t> </a:t>
            </a:r>
            <a:r>
              <a:rPr lang="es-ES_tradnl" dirty="0" err="1"/>
              <a:t>Example</a:t>
            </a:r>
            <a:endParaRPr lang="es-ES_tradnl" dirty="0"/>
          </a:p>
        </p:txBody>
      </p:sp>
      <p:sp>
        <p:nvSpPr>
          <p:cNvPr id="4" name="Picture Placeholder 2"/>
          <p:cNvSpPr>
            <a:spLocks noGrp="1"/>
          </p:cNvSpPr>
          <p:nvPr>
            <p:ph type="pic" sz="quarter" idx="17"/>
          </p:nvPr>
        </p:nvSpPr>
        <p:spPr>
          <a:xfrm>
            <a:off x="0" y="1278123"/>
            <a:ext cx="9144000" cy="2506478"/>
          </a:xfrm>
          <a:prstGeom prst="rect">
            <a:avLst/>
          </a:prstGeom>
          <a:effectLst/>
        </p:spPr>
        <p:txBody>
          <a:bodyPr vert="horz" lIns="95057" tIns="47529" rIns="95057" bIns="47529"/>
          <a:lstStyle>
            <a:lvl1pPr marL="0" indent="0" algn="ctr">
              <a:buNone/>
              <a:defRPr sz="900">
                <a:solidFill>
                  <a:srgbClr val="7F7F7F"/>
                </a:solidFill>
                <a:latin typeface="Lato Regular"/>
                <a:cs typeface="Lato Regular"/>
              </a:defRPr>
            </a:lvl1pPr>
          </a:lstStyle>
          <a:p>
            <a:endParaRPr lang="en-US" dirty="0"/>
          </a:p>
        </p:txBody>
      </p:sp>
      <p:sp>
        <p:nvSpPr>
          <p:cNvPr id="5" name="Text Placeholder 2"/>
          <p:cNvSpPr>
            <a:spLocks noGrp="1"/>
          </p:cNvSpPr>
          <p:nvPr>
            <p:ph type="body" sz="quarter" idx="16" hasCustomPrompt="1"/>
          </p:nvPr>
        </p:nvSpPr>
        <p:spPr>
          <a:xfrm>
            <a:off x="443971" y="4501987"/>
            <a:ext cx="8230129" cy="649977"/>
          </a:xfrm>
          <a:prstGeom prst="rect">
            <a:avLst/>
          </a:prstGeom>
        </p:spPr>
        <p:txBody>
          <a:bodyPr vert="horz" lIns="0" tIns="0" rIns="0" bIns="0" numCol="2" spcCol="360000"/>
          <a:lstStyle>
            <a:lvl1pPr marL="0" indent="0" algn="just">
              <a:lnSpc>
                <a:spcPct val="130000"/>
              </a:lnSpc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  <a:latin typeface="Lato Regular"/>
                <a:cs typeface="Lato Regular"/>
              </a:defRPr>
            </a:lvl1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tortor</a:t>
            </a:r>
            <a:r>
              <a:rPr lang="en-US" dirty="0"/>
              <a:t>, </a:t>
            </a:r>
            <a:r>
              <a:rPr lang="en-US" dirty="0" err="1"/>
              <a:t>mattis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dapibus</a:t>
            </a:r>
            <a:r>
              <a:rPr lang="en-US" dirty="0"/>
              <a:t> vitae, </a:t>
            </a:r>
            <a:r>
              <a:rPr lang="en-US" dirty="0" err="1"/>
              <a:t>euismod</a:t>
            </a:r>
            <a:r>
              <a:rPr lang="en-US" dirty="0"/>
              <a:t> non </a:t>
            </a:r>
            <a:r>
              <a:rPr lang="en-US" dirty="0" err="1"/>
              <a:t>purus</a:t>
            </a:r>
            <a:r>
              <a:rPr lang="en-US" dirty="0"/>
              <a:t>. Maecenas </a:t>
            </a:r>
            <a:r>
              <a:rPr lang="en-US" dirty="0" err="1"/>
              <a:t>ut</a:t>
            </a:r>
            <a:r>
              <a:rPr lang="en-US" dirty="0"/>
              <a:t> lacus </a:t>
            </a:r>
            <a:r>
              <a:rPr lang="en-US" dirty="0" err="1"/>
              <a:t>nec</a:t>
            </a:r>
            <a:r>
              <a:rPr lang="en-US" dirty="0"/>
              <a:t> </a:t>
            </a:r>
            <a:r>
              <a:rPr lang="en-US" dirty="0" err="1"/>
              <a:t>mauris</a:t>
            </a:r>
            <a:r>
              <a:rPr lang="en-US" dirty="0"/>
              <a:t> </a:t>
            </a:r>
            <a:r>
              <a:rPr lang="en-US" dirty="0" err="1"/>
              <a:t>feugiat</a:t>
            </a:r>
            <a:r>
              <a:rPr lang="en-US" dirty="0"/>
              <a:t> </a:t>
            </a:r>
            <a:r>
              <a:rPr lang="en-US" dirty="0" err="1"/>
              <a:t>tristique</a:t>
            </a:r>
            <a:r>
              <a:rPr lang="en-US" dirty="0"/>
              <a:t> et in </a:t>
            </a:r>
            <a:r>
              <a:rPr lang="en-US" dirty="0" err="1"/>
              <a:t>metus.is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 </a:t>
            </a:r>
            <a:r>
              <a:rPr lang="en-US" dirty="0" err="1"/>
              <a:t>eros</a:t>
            </a:r>
            <a:r>
              <a:rPr lang="en-US" dirty="0"/>
              <a:t> </a:t>
            </a:r>
            <a:r>
              <a:rPr lang="en-US" dirty="0" err="1"/>
              <a:t>vel</a:t>
            </a:r>
            <a:r>
              <a:rPr lang="en-US" dirty="0"/>
              <a:t> </a:t>
            </a:r>
            <a:r>
              <a:rPr lang="en-US" dirty="0" err="1"/>
              <a:t>lectus</a:t>
            </a:r>
            <a:r>
              <a:rPr lang="en-US" dirty="0"/>
              <a:t> semper semper. </a:t>
            </a:r>
            <a:r>
              <a:rPr lang="en-US" dirty="0" err="1"/>
              <a:t>Nullam</a:t>
            </a:r>
            <a:r>
              <a:rPr lang="en-US" dirty="0"/>
              <a:t> </a:t>
            </a:r>
            <a:r>
              <a:rPr lang="en-US" dirty="0" err="1"/>
              <a:t>finibus</a:t>
            </a:r>
            <a:r>
              <a:rPr lang="en-US" dirty="0"/>
              <a:t> </a:t>
            </a:r>
            <a:r>
              <a:rPr lang="en-US" dirty="0" err="1"/>
              <a:t>nisl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ligula </a:t>
            </a:r>
            <a:r>
              <a:rPr lang="en-US" dirty="0" err="1"/>
              <a:t>vestibulum</a:t>
            </a:r>
            <a:r>
              <a:rPr lang="en-US" dirty="0"/>
              <a:t>, </a:t>
            </a:r>
            <a:r>
              <a:rPr lang="en-US" dirty="0" err="1"/>
              <a:t>ut</a:t>
            </a:r>
            <a:r>
              <a:rPr lang="en-US" dirty="0"/>
              <a:t> semper ex </a:t>
            </a:r>
            <a:r>
              <a:rPr lang="en-US" dirty="0" err="1"/>
              <a:t>suscipit</a:t>
            </a:r>
            <a:r>
              <a:rPr lang="en-US" dirty="0"/>
              <a:t>. </a:t>
            </a:r>
            <a:r>
              <a:rPr lang="en-US" dirty="0" err="1"/>
              <a:t>Cras</a:t>
            </a:r>
            <a:r>
              <a:rPr lang="en-US" dirty="0"/>
              <a:t> </a:t>
            </a:r>
            <a:r>
              <a:rPr lang="en-US" dirty="0" err="1"/>
              <a:t>fringilla</a:t>
            </a:r>
            <a:r>
              <a:rPr lang="en-US" dirty="0"/>
              <a:t> </a:t>
            </a:r>
            <a:r>
              <a:rPr lang="en-US" dirty="0" err="1"/>
              <a:t>suscipit</a:t>
            </a:r>
            <a:r>
              <a:rPr lang="en-US" dirty="0"/>
              <a:t> </a:t>
            </a:r>
            <a:r>
              <a:rPr lang="en-US" dirty="0" err="1"/>
              <a:t>cursus</a:t>
            </a:r>
            <a:r>
              <a:rPr lang="en-US" dirty="0"/>
              <a:t>. </a:t>
            </a:r>
            <a:r>
              <a:rPr lang="en-US" dirty="0" err="1"/>
              <a:t>Aenean</a:t>
            </a:r>
            <a:r>
              <a:rPr lang="en-US" dirty="0"/>
              <a:t> </a:t>
            </a:r>
            <a:r>
              <a:rPr lang="en-US" dirty="0" err="1"/>
              <a:t>accumsan</a:t>
            </a:r>
            <a:r>
              <a:rPr lang="en-US" dirty="0"/>
              <a:t> </a:t>
            </a:r>
            <a:r>
              <a:rPr lang="en-US" dirty="0" err="1"/>
              <a:t>malesuada</a:t>
            </a:r>
            <a:r>
              <a:rPr lang="en-US" dirty="0"/>
              <a:t> </a:t>
            </a:r>
            <a:r>
              <a:rPr lang="en-US" dirty="0" err="1"/>
              <a:t>hendrerit</a:t>
            </a:r>
            <a:r>
              <a:rPr lang="en-US" dirty="0"/>
              <a:t>. </a:t>
            </a:r>
            <a:r>
              <a:rPr lang="en-US" dirty="0" err="1"/>
              <a:t>Morbi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dolor ante. </a:t>
            </a:r>
            <a:r>
              <a:rPr lang="en-US" dirty="0" err="1"/>
              <a:t>Duis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viverra</a:t>
            </a:r>
            <a:r>
              <a:rPr lang="en-US" dirty="0"/>
              <a:t> </a:t>
            </a:r>
            <a:r>
              <a:rPr lang="en-US" dirty="0" err="1"/>
              <a:t>urna</a:t>
            </a:r>
            <a:r>
              <a:rPr lang="en-US" dirty="0"/>
              <a:t>, in </a:t>
            </a:r>
            <a:r>
              <a:rPr lang="en-US" dirty="0" err="1"/>
              <a:t>ultricies</a:t>
            </a:r>
            <a:r>
              <a:rPr lang="en-US" dirty="0"/>
              <a:t> diam. </a:t>
            </a:r>
          </a:p>
        </p:txBody>
      </p:sp>
      <p:sp>
        <p:nvSpPr>
          <p:cNvPr id="6" name="Text Placeholder 7"/>
          <p:cNvSpPr>
            <a:spLocks noGrp="1"/>
          </p:cNvSpPr>
          <p:nvPr>
            <p:ph type="body" sz="quarter" idx="18" hasCustomPrompt="1"/>
          </p:nvPr>
        </p:nvSpPr>
        <p:spPr>
          <a:xfrm>
            <a:off x="427038" y="4050409"/>
            <a:ext cx="4157662" cy="359817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00" b="1" baseline="0">
                <a:solidFill>
                  <a:schemeClr val="tx1">
                    <a:lumMod val="75000"/>
                    <a:lumOff val="25000"/>
                  </a:schemeClr>
                </a:solidFill>
                <a:latin typeface="Lato Light"/>
                <a:cs typeface="Lato Light"/>
              </a:defRPr>
            </a:lvl1pPr>
          </a:lstStyle>
          <a:p>
            <a:pPr lvl="0"/>
            <a:r>
              <a:rPr lang="es-ES_tradnl" dirty="0" err="1"/>
              <a:t>Put</a:t>
            </a:r>
            <a:r>
              <a:rPr lang="es-ES_tradnl" dirty="0"/>
              <a:t> </a:t>
            </a:r>
            <a:r>
              <a:rPr lang="es-ES_tradnl" dirty="0" err="1"/>
              <a:t>your</a:t>
            </a:r>
            <a:r>
              <a:rPr lang="es-ES_tradnl" dirty="0"/>
              <a:t> </a:t>
            </a:r>
            <a:r>
              <a:rPr lang="es-ES_tradnl" dirty="0" err="1"/>
              <a:t>title</a:t>
            </a:r>
            <a:r>
              <a:rPr lang="es-ES_tradnl" dirty="0"/>
              <a:t> </a:t>
            </a:r>
            <a:r>
              <a:rPr lang="es-ES_tradnl" dirty="0" err="1"/>
              <a:t>here</a:t>
            </a:r>
            <a:endParaRPr lang="es-ES_tradnl" dirty="0"/>
          </a:p>
        </p:txBody>
      </p:sp>
    </p:spTree>
    <p:extLst>
      <p:ext uri="{BB962C8B-B14F-4D97-AF65-F5344CB8AC3E}">
        <p14:creationId xmlns:p14="http://schemas.microsoft.com/office/powerpoint/2010/main" val="5309394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4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4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4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400"/>
                        <p:tgtEl>
                          <p:spTgt spid="8"/>
                        </p:tgtEl>
                      </p:cBhvr>
                    </p:animEffect>
                    <p:anim calcmode="lin" valueType="num">
                      <p:cBhvr>
                        <p:cTn dur="400" fill="hold"/>
                        <p:tgtEl>
                          <p:spTgt spid="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400" fill="hold"/>
                        <p:tgtEl>
                          <p:spTgt spid="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9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9"/>
                        </p:tgtEl>
                      </p:cBhvr>
                    </p:animEffect>
                    <p:anim calcmode="lin" valueType="num">
                      <p:cBhvr>
                        <p:cTn dur="500" fill="hold"/>
                        <p:tgtEl>
                          <p:spTgt spid="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" grpId="0"/>
      <p:bldP spid="5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8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6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400"/>
                        <p:tgtEl>
                          <p:spTgt spid="6"/>
                        </p:tgtEl>
                      </p:cBhvr>
                    </p:animEffect>
                    <p:anim calcmode="lin" valueType="num">
                      <p:cBhvr>
                        <p:cTn dur="400" fill="hold"/>
                        <p:tgtEl>
                          <p:spTgt spid="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400" fill="hold"/>
                        <p:tgtEl>
                          <p:spTgt spid="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de image with color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4538133" y="1278122"/>
            <a:ext cx="4605867" cy="3090677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0" hasCustomPrompt="1"/>
          </p:nvPr>
        </p:nvSpPr>
        <p:spPr>
          <a:xfrm>
            <a:off x="452438" y="270483"/>
            <a:ext cx="8229600" cy="359817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500" b="1">
                <a:solidFill>
                  <a:schemeClr val="tx1">
                    <a:lumMod val="75000"/>
                    <a:lumOff val="25000"/>
                  </a:schemeClr>
                </a:solidFill>
                <a:latin typeface="Lato Light"/>
                <a:cs typeface="Lato Light"/>
              </a:defRPr>
            </a:lvl1pPr>
          </a:lstStyle>
          <a:p>
            <a:pPr lvl="0"/>
            <a:r>
              <a:rPr lang="es-ES_tradnl" dirty="0"/>
              <a:t>Text </a:t>
            </a:r>
            <a:r>
              <a:rPr lang="es-ES_tradnl" dirty="0" err="1"/>
              <a:t>example</a:t>
            </a:r>
            <a:endParaRPr lang="es-ES_tradnl" dirty="0"/>
          </a:p>
        </p:txBody>
      </p:sp>
      <p:sp>
        <p:nvSpPr>
          <p:cNvPr id="9" name="Text Placeholder 7"/>
          <p:cNvSpPr>
            <a:spLocks noGrp="1"/>
          </p:cNvSpPr>
          <p:nvPr>
            <p:ph type="body" sz="quarter" idx="11" hasCustomPrompt="1"/>
          </p:nvPr>
        </p:nvSpPr>
        <p:spPr>
          <a:xfrm>
            <a:off x="452438" y="689252"/>
            <a:ext cx="8229600" cy="190376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accent3"/>
                </a:solidFill>
                <a:latin typeface="Lato Light"/>
                <a:cs typeface="Lato Light"/>
              </a:defRPr>
            </a:lvl1pPr>
          </a:lstStyle>
          <a:p>
            <a:pPr lvl="0"/>
            <a:r>
              <a:rPr lang="es-ES_tradnl" dirty="0" err="1"/>
              <a:t>Subtitle</a:t>
            </a:r>
            <a:r>
              <a:rPr lang="es-ES_tradnl" dirty="0"/>
              <a:t> </a:t>
            </a:r>
            <a:r>
              <a:rPr lang="es-ES_tradnl" dirty="0" err="1"/>
              <a:t>Example</a:t>
            </a:r>
            <a:endParaRPr lang="es-ES_tradnl" dirty="0"/>
          </a:p>
        </p:txBody>
      </p:sp>
      <p:sp>
        <p:nvSpPr>
          <p:cNvPr id="4" name="Picture Placeholder 2"/>
          <p:cNvSpPr>
            <a:spLocks noGrp="1"/>
          </p:cNvSpPr>
          <p:nvPr>
            <p:ph type="pic" sz="quarter" idx="17"/>
          </p:nvPr>
        </p:nvSpPr>
        <p:spPr>
          <a:xfrm>
            <a:off x="0" y="1278122"/>
            <a:ext cx="4741333" cy="3090677"/>
          </a:xfrm>
          <a:custGeom>
            <a:avLst/>
            <a:gdLst/>
            <a:ahLst/>
            <a:cxnLst/>
            <a:rect l="l" t="t" r="r" b="b"/>
            <a:pathLst>
              <a:path w="4741333" h="3090677">
                <a:moveTo>
                  <a:pt x="0" y="0"/>
                </a:moveTo>
                <a:lnTo>
                  <a:pt x="4538133" y="0"/>
                </a:lnTo>
                <a:lnTo>
                  <a:pt x="4538133" y="1312678"/>
                </a:lnTo>
                <a:lnTo>
                  <a:pt x="4741333" y="1515878"/>
                </a:lnTo>
                <a:lnTo>
                  <a:pt x="4538133" y="1719078"/>
                </a:lnTo>
                <a:lnTo>
                  <a:pt x="4538133" y="3090677"/>
                </a:lnTo>
                <a:lnTo>
                  <a:pt x="0" y="3090677"/>
                </a:lnTo>
                <a:close/>
              </a:path>
            </a:pathLst>
          </a:custGeom>
          <a:effectLst/>
        </p:spPr>
        <p:txBody>
          <a:bodyPr vert="horz" lIns="95057" tIns="47529" rIns="95057" bIns="47529"/>
          <a:lstStyle>
            <a:lvl1pPr marL="0" indent="0" algn="ctr">
              <a:buNone/>
              <a:defRPr sz="900">
                <a:solidFill>
                  <a:srgbClr val="7F7F7F"/>
                </a:solidFill>
                <a:latin typeface="Lato Regular"/>
                <a:cs typeface="Lato Regular"/>
              </a:defRPr>
            </a:lvl1pPr>
          </a:lstStyle>
          <a:p>
            <a:endParaRPr lang="en-US" dirty="0"/>
          </a:p>
        </p:txBody>
      </p:sp>
      <p:sp>
        <p:nvSpPr>
          <p:cNvPr id="5" name="Text Placeholder 2"/>
          <p:cNvSpPr>
            <a:spLocks noGrp="1"/>
          </p:cNvSpPr>
          <p:nvPr>
            <p:ph type="body" sz="quarter" idx="16" hasCustomPrompt="1"/>
          </p:nvPr>
        </p:nvSpPr>
        <p:spPr>
          <a:xfrm>
            <a:off x="443971" y="4616287"/>
            <a:ext cx="8230129" cy="649977"/>
          </a:xfrm>
          <a:prstGeom prst="rect">
            <a:avLst/>
          </a:prstGeom>
        </p:spPr>
        <p:txBody>
          <a:bodyPr vert="horz" lIns="0" tIns="0" rIns="0" bIns="0"/>
          <a:lstStyle>
            <a:lvl1pPr marL="0" indent="0" algn="just">
              <a:lnSpc>
                <a:spcPct val="130000"/>
              </a:lnSpc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  <a:latin typeface="Lato Regular"/>
                <a:cs typeface="Lato Regular"/>
              </a:defRPr>
            </a:lvl1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tortor</a:t>
            </a:r>
            <a:r>
              <a:rPr lang="en-US" dirty="0"/>
              <a:t>, </a:t>
            </a:r>
            <a:r>
              <a:rPr lang="en-US" dirty="0" err="1"/>
              <a:t>mattis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dapibus</a:t>
            </a:r>
            <a:r>
              <a:rPr lang="en-US" dirty="0"/>
              <a:t> vitae, </a:t>
            </a:r>
            <a:r>
              <a:rPr lang="en-US" dirty="0" err="1"/>
              <a:t>euismod</a:t>
            </a:r>
            <a:r>
              <a:rPr lang="en-US" dirty="0"/>
              <a:t> non </a:t>
            </a:r>
            <a:r>
              <a:rPr lang="en-US" dirty="0" err="1"/>
              <a:t>purus</a:t>
            </a:r>
            <a:r>
              <a:rPr lang="en-US" dirty="0"/>
              <a:t>. Maecenas </a:t>
            </a:r>
            <a:r>
              <a:rPr lang="en-US" dirty="0" err="1"/>
              <a:t>ut</a:t>
            </a:r>
            <a:r>
              <a:rPr lang="en-US" dirty="0"/>
              <a:t> lacus </a:t>
            </a:r>
            <a:r>
              <a:rPr lang="en-US" dirty="0" err="1"/>
              <a:t>nec</a:t>
            </a:r>
            <a:r>
              <a:rPr lang="en-US" dirty="0"/>
              <a:t> </a:t>
            </a:r>
            <a:r>
              <a:rPr lang="en-US" dirty="0" err="1"/>
              <a:t>mauris</a:t>
            </a:r>
            <a:r>
              <a:rPr lang="en-US" dirty="0"/>
              <a:t> </a:t>
            </a:r>
            <a:r>
              <a:rPr lang="en-US" dirty="0" err="1"/>
              <a:t>feugiat</a:t>
            </a:r>
            <a:r>
              <a:rPr lang="en-US" dirty="0"/>
              <a:t> </a:t>
            </a:r>
            <a:r>
              <a:rPr lang="en-US" dirty="0" err="1"/>
              <a:t>tristique</a:t>
            </a:r>
            <a:r>
              <a:rPr lang="en-US" dirty="0"/>
              <a:t> et in </a:t>
            </a:r>
            <a:r>
              <a:rPr lang="en-US" dirty="0" err="1"/>
              <a:t>metus.is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 </a:t>
            </a:r>
            <a:r>
              <a:rPr lang="en-US" dirty="0" err="1"/>
              <a:t>eros</a:t>
            </a:r>
            <a:r>
              <a:rPr lang="en-US" dirty="0"/>
              <a:t> </a:t>
            </a:r>
            <a:r>
              <a:rPr lang="en-US" dirty="0" err="1"/>
              <a:t>vel</a:t>
            </a:r>
            <a:r>
              <a:rPr lang="en-US" dirty="0"/>
              <a:t> </a:t>
            </a:r>
            <a:r>
              <a:rPr lang="en-US" dirty="0" err="1"/>
              <a:t>lectus</a:t>
            </a:r>
            <a:r>
              <a:rPr lang="en-US" dirty="0"/>
              <a:t> semper semper. </a:t>
            </a:r>
            <a:r>
              <a:rPr lang="en-US" dirty="0" err="1"/>
              <a:t>Nullam</a:t>
            </a:r>
            <a:r>
              <a:rPr lang="en-US" dirty="0"/>
              <a:t> </a:t>
            </a:r>
            <a:r>
              <a:rPr lang="en-US" dirty="0" err="1"/>
              <a:t>finibus</a:t>
            </a:r>
            <a:r>
              <a:rPr lang="en-US" dirty="0"/>
              <a:t> </a:t>
            </a:r>
            <a:r>
              <a:rPr lang="en-US" dirty="0" err="1"/>
              <a:t>nisl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ligula </a:t>
            </a:r>
            <a:r>
              <a:rPr lang="en-US" dirty="0" err="1"/>
              <a:t>vestibulum</a:t>
            </a:r>
            <a:r>
              <a:rPr lang="en-US" dirty="0"/>
              <a:t>, </a:t>
            </a:r>
            <a:r>
              <a:rPr lang="en-US" dirty="0" err="1"/>
              <a:t>ut</a:t>
            </a:r>
            <a:r>
              <a:rPr lang="en-US" dirty="0"/>
              <a:t> semper ex </a:t>
            </a:r>
            <a:r>
              <a:rPr lang="en-US" dirty="0" err="1"/>
              <a:t>suscipit</a:t>
            </a:r>
            <a:r>
              <a:rPr lang="en-US" dirty="0"/>
              <a:t>. </a:t>
            </a:r>
            <a:r>
              <a:rPr lang="en-US" dirty="0" err="1"/>
              <a:t>Cras</a:t>
            </a:r>
            <a:r>
              <a:rPr lang="en-US" dirty="0"/>
              <a:t> </a:t>
            </a:r>
            <a:r>
              <a:rPr lang="en-US" dirty="0" err="1"/>
              <a:t>fringilla</a:t>
            </a:r>
            <a:r>
              <a:rPr lang="en-US" dirty="0"/>
              <a:t> </a:t>
            </a:r>
            <a:r>
              <a:rPr lang="en-US" dirty="0" err="1"/>
              <a:t>suscipit</a:t>
            </a:r>
            <a:r>
              <a:rPr lang="en-US" dirty="0"/>
              <a:t> </a:t>
            </a:r>
            <a:r>
              <a:rPr lang="en-US" dirty="0" err="1"/>
              <a:t>cursus</a:t>
            </a:r>
            <a:r>
              <a:rPr lang="en-US" dirty="0"/>
              <a:t>. </a:t>
            </a:r>
            <a:r>
              <a:rPr lang="en-US" dirty="0" err="1"/>
              <a:t>Aenean</a:t>
            </a:r>
            <a:r>
              <a:rPr lang="en-US" dirty="0"/>
              <a:t> </a:t>
            </a:r>
            <a:r>
              <a:rPr lang="en-US" dirty="0" err="1"/>
              <a:t>accumsan</a:t>
            </a:r>
            <a:r>
              <a:rPr lang="en-US" dirty="0"/>
              <a:t> </a:t>
            </a:r>
            <a:r>
              <a:rPr lang="en-US" dirty="0" err="1"/>
              <a:t>malesuada</a:t>
            </a:r>
            <a:r>
              <a:rPr lang="en-US" dirty="0"/>
              <a:t> </a:t>
            </a:r>
            <a:r>
              <a:rPr lang="en-US" dirty="0" err="1"/>
              <a:t>hendrerit</a:t>
            </a:r>
            <a:r>
              <a:rPr lang="en-US" dirty="0"/>
              <a:t>. </a:t>
            </a:r>
            <a:r>
              <a:rPr lang="en-US" dirty="0" err="1"/>
              <a:t>Morbi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dolor ante. </a:t>
            </a:r>
            <a:r>
              <a:rPr lang="en-US" dirty="0" err="1"/>
              <a:t>Duis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viverra</a:t>
            </a:r>
            <a:r>
              <a:rPr lang="en-US" dirty="0"/>
              <a:t> </a:t>
            </a:r>
            <a:r>
              <a:rPr lang="en-US" dirty="0" err="1"/>
              <a:t>urna</a:t>
            </a:r>
            <a:r>
              <a:rPr lang="en-US" dirty="0"/>
              <a:t>, in </a:t>
            </a:r>
            <a:r>
              <a:rPr lang="en-US" dirty="0" err="1"/>
              <a:t>ultricies</a:t>
            </a:r>
            <a:r>
              <a:rPr lang="en-US" dirty="0"/>
              <a:t> diam. </a:t>
            </a:r>
          </a:p>
        </p:txBody>
      </p:sp>
      <p:sp>
        <p:nvSpPr>
          <p:cNvPr id="10" name="Text Placeholder 7"/>
          <p:cNvSpPr>
            <a:spLocks noGrp="1"/>
          </p:cNvSpPr>
          <p:nvPr>
            <p:ph type="body" sz="quarter" idx="18" hasCustomPrompt="1"/>
          </p:nvPr>
        </p:nvSpPr>
        <p:spPr>
          <a:xfrm>
            <a:off x="5004328" y="1883258"/>
            <a:ext cx="3669772" cy="359817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500" b="1">
                <a:solidFill>
                  <a:schemeClr val="bg1"/>
                </a:solidFill>
                <a:latin typeface="Lato Light"/>
                <a:cs typeface="Lato Light"/>
              </a:defRPr>
            </a:lvl1pPr>
          </a:lstStyle>
          <a:p>
            <a:pPr lvl="0"/>
            <a:r>
              <a:rPr lang="es-ES_tradnl" dirty="0"/>
              <a:t>Text </a:t>
            </a:r>
            <a:r>
              <a:rPr lang="es-ES_tradnl" dirty="0" err="1"/>
              <a:t>example</a:t>
            </a:r>
            <a:endParaRPr lang="es-ES_tradnl" dirty="0"/>
          </a:p>
        </p:txBody>
      </p:sp>
      <p:sp>
        <p:nvSpPr>
          <p:cNvPr id="11" name="Text Placeholder 7"/>
          <p:cNvSpPr>
            <a:spLocks noGrp="1"/>
          </p:cNvSpPr>
          <p:nvPr>
            <p:ph type="body" sz="quarter" idx="19" hasCustomPrompt="1"/>
          </p:nvPr>
        </p:nvSpPr>
        <p:spPr>
          <a:xfrm>
            <a:off x="5004328" y="2302027"/>
            <a:ext cx="3669772" cy="190376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accent3"/>
                </a:solidFill>
                <a:latin typeface="Lato Light"/>
                <a:cs typeface="Lato Light"/>
              </a:defRPr>
            </a:lvl1pPr>
          </a:lstStyle>
          <a:p>
            <a:pPr lvl="0"/>
            <a:r>
              <a:rPr lang="es-ES_tradnl" dirty="0" err="1"/>
              <a:t>Subtitle</a:t>
            </a:r>
            <a:r>
              <a:rPr lang="es-ES_tradnl" dirty="0"/>
              <a:t> </a:t>
            </a:r>
            <a:r>
              <a:rPr lang="es-ES_tradnl" dirty="0" err="1"/>
              <a:t>Example</a:t>
            </a:r>
            <a:endParaRPr lang="es-ES_tradnl" dirty="0"/>
          </a:p>
        </p:txBody>
      </p:sp>
      <p:sp>
        <p:nvSpPr>
          <p:cNvPr id="12" name="Text Placeholder 2"/>
          <p:cNvSpPr>
            <a:spLocks noGrp="1"/>
          </p:cNvSpPr>
          <p:nvPr>
            <p:ph type="body" sz="quarter" idx="20" hasCustomPrompt="1"/>
          </p:nvPr>
        </p:nvSpPr>
        <p:spPr>
          <a:xfrm>
            <a:off x="5004328" y="2601224"/>
            <a:ext cx="3669772" cy="1310380"/>
          </a:xfrm>
          <a:prstGeom prst="rect">
            <a:avLst/>
          </a:prstGeom>
        </p:spPr>
        <p:txBody>
          <a:bodyPr vert="horz" lIns="0" tIns="0" rIns="0" bIns="0"/>
          <a:lstStyle>
            <a:lvl1pPr marL="0" indent="0" algn="just">
              <a:lnSpc>
                <a:spcPct val="130000"/>
              </a:lnSpc>
              <a:buNone/>
              <a:defRPr sz="900">
                <a:solidFill>
                  <a:schemeClr val="bg1">
                    <a:lumMod val="95000"/>
                  </a:schemeClr>
                </a:solidFill>
                <a:latin typeface="Lato Regular"/>
                <a:cs typeface="Lato Regular"/>
              </a:defRPr>
            </a:lvl1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tortor</a:t>
            </a:r>
            <a:r>
              <a:rPr lang="en-US" dirty="0"/>
              <a:t>, </a:t>
            </a:r>
            <a:r>
              <a:rPr lang="en-US" dirty="0" err="1"/>
              <a:t>mattis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dapibus</a:t>
            </a:r>
            <a:r>
              <a:rPr lang="en-US" dirty="0"/>
              <a:t> vitae, </a:t>
            </a:r>
            <a:r>
              <a:rPr lang="en-US" dirty="0" err="1"/>
              <a:t>euismod</a:t>
            </a:r>
            <a:r>
              <a:rPr lang="en-US" dirty="0"/>
              <a:t> non </a:t>
            </a:r>
            <a:r>
              <a:rPr lang="en-US" dirty="0" err="1"/>
              <a:t>purus</a:t>
            </a:r>
            <a:r>
              <a:rPr lang="en-US" dirty="0"/>
              <a:t>. Maecenas </a:t>
            </a:r>
            <a:r>
              <a:rPr lang="en-US" dirty="0" err="1"/>
              <a:t>ut</a:t>
            </a:r>
            <a:r>
              <a:rPr lang="en-US" dirty="0"/>
              <a:t> lacus </a:t>
            </a:r>
            <a:r>
              <a:rPr lang="en-US" dirty="0" err="1"/>
              <a:t>nec</a:t>
            </a:r>
            <a:r>
              <a:rPr lang="en-US" dirty="0"/>
              <a:t> </a:t>
            </a:r>
            <a:r>
              <a:rPr lang="en-US" dirty="0" err="1"/>
              <a:t>mauris</a:t>
            </a:r>
            <a:r>
              <a:rPr lang="en-US" dirty="0"/>
              <a:t> </a:t>
            </a:r>
            <a:r>
              <a:rPr lang="en-US" dirty="0" err="1"/>
              <a:t>feugiat</a:t>
            </a:r>
            <a:r>
              <a:rPr lang="en-US" dirty="0"/>
              <a:t> </a:t>
            </a:r>
            <a:r>
              <a:rPr lang="en-US" dirty="0" err="1"/>
              <a:t>tristique</a:t>
            </a:r>
            <a:r>
              <a:rPr lang="en-US" dirty="0"/>
              <a:t> et in </a:t>
            </a:r>
            <a:r>
              <a:rPr lang="en-US" dirty="0" err="1"/>
              <a:t>metus.is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 </a:t>
            </a:r>
            <a:r>
              <a:rPr lang="en-US" dirty="0" err="1"/>
              <a:t>eros</a:t>
            </a:r>
            <a:r>
              <a:rPr lang="en-US" dirty="0"/>
              <a:t> </a:t>
            </a:r>
            <a:r>
              <a:rPr lang="en-US" dirty="0" err="1"/>
              <a:t>vel</a:t>
            </a:r>
            <a:r>
              <a:rPr lang="en-US" dirty="0"/>
              <a:t> </a:t>
            </a:r>
            <a:r>
              <a:rPr lang="en-US" dirty="0" err="1"/>
              <a:t>lectus</a:t>
            </a:r>
            <a:r>
              <a:rPr lang="en-US" dirty="0"/>
              <a:t> semper semper. </a:t>
            </a:r>
            <a:r>
              <a:rPr lang="en-US" dirty="0" err="1"/>
              <a:t>Nullam</a:t>
            </a:r>
            <a:r>
              <a:rPr lang="en-US" dirty="0"/>
              <a:t> </a:t>
            </a:r>
            <a:r>
              <a:rPr lang="en-US" dirty="0" err="1"/>
              <a:t>finibus</a:t>
            </a:r>
            <a:r>
              <a:rPr lang="en-US" dirty="0"/>
              <a:t> </a:t>
            </a:r>
            <a:r>
              <a:rPr lang="en-US" dirty="0" err="1"/>
              <a:t>nisl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ligula </a:t>
            </a:r>
            <a:r>
              <a:rPr lang="en-US" dirty="0" err="1"/>
              <a:t>vestibulum</a:t>
            </a:r>
            <a:r>
              <a:rPr lang="en-US" dirty="0"/>
              <a:t>, </a:t>
            </a:r>
            <a:r>
              <a:rPr lang="en-US" dirty="0" err="1"/>
              <a:t>ut</a:t>
            </a:r>
            <a:r>
              <a:rPr lang="en-US" dirty="0"/>
              <a:t> semper ex </a:t>
            </a:r>
            <a:r>
              <a:rPr lang="en-US" dirty="0" err="1"/>
              <a:t>suscipit</a:t>
            </a:r>
            <a:r>
              <a:rPr lang="en-US" dirty="0"/>
              <a:t>. </a:t>
            </a:r>
            <a:r>
              <a:rPr lang="en-US" dirty="0" err="1"/>
              <a:t>Cras</a:t>
            </a:r>
            <a:r>
              <a:rPr lang="en-US" dirty="0"/>
              <a:t> </a:t>
            </a:r>
            <a:r>
              <a:rPr lang="en-US" dirty="0" err="1"/>
              <a:t>fringilla</a:t>
            </a:r>
            <a:r>
              <a:rPr lang="en-US" dirty="0"/>
              <a:t> </a:t>
            </a:r>
            <a:r>
              <a:rPr lang="en-US" dirty="0" err="1"/>
              <a:t>suscipit</a:t>
            </a:r>
            <a:r>
              <a:rPr lang="en-US" dirty="0"/>
              <a:t> </a:t>
            </a:r>
            <a:r>
              <a:rPr lang="en-US" dirty="0" err="1"/>
              <a:t>cursus</a:t>
            </a:r>
            <a:r>
              <a:rPr lang="en-US" dirty="0"/>
              <a:t>. </a:t>
            </a:r>
            <a:r>
              <a:rPr lang="en-US" dirty="0" err="1"/>
              <a:t>Aenean</a:t>
            </a:r>
            <a:r>
              <a:rPr lang="en-US" dirty="0"/>
              <a:t> </a:t>
            </a:r>
            <a:r>
              <a:rPr lang="en-US" dirty="0" err="1"/>
              <a:t>accumsan</a:t>
            </a:r>
            <a:r>
              <a:rPr lang="en-US" dirty="0"/>
              <a:t> </a:t>
            </a:r>
            <a:r>
              <a:rPr lang="en-US" dirty="0" err="1"/>
              <a:t>malesuada</a:t>
            </a:r>
            <a:r>
              <a:rPr lang="en-US" dirty="0"/>
              <a:t> </a:t>
            </a:r>
            <a:r>
              <a:rPr lang="en-US" dirty="0" err="1"/>
              <a:t>hendrerit</a:t>
            </a:r>
            <a:r>
              <a:rPr lang="en-US" dirty="0"/>
              <a:t>. </a:t>
            </a:r>
            <a:r>
              <a:rPr lang="en-US" dirty="0" err="1"/>
              <a:t>Morbi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dolor ante. </a:t>
            </a:r>
            <a:r>
              <a:rPr lang="en-US" dirty="0" err="1"/>
              <a:t>Duis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viverra</a:t>
            </a:r>
            <a:r>
              <a:rPr lang="en-US" dirty="0"/>
              <a:t> </a:t>
            </a:r>
            <a:r>
              <a:rPr lang="en-US" dirty="0" err="1"/>
              <a:t>urna</a:t>
            </a:r>
            <a:r>
              <a:rPr lang="en-US" dirty="0"/>
              <a:t>, in </a:t>
            </a:r>
            <a:r>
              <a:rPr lang="en-US" dirty="0" err="1"/>
              <a:t>ultricies</a:t>
            </a:r>
            <a:r>
              <a:rPr lang="en-US" dirty="0"/>
              <a:t> diam. </a:t>
            </a:r>
          </a:p>
        </p:txBody>
      </p:sp>
    </p:spTree>
    <p:extLst>
      <p:ext uri="{BB962C8B-B14F-4D97-AF65-F5344CB8AC3E}">
        <p14:creationId xmlns:p14="http://schemas.microsoft.com/office/powerpoint/2010/main" val="37354361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4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300"/>
                            </p:stCondLst>
                            <p:childTnLst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4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4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8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400"/>
                        <p:tgtEl>
                          <p:spTgt spid="8"/>
                        </p:tgtEl>
                      </p:cBhvr>
                    </p:animEffect>
                    <p:anim calcmode="lin" valueType="num">
                      <p:cBhvr>
                        <p:cTn dur="400" fill="hold"/>
                        <p:tgtEl>
                          <p:spTgt spid="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400" fill="hold"/>
                        <p:tgtEl>
                          <p:spTgt spid="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9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9"/>
                        </p:tgtEl>
                      </p:cBhvr>
                    </p:animEffect>
                    <p:anim calcmode="lin" valueType="num">
                      <p:cBhvr>
                        <p:cTn dur="500" fill="hold"/>
                        <p:tgtEl>
                          <p:spTgt spid="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" grpId="0"/>
      <p:bldP spid="5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8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0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400"/>
                        <p:tgtEl>
                          <p:spTgt spid="10"/>
                        </p:tgtEl>
                      </p:cBhvr>
                    </p:animEffect>
                    <p:anim calcmode="lin" valueType="num">
                      <p:cBhvr>
                        <p:cTn dur="400" fill="hold"/>
                        <p:tgtEl>
                          <p:spTgt spid="10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400" fill="hold"/>
                        <p:tgtEl>
                          <p:spTgt spid="10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1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1"/>
                        </p:tgtEl>
                      </p:cBhvr>
                    </p:animEffect>
                    <p:anim calcmode="lin" valueType="num">
                      <p:cBhvr>
                        <p:cTn dur="500" fill="hold"/>
                        <p:tgtEl>
                          <p:spTgt spid="1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1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2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8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2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rvices 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1" y="1638300"/>
            <a:ext cx="9144000" cy="2334769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0" hasCustomPrompt="1"/>
          </p:nvPr>
        </p:nvSpPr>
        <p:spPr>
          <a:xfrm>
            <a:off x="452438" y="270483"/>
            <a:ext cx="8229600" cy="359817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500" b="1">
                <a:solidFill>
                  <a:schemeClr val="tx1">
                    <a:lumMod val="75000"/>
                    <a:lumOff val="25000"/>
                  </a:schemeClr>
                </a:solidFill>
                <a:latin typeface="Lato Light"/>
                <a:cs typeface="Lato Light"/>
              </a:defRPr>
            </a:lvl1pPr>
          </a:lstStyle>
          <a:p>
            <a:pPr lvl="0"/>
            <a:r>
              <a:rPr lang="es-ES_tradnl" dirty="0"/>
              <a:t>Text </a:t>
            </a:r>
            <a:r>
              <a:rPr lang="es-ES_tradnl" dirty="0" err="1"/>
              <a:t>example</a:t>
            </a:r>
            <a:endParaRPr lang="es-ES_tradnl" dirty="0"/>
          </a:p>
        </p:txBody>
      </p:sp>
      <p:sp>
        <p:nvSpPr>
          <p:cNvPr id="9" name="Text Placeholder 7"/>
          <p:cNvSpPr>
            <a:spLocks noGrp="1"/>
          </p:cNvSpPr>
          <p:nvPr>
            <p:ph type="body" sz="quarter" idx="11" hasCustomPrompt="1"/>
          </p:nvPr>
        </p:nvSpPr>
        <p:spPr>
          <a:xfrm>
            <a:off x="452438" y="689252"/>
            <a:ext cx="8229600" cy="190376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accent3"/>
                </a:solidFill>
                <a:latin typeface="Lato Light"/>
                <a:cs typeface="Lato Light"/>
              </a:defRPr>
            </a:lvl1pPr>
          </a:lstStyle>
          <a:p>
            <a:pPr lvl="0"/>
            <a:r>
              <a:rPr lang="es-ES_tradnl" dirty="0" err="1"/>
              <a:t>Subtitle</a:t>
            </a:r>
            <a:r>
              <a:rPr lang="es-ES_tradnl" dirty="0"/>
              <a:t> </a:t>
            </a:r>
            <a:r>
              <a:rPr lang="es-ES_tradnl" dirty="0" err="1"/>
              <a:t>Example</a:t>
            </a:r>
            <a:endParaRPr lang="es-ES_tradnl" dirty="0"/>
          </a:p>
        </p:txBody>
      </p:sp>
      <p:sp>
        <p:nvSpPr>
          <p:cNvPr id="13" name="Text Placeholder 7"/>
          <p:cNvSpPr>
            <a:spLocks noGrp="1"/>
          </p:cNvSpPr>
          <p:nvPr>
            <p:ph type="body" sz="quarter" idx="39" hasCustomPrompt="1"/>
          </p:nvPr>
        </p:nvSpPr>
        <p:spPr>
          <a:xfrm>
            <a:off x="906994" y="1850900"/>
            <a:ext cx="903812" cy="841499"/>
          </a:xfrm>
          <a:prstGeom prst="rect">
            <a:avLst/>
          </a:prstGeom>
        </p:spPr>
        <p:txBody>
          <a:bodyPr vert="horz" lIns="0" tIns="103884" rIns="0" bIns="103884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4000" b="1">
                <a:solidFill>
                  <a:schemeClr val="accent2"/>
                </a:solidFill>
                <a:latin typeface="FontAwesome"/>
                <a:cs typeface="FontAwesome"/>
              </a:defRPr>
            </a:lvl1pPr>
          </a:lstStyle>
          <a:p>
            <a:pPr lvl="0"/>
            <a:r>
              <a:rPr lang="es-ES_tradnl" dirty="0" err="1"/>
              <a:t>icon</a:t>
            </a:r>
            <a:endParaRPr lang="es-ES_tradnl" dirty="0"/>
          </a:p>
        </p:txBody>
      </p:sp>
      <p:sp>
        <p:nvSpPr>
          <p:cNvPr id="14" name="Text Placeholder 7"/>
          <p:cNvSpPr>
            <a:spLocks noGrp="1"/>
          </p:cNvSpPr>
          <p:nvPr>
            <p:ph type="body" sz="quarter" idx="18" hasCustomPrompt="1"/>
          </p:nvPr>
        </p:nvSpPr>
        <p:spPr>
          <a:xfrm>
            <a:off x="427037" y="2709420"/>
            <a:ext cx="1795461" cy="359817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baseline="0">
                <a:solidFill>
                  <a:schemeClr val="bg1"/>
                </a:solidFill>
                <a:latin typeface="Lato Light"/>
                <a:cs typeface="Lato Light"/>
              </a:defRPr>
            </a:lvl1pPr>
          </a:lstStyle>
          <a:p>
            <a:pPr lvl="0"/>
            <a:r>
              <a:rPr lang="es-ES_tradnl" dirty="0" err="1"/>
              <a:t>Name</a:t>
            </a:r>
            <a:r>
              <a:rPr lang="es-ES_tradnl" dirty="0"/>
              <a:t> </a:t>
            </a:r>
            <a:r>
              <a:rPr lang="es-ES_tradnl" dirty="0" err="1"/>
              <a:t>here</a:t>
            </a:r>
            <a:endParaRPr lang="es-ES_tradnl" dirty="0"/>
          </a:p>
        </p:txBody>
      </p:sp>
      <p:sp>
        <p:nvSpPr>
          <p:cNvPr id="15" name="Text Placeholder 2"/>
          <p:cNvSpPr>
            <a:spLocks noGrp="1"/>
          </p:cNvSpPr>
          <p:nvPr>
            <p:ph type="body" sz="quarter" idx="40" hasCustomPrompt="1"/>
          </p:nvPr>
        </p:nvSpPr>
        <p:spPr>
          <a:xfrm>
            <a:off x="414338" y="3094637"/>
            <a:ext cx="1808161" cy="649977"/>
          </a:xfrm>
          <a:prstGeom prst="rect">
            <a:avLst/>
          </a:prstGeom>
        </p:spPr>
        <p:txBody>
          <a:bodyPr vert="horz" lIns="0" tIns="0" rIns="0" bIns="0"/>
          <a:lstStyle>
            <a:lvl1pPr marL="0" indent="0" algn="ctr">
              <a:lnSpc>
                <a:spcPct val="130000"/>
              </a:lnSpc>
              <a:buNone/>
              <a:defRPr sz="900">
                <a:solidFill>
                  <a:schemeClr val="bg1"/>
                </a:solidFill>
                <a:latin typeface="Lato Regular"/>
                <a:cs typeface="Lato Regular"/>
              </a:defRPr>
            </a:lvl1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tortor</a:t>
            </a:r>
            <a:r>
              <a:rPr lang="en-US" dirty="0"/>
              <a:t>, </a:t>
            </a:r>
            <a:r>
              <a:rPr lang="en-US" dirty="0" err="1"/>
              <a:t>mattis</a:t>
            </a:r>
            <a:endParaRPr lang="en-US" dirty="0"/>
          </a:p>
        </p:txBody>
      </p:sp>
      <p:sp>
        <p:nvSpPr>
          <p:cNvPr id="16" name="Text Placeholder 7"/>
          <p:cNvSpPr>
            <a:spLocks noGrp="1"/>
          </p:cNvSpPr>
          <p:nvPr>
            <p:ph type="body" sz="quarter" idx="41" hasCustomPrompt="1"/>
          </p:nvPr>
        </p:nvSpPr>
        <p:spPr>
          <a:xfrm>
            <a:off x="3040594" y="1850900"/>
            <a:ext cx="903812" cy="841499"/>
          </a:xfrm>
          <a:prstGeom prst="rect">
            <a:avLst/>
          </a:prstGeom>
        </p:spPr>
        <p:txBody>
          <a:bodyPr vert="horz" lIns="0" tIns="103884" rIns="0" bIns="103884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4000" b="1">
                <a:solidFill>
                  <a:schemeClr val="accent3"/>
                </a:solidFill>
                <a:latin typeface="FontAwesome"/>
                <a:cs typeface="FontAwesome"/>
              </a:defRPr>
            </a:lvl1pPr>
          </a:lstStyle>
          <a:p>
            <a:pPr lvl="0"/>
            <a:r>
              <a:rPr lang="es-ES_tradnl" dirty="0" err="1"/>
              <a:t>icon</a:t>
            </a:r>
            <a:endParaRPr lang="es-ES_tradnl" dirty="0"/>
          </a:p>
        </p:txBody>
      </p:sp>
      <p:sp>
        <p:nvSpPr>
          <p:cNvPr id="17" name="Text Placeholder 7"/>
          <p:cNvSpPr>
            <a:spLocks noGrp="1"/>
          </p:cNvSpPr>
          <p:nvPr>
            <p:ph type="body" sz="quarter" idx="42" hasCustomPrompt="1"/>
          </p:nvPr>
        </p:nvSpPr>
        <p:spPr>
          <a:xfrm>
            <a:off x="2560637" y="2709420"/>
            <a:ext cx="1795461" cy="359817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baseline="0">
                <a:solidFill>
                  <a:schemeClr val="bg1"/>
                </a:solidFill>
                <a:latin typeface="Lato Light"/>
                <a:cs typeface="Lato Light"/>
              </a:defRPr>
            </a:lvl1pPr>
          </a:lstStyle>
          <a:p>
            <a:pPr lvl="0"/>
            <a:r>
              <a:rPr lang="es-ES_tradnl" dirty="0" err="1"/>
              <a:t>Name</a:t>
            </a:r>
            <a:r>
              <a:rPr lang="es-ES_tradnl" dirty="0"/>
              <a:t> </a:t>
            </a:r>
            <a:r>
              <a:rPr lang="es-ES_tradnl" dirty="0" err="1"/>
              <a:t>here</a:t>
            </a:r>
            <a:endParaRPr lang="es-ES_tradnl" dirty="0"/>
          </a:p>
        </p:txBody>
      </p:sp>
      <p:sp>
        <p:nvSpPr>
          <p:cNvPr id="18" name="Text Placeholder 2"/>
          <p:cNvSpPr>
            <a:spLocks noGrp="1"/>
          </p:cNvSpPr>
          <p:nvPr>
            <p:ph type="body" sz="quarter" idx="43" hasCustomPrompt="1"/>
          </p:nvPr>
        </p:nvSpPr>
        <p:spPr>
          <a:xfrm>
            <a:off x="2547938" y="3094637"/>
            <a:ext cx="1808161" cy="649977"/>
          </a:xfrm>
          <a:prstGeom prst="rect">
            <a:avLst/>
          </a:prstGeom>
        </p:spPr>
        <p:txBody>
          <a:bodyPr vert="horz" lIns="0" tIns="0" rIns="0" bIns="0"/>
          <a:lstStyle>
            <a:lvl1pPr marL="0" indent="0" algn="ctr">
              <a:lnSpc>
                <a:spcPct val="130000"/>
              </a:lnSpc>
              <a:buNone/>
              <a:defRPr sz="900">
                <a:solidFill>
                  <a:schemeClr val="bg1"/>
                </a:solidFill>
                <a:latin typeface="Lato Regular"/>
                <a:cs typeface="Lato Regular"/>
              </a:defRPr>
            </a:lvl1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tortor</a:t>
            </a:r>
            <a:r>
              <a:rPr lang="en-US" dirty="0"/>
              <a:t>, </a:t>
            </a:r>
            <a:r>
              <a:rPr lang="en-US" dirty="0" err="1"/>
              <a:t>mattis</a:t>
            </a:r>
            <a:endParaRPr lang="en-US" dirty="0"/>
          </a:p>
        </p:txBody>
      </p:sp>
      <p:sp>
        <p:nvSpPr>
          <p:cNvPr id="19" name="Text Placeholder 7"/>
          <p:cNvSpPr>
            <a:spLocks noGrp="1"/>
          </p:cNvSpPr>
          <p:nvPr>
            <p:ph type="body" sz="quarter" idx="44" hasCustomPrompt="1"/>
          </p:nvPr>
        </p:nvSpPr>
        <p:spPr>
          <a:xfrm>
            <a:off x="5199594" y="1850900"/>
            <a:ext cx="903812" cy="841499"/>
          </a:xfrm>
          <a:prstGeom prst="rect">
            <a:avLst/>
          </a:prstGeom>
        </p:spPr>
        <p:txBody>
          <a:bodyPr vert="horz" lIns="0" tIns="103884" rIns="0" bIns="103884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4000" b="1">
                <a:solidFill>
                  <a:schemeClr val="accent4"/>
                </a:solidFill>
                <a:latin typeface="FontAwesome"/>
                <a:cs typeface="FontAwesome"/>
              </a:defRPr>
            </a:lvl1pPr>
          </a:lstStyle>
          <a:p>
            <a:pPr lvl="0"/>
            <a:r>
              <a:rPr lang="es-ES_tradnl" dirty="0" err="1"/>
              <a:t>icon</a:t>
            </a:r>
            <a:endParaRPr lang="es-ES_tradnl" dirty="0"/>
          </a:p>
        </p:txBody>
      </p:sp>
      <p:sp>
        <p:nvSpPr>
          <p:cNvPr id="20" name="Text Placeholder 7"/>
          <p:cNvSpPr>
            <a:spLocks noGrp="1"/>
          </p:cNvSpPr>
          <p:nvPr>
            <p:ph type="body" sz="quarter" idx="45" hasCustomPrompt="1"/>
          </p:nvPr>
        </p:nvSpPr>
        <p:spPr>
          <a:xfrm>
            <a:off x="4719637" y="2709420"/>
            <a:ext cx="1795461" cy="359817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baseline="0">
                <a:solidFill>
                  <a:schemeClr val="bg1"/>
                </a:solidFill>
                <a:latin typeface="Lato Light"/>
                <a:cs typeface="Lato Light"/>
              </a:defRPr>
            </a:lvl1pPr>
          </a:lstStyle>
          <a:p>
            <a:pPr lvl="0"/>
            <a:r>
              <a:rPr lang="es-ES_tradnl" dirty="0" err="1"/>
              <a:t>Name</a:t>
            </a:r>
            <a:r>
              <a:rPr lang="es-ES_tradnl" dirty="0"/>
              <a:t> </a:t>
            </a:r>
            <a:r>
              <a:rPr lang="es-ES_tradnl" dirty="0" err="1"/>
              <a:t>here</a:t>
            </a:r>
            <a:endParaRPr lang="es-ES_tradnl" dirty="0"/>
          </a:p>
        </p:txBody>
      </p:sp>
      <p:sp>
        <p:nvSpPr>
          <p:cNvPr id="21" name="Text Placeholder 2"/>
          <p:cNvSpPr>
            <a:spLocks noGrp="1"/>
          </p:cNvSpPr>
          <p:nvPr>
            <p:ph type="body" sz="quarter" idx="46" hasCustomPrompt="1"/>
          </p:nvPr>
        </p:nvSpPr>
        <p:spPr>
          <a:xfrm>
            <a:off x="4706938" y="3094637"/>
            <a:ext cx="1808161" cy="649977"/>
          </a:xfrm>
          <a:prstGeom prst="rect">
            <a:avLst/>
          </a:prstGeom>
        </p:spPr>
        <p:txBody>
          <a:bodyPr vert="horz" lIns="0" tIns="0" rIns="0" bIns="0"/>
          <a:lstStyle>
            <a:lvl1pPr marL="0" indent="0" algn="ctr">
              <a:lnSpc>
                <a:spcPct val="130000"/>
              </a:lnSpc>
              <a:buNone/>
              <a:defRPr sz="900">
                <a:solidFill>
                  <a:schemeClr val="bg1"/>
                </a:solidFill>
                <a:latin typeface="Lato Regular"/>
                <a:cs typeface="Lato Regular"/>
              </a:defRPr>
            </a:lvl1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tortor</a:t>
            </a:r>
            <a:r>
              <a:rPr lang="en-US" dirty="0"/>
              <a:t>, </a:t>
            </a:r>
            <a:r>
              <a:rPr lang="en-US" dirty="0" err="1"/>
              <a:t>mattis</a:t>
            </a:r>
            <a:endParaRPr lang="en-US" dirty="0"/>
          </a:p>
        </p:txBody>
      </p:sp>
      <p:sp>
        <p:nvSpPr>
          <p:cNvPr id="22" name="Text Placeholder 7"/>
          <p:cNvSpPr>
            <a:spLocks noGrp="1"/>
          </p:cNvSpPr>
          <p:nvPr>
            <p:ph type="body" sz="quarter" idx="47" hasCustomPrompt="1"/>
          </p:nvPr>
        </p:nvSpPr>
        <p:spPr>
          <a:xfrm>
            <a:off x="7366533" y="1850900"/>
            <a:ext cx="903812" cy="841499"/>
          </a:xfrm>
          <a:prstGeom prst="rect">
            <a:avLst/>
          </a:prstGeom>
        </p:spPr>
        <p:txBody>
          <a:bodyPr vert="horz" lIns="0" tIns="103884" rIns="0" bIns="103884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4000" b="1">
                <a:solidFill>
                  <a:schemeClr val="accent5"/>
                </a:solidFill>
                <a:latin typeface="FontAwesome"/>
                <a:cs typeface="FontAwesome"/>
              </a:defRPr>
            </a:lvl1pPr>
          </a:lstStyle>
          <a:p>
            <a:pPr lvl="0"/>
            <a:r>
              <a:rPr lang="es-ES_tradnl" dirty="0" err="1"/>
              <a:t>icon</a:t>
            </a:r>
            <a:endParaRPr lang="es-ES_tradnl" dirty="0"/>
          </a:p>
        </p:txBody>
      </p:sp>
      <p:sp>
        <p:nvSpPr>
          <p:cNvPr id="23" name="Text Placeholder 7"/>
          <p:cNvSpPr>
            <a:spLocks noGrp="1"/>
          </p:cNvSpPr>
          <p:nvPr>
            <p:ph type="body" sz="quarter" idx="48" hasCustomPrompt="1"/>
          </p:nvPr>
        </p:nvSpPr>
        <p:spPr>
          <a:xfrm>
            <a:off x="6886576" y="2709420"/>
            <a:ext cx="1795461" cy="359817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baseline="0">
                <a:solidFill>
                  <a:schemeClr val="bg1"/>
                </a:solidFill>
                <a:latin typeface="Lato Light"/>
                <a:cs typeface="Lato Light"/>
              </a:defRPr>
            </a:lvl1pPr>
          </a:lstStyle>
          <a:p>
            <a:pPr lvl="0"/>
            <a:r>
              <a:rPr lang="es-ES_tradnl" dirty="0" err="1"/>
              <a:t>Name</a:t>
            </a:r>
            <a:r>
              <a:rPr lang="es-ES_tradnl" dirty="0"/>
              <a:t> </a:t>
            </a:r>
            <a:r>
              <a:rPr lang="es-ES_tradnl" dirty="0" err="1"/>
              <a:t>here</a:t>
            </a:r>
            <a:endParaRPr lang="es-ES_tradnl" dirty="0"/>
          </a:p>
        </p:txBody>
      </p:sp>
      <p:sp>
        <p:nvSpPr>
          <p:cNvPr id="24" name="Text Placeholder 2"/>
          <p:cNvSpPr>
            <a:spLocks noGrp="1"/>
          </p:cNvSpPr>
          <p:nvPr>
            <p:ph type="body" sz="quarter" idx="49" hasCustomPrompt="1"/>
          </p:nvPr>
        </p:nvSpPr>
        <p:spPr>
          <a:xfrm>
            <a:off x="6873877" y="3094637"/>
            <a:ext cx="1808161" cy="649977"/>
          </a:xfrm>
          <a:prstGeom prst="rect">
            <a:avLst/>
          </a:prstGeom>
        </p:spPr>
        <p:txBody>
          <a:bodyPr vert="horz" lIns="0" tIns="0" rIns="0" bIns="0"/>
          <a:lstStyle>
            <a:lvl1pPr marL="0" indent="0" algn="ctr">
              <a:lnSpc>
                <a:spcPct val="130000"/>
              </a:lnSpc>
              <a:buNone/>
              <a:defRPr sz="900">
                <a:solidFill>
                  <a:schemeClr val="bg1"/>
                </a:solidFill>
                <a:latin typeface="Lato Regular"/>
                <a:cs typeface="Lato Regular"/>
              </a:defRPr>
            </a:lvl1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tortor</a:t>
            </a:r>
            <a:r>
              <a:rPr lang="en-US" dirty="0"/>
              <a:t>, </a:t>
            </a:r>
            <a:r>
              <a:rPr lang="en-US" dirty="0" err="1"/>
              <a:t>mattis</a:t>
            </a:r>
            <a:endParaRPr lang="en-US" dirty="0"/>
          </a:p>
        </p:txBody>
      </p:sp>
      <p:sp>
        <p:nvSpPr>
          <p:cNvPr id="25" name="Text Placeholder 2"/>
          <p:cNvSpPr>
            <a:spLocks noGrp="1"/>
          </p:cNvSpPr>
          <p:nvPr>
            <p:ph type="body" sz="quarter" idx="16" hasCustomPrompt="1"/>
          </p:nvPr>
        </p:nvSpPr>
        <p:spPr>
          <a:xfrm>
            <a:off x="443971" y="4463887"/>
            <a:ext cx="8230129" cy="649977"/>
          </a:xfrm>
          <a:prstGeom prst="rect">
            <a:avLst/>
          </a:prstGeom>
        </p:spPr>
        <p:txBody>
          <a:bodyPr vert="horz" lIns="0" tIns="0" rIns="0" bIns="0"/>
          <a:lstStyle>
            <a:lvl1pPr marL="0" indent="0" algn="just">
              <a:lnSpc>
                <a:spcPct val="130000"/>
              </a:lnSpc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  <a:latin typeface="Lato Regular"/>
                <a:cs typeface="Lato Regular"/>
              </a:defRPr>
            </a:lvl1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tortor</a:t>
            </a:r>
            <a:r>
              <a:rPr lang="en-US" dirty="0"/>
              <a:t>, </a:t>
            </a:r>
            <a:r>
              <a:rPr lang="en-US" dirty="0" err="1"/>
              <a:t>mattis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dapibus</a:t>
            </a:r>
            <a:r>
              <a:rPr lang="en-US" dirty="0"/>
              <a:t> vitae, </a:t>
            </a:r>
            <a:r>
              <a:rPr lang="en-US" dirty="0" err="1"/>
              <a:t>euismod</a:t>
            </a:r>
            <a:r>
              <a:rPr lang="en-US" dirty="0"/>
              <a:t> non </a:t>
            </a:r>
            <a:r>
              <a:rPr lang="en-US" dirty="0" err="1"/>
              <a:t>purus</a:t>
            </a:r>
            <a:r>
              <a:rPr lang="en-US" dirty="0"/>
              <a:t>. Maecenas </a:t>
            </a:r>
            <a:r>
              <a:rPr lang="en-US" dirty="0" err="1"/>
              <a:t>ut</a:t>
            </a:r>
            <a:r>
              <a:rPr lang="en-US" dirty="0"/>
              <a:t> lacus </a:t>
            </a:r>
            <a:r>
              <a:rPr lang="en-US" dirty="0" err="1"/>
              <a:t>nec</a:t>
            </a:r>
            <a:r>
              <a:rPr lang="en-US" dirty="0"/>
              <a:t> </a:t>
            </a:r>
            <a:r>
              <a:rPr lang="en-US" dirty="0" err="1"/>
              <a:t>mauris</a:t>
            </a:r>
            <a:r>
              <a:rPr lang="en-US" dirty="0"/>
              <a:t> </a:t>
            </a:r>
            <a:r>
              <a:rPr lang="en-US" dirty="0" err="1"/>
              <a:t>feugiat</a:t>
            </a:r>
            <a:r>
              <a:rPr lang="en-US" dirty="0"/>
              <a:t> </a:t>
            </a:r>
            <a:r>
              <a:rPr lang="en-US" dirty="0" err="1"/>
              <a:t>tristique</a:t>
            </a:r>
            <a:r>
              <a:rPr lang="en-US" dirty="0"/>
              <a:t> et in </a:t>
            </a:r>
            <a:r>
              <a:rPr lang="en-US" dirty="0" err="1"/>
              <a:t>metus.is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 </a:t>
            </a:r>
            <a:r>
              <a:rPr lang="en-US" dirty="0" err="1"/>
              <a:t>eros</a:t>
            </a:r>
            <a:r>
              <a:rPr lang="en-US" dirty="0"/>
              <a:t> </a:t>
            </a:r>
            <a:r>
              <a:rPr lang="en-US" dirty="0" err="1"/>
              <a:t>vel</a:t>
            </a:r>
            <a:r>
              <a:rPr lang="en-US" dirty="0"/>
              <a:t> </a:t>
            </a:r>
            <a:r>
              <a:rPr lang="en-US" dirty="0" err="1"/>
              <a:t>lectus</a:t>
            </a:r>
            <a:r>
              <a:rPr lang="en-US" dirty="0"/>
              <a:t> semper semper. </a:t>
            </a:r>
            <a:r>
              <a:rPr lang="en-US" dirty="0" err="1"/>
              <a:t>Nullam</a:t>
            </a:r>
            <a:r>
              <a:rPr lang="en-US" dirty="0"/>
              <a:t> </a:t>
            </a:r>
            <a:r>
              <a:rPr lang="en-US" dirty="0" err="1"/>
              <a:t>finibus</a:t>
            </a:r>
            <a:r>
              <a:rPr lang="en-US" dirty="0"/>
              <a:t> </a:t>
            </a:r>
            <a:r>
              <a:rPr lang="en-US" dirty="0" err="1"/>
              <a:t>nisl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ligula </a:t>
            </a:r>
            <a:r>
              <a:rPr lang="en-US" dirty="0" err="1"/>
              <a:t>vestibulum</a:t>
            </a:r>
            <a:r>
              <a:rPr lang="en-US" dirty="0"/>
              <a:t>, </a:t>
            </a:r>
            <a:r>
              <a:rPr lang="en-US" dirty="0" err="1"/>
              <a:t>ut</a:t>
            </a:r>
            <a:r>
              <a:rPr lang="en-US" dirty="0"/>
              <a:t> semper ex </a:t>
            </a:r>
            <a:r>
              <a:rPr lang="en-US" dirty="0" err="1"/>
              <a:t>suscipit</a:t>
            </a:r>
            <a:r>
              <a:rPr lang="en-US" dirty="0"/>
              <a:t>. </a:t>
            </a:r>
            <a:r>
              <a:rPr lang="en-US" dirty="0" err="1"/>
              <a:t>Cras</a:t>
            </a:r>
            <a:r>
              <a:rPr lang="en-US" dirty="0"/>
              <a:t> </a:t>
            </a:r>
            <a:r>
              <a:rPr lang="en-US" dirty="0" err="1"/>
              <a:t>fringilla</a:t>
            </a:r>
            <a:r>
              <a:rPr lang="en-US" dirty="0"/>
              <a:t> </a:t>
            </a:r>
            <a:r>
              <a:rPr lang="en-US" dirty="0" err="1"/>
              <a:t>suscipit</a:t>
            </a:r>
            <a:r>
              <a:rPr lang="en-US" dirty="0"/>
              <a:t> </a:t>
            </a:r>
            <a:r>
              <a:rPr lang="en-US" dirty="0" err="1"/>
              <a:t>cursus</a:t>
            </a:r>
            <a:r>
              <a:rPr lang="en-US" dirty="0"/>
              <a:t>. </a:t>
            </a:r>
            <a:r>
              <a:rPr lang="en-US" dirty="0" err="1"/>
              <a:t>Aenean</a:t>
            </a:r>
            <a:r>
              <a:rPr lang="en-US" dirty="0"/>
              <a:t> </a:t>
            </a:r>
            <a:r>
              <a:rPr lang="en-US" dirty="0" err="1"/>
              <a:t>accumsan</a:t>
            </a:r>
            <a:r>
              <a:rPr lang="en-US" dirty="0"/>
              <a:t> </a:t>
            </a:r>
            <a:r>
              <a:rPr lang="en-US" dirty="0" err="1"/>
              <a:t>malesuada</a:t>
            </a:r>
            <a:r>
              <a:rPr lang="en-US" dirty="0"/>
              <a:t> </a:t>
            </a:r>
            <a:r>
              <a:rPr lang="en-US" dirty="0" err="1"/>
              <a:t>hendrerit</a:t>
            </a:r>
            <a:r>
              <a:rPr lang="en-US" dirty="0"/>
              <a:t>. </a:t>
            </a:r>
            <a:r>
              <a:rPr lang="en-US" dirty="0" err="1"/>
              <a:t>Morbi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dolor ante.</a:t>
            </a:r>
          </a:p>
        </p:txBody>
      </p:sp>
    </p:spTree>
    <p:extLst>
      <p:ext uri="{BB962C8B-B14F-4D97-AF65-F5344CB8AC3E}">
        <p14:creationId xmlns:p14="http://schemas.microsoft.com/office/powerpoint/2010/main" val="36349204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4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700"/>
                            </p:stCondLst>
                            <p:childTnLst>
                              <p:par>
                                <p:cTn id="1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200"/>
                            </p:stCondLst>
                            <p:childTnLst>
                              <p:par>
                                <p:cTn id="2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3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3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4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4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2500"/>
                            </p:stCondLst>
                            <p:childTnLst>
                              <p:par>
                                <p:cTn id="34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300" fill="hold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300" fill="hold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400" fill="hold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400" fill="hold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3800"/>
                            </p:stCondLst>
                            <p:childTnLst>
                              <p:par>
                                <p:cTn id="48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300" fill="hold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300" fill="hold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400" fill="hold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400" fill="hold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5100"/>
                            </p:stCondLst>
                            <p:childTnLst>
                              <p:par>
                                <p:cTn id="6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4" dur="300" fill="hold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300" fill="hold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6" dur="3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400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0" dur="400" fill="hold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400" fill="hold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8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400"/>
                        <p:tgtEl>
                          <p:spTgt spid="8"/>
                        </p:tgtEl>
                      </p:cBhvr>
                    </p:animEffect>
                    <p:anim calcmode="lin" valueType="num">
                      <p:cBhvr>
                        <p:cTn dur="400" fill="hold"/>
                        <p:tgtEl>
                          <p:spTgt spid="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400" fill="hold"/>
                        <p:tgtEl>
                          <p:spTgt spid="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9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9"/>
                        </p:tgtEl>
                      </p:cBhvr>
                    </p:animEffect>
                    <p:anim calcmode="lin" valueType="num">
                      <p:cBhvr>
                        <p:cTn dur="500" fill="hold"/>
                        <p:tgtEl>
                          <p:spTgt spid="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3" grpId="0" build="p">
        <p:tmplLst>
          <p:tmpl lvl="1">
            <p:tnLst>
              <p:par>
                <p:cTn presetID="53" presetClass="entr" presetSubtype="16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300" fill="hold"/>
                        <p:tgtEl>
                          <p:spTgt spid="13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300" fill="hold"/>
                        <p:tgtEl>
                          <p:spTgt spid="13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300"/>
                        <p:tgtEl>
                          <p:spTgt spid="1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4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400"/>
                        <p:tgtEl>
                          <p:spTgt spid="14"/>
                        </p:tgtEl>
                      </p:cBhvr>
                    </p:animEffect>
                    <p:anim calcmode="lin" valueType="num">
                      <p:cBhvr>
                        <p:cTn dur="400" fill="hold"/>
                        <p:tgtEl>
                          <p:spTgt spid="14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400" fill="hold"/>
                        <p:tgtEl>
                          <p:spTgt spid="14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5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8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6" grpId="0" build="p">
        <p:tmplLst>
          <p:tmpl lvl="1">
            <p:tnLst>
              <p:par>
                <p:cTn presetID="53" presetClass="entr" presetSubtype="16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300" fill="hold"/>
                        <p:tgtEl>
                          <p:spTgt spid="16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300" fill="hold"/>
                        <p:tgtEl>
                          <p:spTgt spid="16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300"/>
                        <p:tgtEl>
                          <p:spTgt spid="1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7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400"/>
                        <p:tgtEl>
                          <p:spTgt spid="17"/>
                        </p:tgtEl>
                      </p:cBhvr>
                    </p:animEffect>
                    <p:anim calcmode="lin" valueType="num">
                      <p:cBhvr>
                        <p:cTn dur="400" fill="hold"/>
                        <p:tgtEl>
                          <p:spTgt spid="1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400" fill="hold"/>
                        <p:tgtEl>
                          <p:spTgt spid="1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8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8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9" grpId="0" build="p">
        <p:tmplLst>
          <p:tmpl lvl="1">
            <p:tnLst>
              <p:par>
                <p:cTn presetID="53" presetClass="entr" presetSubtype="16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300" fill="hold"/>
                        <p:tgtEl>
                          <p:spTgt spid="19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300" fill="hold"/>
                        <p:tgtEl>
                          <p:spTgt spid="19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300"/>
                        <p:tgtEl>
                          <p:spTgt spid="1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0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400"/>
                        <p:tgtEl>
                          <p:spTgt spid="20"/>
                        </p:tgtEl>
                      </p:cBhvr>
                    </p:animEffect>
                    <p:anim calcmode="lin" valueType="num">
                      <p:cBhvr>
                        <p:cTn dur="400" fill="hold"/>
                        <p:tgtEl>
                          <p:spTgt spid="20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400" fill="hold"/>
                        <p:tgtEl>
                          <p:spTgt spid="20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1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8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2" grpId="0" build="p">
        <p:tmplLst>
          <p:tmpl lvl="1">
            <p:tnLst>
              <p:par>
                <p:cTn presetID="53" presetClass="entr" presetSubtype="16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300" fill="hold"/>
                        <p:tgtEl>
                          <p:spTgt spid="22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300" fill="hold"/>
                        <p:tgtEl>
                          <p:spTgt spid="22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300"/>
                        <p:tgtEl>
                          <p:spTgt spid="2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3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400"/>
                        <p:tgtEl>
                          <p:spTgt spid="23"/>
                        </p:tgtEl>
                      </p:cBhvr>
                    </p:animEffect>
                    <p:anim calcmode="lin" valueType="num">
                      <p:cBhvr>
                        <p:cTn dur="400" fill="hold"/>
                        <p:tgtEl>
                          <p:spTgt spid="2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400" fill="hold"/>
                        <p:tgtEl>
                          <p:spTgt spid="2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4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8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5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8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5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ic lis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/>
          <p:cNvSpPr>
            <a:spLocks noGrp="1"/>
          </p:cNvSpPr>
          <p:nvPr>
            <p:ph type="body" sz="quarter" idx="10" hasCustomPrompt="1"/>
          </p:nvPr>
        </p:nvSpPr>
        <p:spPr>
          <a:xfrm>
            <a:off x="452438" y="270483"/>
            <a:ext cx="8229600" cy="359817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500" b="1">
                <a:solidFill>
                  <a:schemeClr val="tx1">
                    <a:lumMod val="75000"/>
                    <a:lumOff val="25000"/>
                  </a:schemeClr>
                </a:solidFill>
                <a:latin typeface="Lato Light"/>
                <a:cs typeface="Lato Light"/>
              </a:defRPr>
            </a:lvl1pPr>
          </a:lstStyle>
          <a:p>
            <a:pPr lvl="0"/>
            <a:r>
              <a:rPr lang="es-ES_tradnl" dirty="0"/>
              <a:t>Text </a:t>
            </a:r>
            <a:r>
              <a:rPr lang="es-ES_tradnl" dirty="0" err="1"/>
              <a:t>example</a:t>
            </a:r>
            <a:endParaRPr lang="es-ES_tradnl" dirty="0"/>
          </a:p>
        </p:txBody>
      </p:sp>
      <p:sp>
        <p:nvSpPr>
          <p:cNvPr id="9" name="Text Placeholder 7"/>
          <p:cNvSpPr>
            <a:spLocks noGrp="1"/>
          </p:cNvSpPr>
          <p:nvPr>
            <p:ph type="body" sz="quarter" idx="11" hasCustomPrompt="1"/>
          </p:nvPr>
        </p:nvSpPr>
        <p:spPr>
          <a:xfrm>
            <a:off x="452438" y="689252"/>
            <a:ext cx="8229600" cy="190376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accent3"/>
                </a:solidFill>
                <a:latin typeface="Lato Light"/>
                <a:cs typeface="Lato Light"/>
              </a:defRPr>
            </a:lvl1pPr>
          </a:lstStyle>
          <a:p>
            <a:pPr lvl="0"/>
            <a:r>
              <a:rPr lang="es-ES_tradnl" dirty="0" err="1"/>
              <a:t>Subtitle</a:t>
            </a:r>
            <a:r>
              <a:rPr lang="es-ES_tradnl" dirty="0"/>
              <a:t> </a:t>
            </a:r>
            <a:r>
              <a:rPr lang="es-ES_tradnl" dirty="0" err="1"/>
              <a:t>Example</a:t>
            </a:r>
            <a:endParaRPr lang="es-ES_tradnl" dirty="0"/>
          </a:p>
        </p:txBody>
      </p:sp>
      <p:sp>
        <p:nvSpPr>
          <p:cNvPr id="3" name="Rounded Rectangle 2"/>
          <p:cNvSpPr/>
          <p:nvPr userDrawn="1"/>
        </p:nvSpPr>
        <p:spPr>
          <a:xfrm>
            <a:off x="452438" y="1429481"/>
            <a:ext cx="652462" cy="652462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 Placeholder 7"/>
          <p:cNvSpPr>
            <a:spLocks noGrp="1"/>
          </p:cNvSpPr>
          <p:nvPr>
            <p:ph type="body" sz="quarter" idx="39" hasCustomPrompt="1"/>
          </p:nvPr>
        </p:nvSpPr>
        <p:spPr>
          <a:xfrm>
            <a:off x="513294" y="1467581"/>
            <a:ext cx="528106" cy="562099"/>
          </a:xfrm>
          <a:prstGeom prst="rect">
            <a:avLst/>
          </a:prstGeom>
        </p:spPr>
        <p:txBody>
          <a:bodyPr vert="horz" lIns="0" tIns="103884" rIns="0" bIns="103884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>
                <a:solidFill>
                  <a:schemeClr val="bg1"/>
                </a:solidFill>
                <a:latin typeface="FontAwesome"/>
                <a:cs typeface="FontAwesome"/>
              </a:defRPr>
            </a:lvl1pPr>
          </a:lstStyle>
          <a:p>
            <a:pPr lvl="0"/>
            <a:r>
              <a:rPr lang="es-ES_tradnl" dirty="0" err="1"/>
              <a:t>icon</a:t>
            </a:r>
            <a:endParaRPr lang="es-ES_tradnl" dirty="0"/>
          </a:p>
        </p:txBody>
      </p:sp>
      <p:sp>
        <p:nvSpPr>
          <p:cNvPr id="26" name="Text Placeholder 7"/>
          <p:cNvSpPr>
            <a:spLocks noGrp="1"/>
          </p:cNvSpPr>
          <p:nvPr>
            <p:ph type="body" sz="quarter" idx="19" hasCustomPrompt="1"/>
          </p:nvPr>
        </p:nvSpPr>
        <p:spPr>
          <a:xfrm>
            <a:off x="1354138" y="1429481"/>
            <a:ext cx="1465259" cy="190376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>
                    <a:lumMod val="50000"/>
                    <a:lumOff val="50000"/>
                  </a:schemeClr>
                </a:solidFill>
                <a:latin typeface="Lato Regular"/>
                <a:cs typeface="Lato Regular"/>
              </a:defRPr>
            </a:lvl1pPr>
          </a:lstStyle>
          <a:p>
            <a:pPr lvl="0"/>
            <a:r>
              <a:rPr lang="es-ES_tradnl" dirty="0" err="1"/>
              <a:t>Subtitle</a:t>
            </a:r>
            <a:r>
              <a:rPr lang="es-ES_tradnl" dirty="0"/>
              <a:t> </a:t>
            </a:r>
            <a:r>
              <a:rPr lang="es-ES_tradnl" dirty="0" err="1"/>
              <a:t>Example</a:t>
            </a:r>
            <a:endParaRPr lang="es-ES_tradnl" dirty="0"/>
          </a:p>
        </p:txBody>
      </p:sp>
      <p:sp>
        <p:nvSpPr>
          <p:cNvPr id="27" name="Text Placeholder 2"/>
          <p:cNvSpPr>
            <a:spLocks noGrp="1"/>
          </p:cNvSpPr>
          <p:nvPr>
            <p:ph type="body" sz="quarter" idx="16" hasCustomPrompt="1"/>
          </p:nvPr>
        </p:nvSpPr>
        <p:spPr>
          <a:xfrm>
            <a:off x="1354139" y="1687591"/>
            <a:ext cx="3090861" cy="649977"/>
          </a:xfrm>
          <a:prstGeom prst="rect">
            <a:avLst/>
          </a:prstGeom>
        </p:spPr>
        <p:txBody>
          <a:bodyPr vert="horz" lIns="0" tIns="0" rIns="0" bIns="0"/>
          <a:lstStyle>
            <a:lvl1pPr marL="0" indent="0" algn="l">
              <a:lnSpc>
                <a:spcPct val="130000"/>
              </a:lnSpc>
              <a:buNone/>
              <a:defRPr sz="900" baseline="0">
                <a:solidFill>
                  <a:schemeClr val="tx1">
                    <a:lumMod val="50000"/>
                    <a:lumOff val="50000"/>
                  </a:schemeClr>
                </a:solidFill>
                <a:latin typeface="Lato Regular"/>
                <a:cs typeface="Lato Regular"/>
              </a:defRPr>
            </a:lvl1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tortor</a:t>
            </a:r>
            <a:r>
              <a:rPr lang="en-US" dirty="0"/>
              <a:t>, </a:t>
            </a:r>
            <a:r>
              <a:rPr lang="en-US" dirty="0" err="1"/>
              <a:t>mattis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dapibus</a:t>
            </a:r>
            <a:r>
              <a:rPr lang="en-US" dirty="0"/>
              <a:t> vitae, </a:t>
            </a:r>
            <a:r>
              <a:rPr lang="en-US" dirty="0" err="1"/>
              <a:t>euismod</a:t>
            </a:r>
            <a:r>
              <a:rPr lang="en-US" dirty="0"/>
              <a:t>  </a:t>
            </a:r>
            <a:r>
              <a:rPr lang="en-US" dirty="0" err="1"/>
              <a:t>purusaecenas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lacus </a:t>
            </a:r>
            <a:r>
              <a:rPr lang="en-US" dirty="0" err="1"/>
              <a:t>nec</a:t>
            </a:r>
            <a:r>
              <a:rPr lang="en-US" dirty="0"/>
              <a:t> </a:t>
            </a:r>
            <a:r>
              <a:rPr lang="en-US" dirty="0" err="1"/>
              <a:t>mauris</a:t>
            </a:r>
            <a:r>
              <a:rPr lang="en-US" dirty="0"/>
              <a:t> </a:t>
            </a:r>
            <a:r>
              <a:rPr lang="en-US" dirty="0" err="1"/>
              <a:t>feugiat</a:t>
            </a:r>
            <a:r>
              <a:rPr lang="en-US" dirty="0"/>
              <a:t> </a:t>
            </a:r>
            <a:r>
              <a:rPr lang="en-US" dirty="0" err="1"/>
              <a:t>tristique</a:t>
            </a:r>
            <a:r>
              <a:rPr lang="en-US" dirty="0"/>
              <a:t> et in </a:t>
            </a:r>
            <a:r>
              <a:rPr lang="en-US" dirty="0" err="1"/>
              <a:t>metus</a:t>
            </a:r>
            <a:r>
              <a:rPr lang="en-US" dirty="0"/>
              <a:t>. </a:t>
            </a:r>
          </a:p>
        </p:txBody>
      </p:sp>
      <p:sp>
        <p:nvSpPr>
          <p:cNvPr id="28" name="Rounded Rectangle 27"/>
          <p:cNvSpPr/>
          <p:nvPr userDrawn="1"/>
        </p:nvSpPr>
        <p:spPr>
          <a:xfrm>
            <a:off x="4689476" y="1429481"/>
            <a:ext cx="652462" cy="652462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ext Placeholder 7"/>
          <p:cNvSpPr>
            <a:spLocks noGrp="1"/>
          </p:cNvSpPr>
          <p:nvPr>
            <p:ph type="body" sz="quarter" idx="40" hasCustomPrompt="1"/>
          </p:nvPr>
        </p:nvSpPr>
        <p:spPr>
          <a:xfrm>
            <a:off x="4750332" y="1467581"/>
            <a:ext cx="528106" cy="562099"/>
          </a:xfrm>
          <a:prstGeom prst="rect">
            <a:avLst/>
          </a:prstGeom>
        </p:spPr>
        <p:txBody>
          <a:bodyPr vert="horz" lIns="0" tIns="103884" rIns="0" bIns="103884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>
                <a:solidFill>
                  <a:schemeClr val="bg1"/>
                </a:solidFill>
                <a:latin typeface="FontAwesome"/>
                <a:cs typeface="FontAwesome"/>
              </a:defRPr>
            </a:lvl1pPr>
          </a:lstStyle>
          <a:p>
            <a:pPr lvl="0"/>
            <a:r>
              <a:rPr lang="es-ES_tradnl" dirty="0" err="1"/>
              <a:t>icon</a:t>
            </a:r>
            <a:endParaRPr lang="es-ES_tradnl" dirty="0"/>
          </a:p>
        </p:txBody>
      </p:sp>
      <p:sp>
        <p:nvSpPr>
          <p:cNvPr id="30" name="Text Placeholder 7"/>
          <p:cNvSpPr>
            <a:spLocks noGrp="1"/>
          </p:cNvSpPr>
          <p:nvPr>
            <p:ph type="body" sz="quarter" idx="41" hasCustomPrompt="1"/>
          </p:nvPr>
        </p:nvSpPr>
        <p:spPr>
          <a:xfrm>
            <a:off x="5591176" y="1429481"/>
            <a:ext cx="1465259" cy="190376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>
                    <a:lumMod val="50000"/>
                    <a:lumOff val="50000"/>
                  </a:schemeClr>
                </a:solidFill>
                <a:latin typeface="Lato Regular"/>
                <a:cs typeface="Lato Regular"/>
              </a:defRPr>
            </a:lvl1pPr>
          </a:lstStyle>
          <a:p>
            <a:pPr lvl="0"/>
            <a:r>
              <a:rPr lang="es-ES_tradnl" dirty="0" err="1"/>
              <a:t>Subtitle</a:t>
            </a:r>
            <a:r>
              <a:rPr lang="es-ES_tradnl" dirty="0"/>
              <a:t> </a:t>
            </a:r>
            <a:r>
              <a:rPr lang="es-ES_tradnl" dirty="0" err="1"/>
              <a:t>Example</a:t>
            </a:r>
            <a:endParaRPr lang="es-ES_tradnl" dirty="0"/>
          </a:p>
        </p:txBody>
      </p:sp>
      <p:sp>
        <p:nvSpPr>
          <p:cNvPr id="31" name="Text Placeholder 2"/>
          <p:cNvSpPr>
            <a:spLocks noGrp="1"/>
          </p:cNvSpPr>
          <p:nvPr>
            <p:ph type="body" sz="quarter" idx="42" hasCustomPrompt="1"/>
          </p:nvPr>
        </p:nvSpPr>
        <p:spPr>
          <a:xfrm>
            <a:off x="5591177" y="1687591"/>
            <a:ext cx="3090861" cy="649977"/>
          </a:xfrm>
          <a:prstGeom prst="rect">
            <a:avLst/>
          </a:prstGeom>
        </p:spPr>
        <p:txBody>
          <a:bodyPr vert="horz" lIns="0" tIns="0" rIns="0" bIns="0"/>
          <a:lstStyle>
            <a:lvl1pPr marL="0" indent="0" algn="l">
              <a:lnSpc>
                <a:spcPct val="130000"/>
              </a:lnSpc>
              <a:buNone/>
              <a:defRPr sz="900" baseline="0">
                <a:solidFill>
                  <a:schemeClr val="tx1">
                    <a:lumMod val="50000"/>
                    <a:lumOff val="50000"/>
                  </a:schemeClr>
                </a:solidFill>
                <a:latin typeface="Lato Regular"/>
                <a:cs typeface="Lato Regular"/>
              </a:defRPr>
            </a:lvl1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tortor</a:t>
            </a:r>
            <a:r>
              <a:rPr lang="en-US" dirty="0"/>
              <a:t>, </a:t>
            </a:r>
            <a:r>
              <a:rPr lang="en-US" dirty="0" err="1"/>
              <a:t>mattis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dapibus</a:t>
            </a:r>
            <a:r>
              <a:rPr lang="en-US" dirty="0"/>
              <a:t> vitae, </a:t>
            </a:r>
            <a:r>
              <a:rPr lang="en-US" dirty="0" err="1"/>
              <a:t>euismod</a:t>
            </a:r>
            <a:r>
              <a:rPr lang="en-US" dirty="0"/>
              <a:t>  </a:t>
            </a:r>
            <a:r>
              <a:rPr lang="en-US" dirty="0" err="1"/>
              <a:t>purusaecenas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lacus </a:t>
            </a:r>
            <a:r>
              <a:rPr lang="en-US" dirty="0" err="1"/>
              <a:t>nec</a:t>
            </a:r>
            <a:r>
              <a:rPr lang="en-US" dirty="0"/>
              <a:t> </a:t>
            </a:r>
            <a:r>
              <a:rPr lang="en-US" dirty="0" err="1"/>
              <a:t>mauris</a:t>
            </a:r>
            <a:r>
              <a:rPr lang="en-US" dirty="0"/>
              <a:t> </a:t>
            </a:r>
            <a:r>
              <a:rPr lang="en-US" dirty="0" err="1"/>
              <a:t>feugiat</a:t>
            </a:r>
            <a:r>
              <a:rPr lang="en-US" dirty="0"/>
              <a:t> </a:t>
            </a:r>
            <a:r>
              <a:rPr lang="en-US" dirty="0" err="1"/>
              <a:t>tristique</a:t>
            </a:r>
            <a:r>
              <a:rPr lang="en-US" dirty="0"/>
              <a:t> et in </a:t>
            </a:r>
            <a:r>
              <a:rPr lang="en-US" dirty="0" err="1"/>
              <a:t>metus</a:t>
            </a:r>
            <a:r>
              <a:rPr lang="en-US" dirty="0"/>
              <a:t>. </a:t>
            </a:r>
          </a:p>
        </p:txBody>
      </p:sp>
      <p:sp>
        <p:nvSpPr>
          <p:cNvPr id="32" name="Rounded Rectangle 31"/>
          <p:cNvSpPr/>
          <p:nvPr userDrawn="1"/>
        </p:nvSpPr>
        <p:spPr>
          <a:xfrm>
            <a:off x="452438" y="2661381"/>
            <a:ext cx="652462" cy="652462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ext Placeholder 7"/>
          <p:cNvSpPr>
            <a:spLocks noGrp="1"/>
          </p:cNvSpPr>
          <p:nvPr>
            <p:ph type="body" sz="quarter" idx="43" hasCustomPrompt="1"/>
          </p:nvPr>
        </p:nvSpPr>
        <p:spPr>
          <a:xfrm>
            <a:off x="513294" y="2699481"/>
            <a:ext cx="528106" cy="562099"/>
          </a:xfrm>
          <a:prstGeom prst="rect">
            <a:avLst/>
          </a:prstGeom>
        </p:spPr>
        <p:txBody>
          <a:bodyPr vert="horz" lIns="0" tIns="103884" rIns="0" bIns="103884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>
                <a:solidFill>
                  <a:schemeClr val="bg1"/>
                </a:solidFill>
                <a:latin typeface="FontAwesome"/>
                <a:cs typeface="FontAwesome"/>
              </a:defRPr>
            </a:lvl1pPr>
          </a:lstStyle>
          <a:p>
            <a:pPr lvl="0"/>
            <a:r>
              <a:rPr lang="es-ES_tradnl" dirty="0" err="1"/>
              <a:t>icon</a:t>
            </a:r>
            <a:endParaRPr lang="es-ES_tradnl" dirty="0"/>
          </a:p>
        </p:txBody>
      </p:sp>
      <p:sp>
        <p:nvSpPr>
          <p:cNvPr id="34" name="Text Placeholder 7"/>
          <p:cNvSpPr>
            <a:spLocks noGrp="1"/>
          </p:cNvSpPr>
          <p:nvPr>
            <p:ph type="body" sz="quarter" idx="44" hasCustomPrompt="1"/>
          </p:nvPr>
        </p:nvSpPr>
        <p:spPr>
          <a:xfrm>
            <a:off x="1354138" y="2661381"/>
            <a:ext cx="1465259" cy="190376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>
                    <a:lumMod val="50000"/>
                    <a:lumOff val="50000"/>
                  </a:schemeClr>
                </a:solidFill>
                <a:latin typeface="Lato Regular"/>
                <a:cs typeface="Lato Regular"/>
              </a:defRPr>
            </a:lvl1pPr>
          </a:lstStyle>
          <a:p>
            <a:pPr lvl="0"/>
            <a:r>
              <a:rPr lang="es-ES_tradnl" dirty="0" err="1"/>
              <a:t>Subtitle</a:t>
            </a:r>
            <a:r>
              <a:rPr lang="es-ES_tradnl" dirty="0"/>
              <a:t> </a:t>
            </a:r>
            <a:r>
              <a:rPr lang="es-ES_tradnl" dirty="0" err="1"/>
              <a:t>Example</a:t>
            </a:r>
            <a:endParaRPr lang="es-ES_tradnl" dirty="0"/>
          </a:p>
        </p:txBody>
      </p:sp>
      <p:sp>
        <p:nvSpPr>
          <p:cNvPr id="35" name="Text Placeholder 2"/>
          <p:cNvSpPr>
            <a:spLocks noGrp="1"/>
          </p:cNvSpPr>
          <p:nvPr>
            <p:ph type="body" sz="quarter" idx="45" hasCustomPrompt="1"/>
          </p:nvPr>
        </p:nvSpPr>
        <p:spPr>
          <a:xfrm>
            <a:off x="1354139" y="2919491"/>
            <a:ext cx="3090861" cy="649977"/>
          </a:xfrm>
          <a:prstGeom prst="rect">
            <a:avLst/>
          </a:prstGeom>
        </p:spPr>
        <p:txBody>
          <a:bodyPr vert="horz" lIns="0" tIns="0" rIns="0" bIns="0"/>
          <a:lstStyle>
            <a:lvl1pPr marL="0" indent="0" algn="l">
              <a:lnSpc>
                <a:spcPct val="130000"/>
              </a:lnSpc>
              <a:buNone/>
              <a:defRPr sz="900" baseline="0">
                <a:solidFill>
                  <a:schemeClr val="tx1">
                    <a:lumMod val="50000"/>
                    <a:lumOff val="50000"/>
                  </a:schemeClr>
                </a:solidFill>
                <a:latin typeface="Lato Regular"/>
                <a:cs typeface="Lato Regular"/>
              </a:defRPr>
            </a:lvl1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tortor</a:t>
            </a:r>
            <a:r>
              <a:rPr lang="en-US" dirty="0"/>
              <a:t>, </a:t>
            </a:r>
            <a:r>
              <a:rPr lang="en-US" dirty="0" err="1"/>
              <a:t>mattis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dapibus</a:t>
            </a:r>
            <a:r>
              <a:rPr lang="en-US" dirty="0"/>
              <a:t> vitae, </a:t>
            </a:r>
            <a:r>
              <a:rPr lang="en-US" dirty="0" err="1"/>
              <a:t>euismod</a:t>
            </a:r>
            <a:r>
              <a:rPr lang="en-US" dirty="0"/>
              <a:t>  </a:t>
            </a:r>
            <a:r>
              <a:rPr lang="en-US" dirty="0" err="1"/>
              <a:t>purusaecenas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lacus </a:t>
            </a:r>
            <a:r>
              <a:rPr lang="en-US" dirty="0" err="1"/>
              <a:t>nec</a:t>
            </a:r>
            <a:r>
              <a:rPr lang="en-US" dirty="0"/>
              <a:t> </a:t>
            </a:r>
            <a:r>
              <a:rPr lang="en-US" dirty="0" err="1"/>
              <a:t>mauris</a:t>
            </a:r>
            <a:r>
              <a:rPr lang="en-US" dirty="0"/>
              <a:t> </a:t>
            </a:r>
            <a:r>
              <a:rPr lang="en-US" dirty="0" err="1"/>
              <a:t>feugiat</a:t>
            </a:r>
            <a:r>
              <a:rPr lang="en-US" dirty="0"/>
              <a:t> </a:t>
            </a:r>
            <a:r>
              <a:rPr lang="en-US" dirty="0" err="1"/>
              <a:t>tristique</a:t>
            </a:r>
            <a:r>
              <a:rPr lang="en-US" dirty="0"/>
              <a:t> et in </a:t>
            </a:r>
            <a:r>
              <a:rPr lang="en-US" dirty="0" err="1"/>
              <a:t>metus</a:t>
            </a:r>
            <a:r>
              <a:rPr lang="en-US" dirty="0"/>
              <a:t>. </a:t>
            </a:r>
          </a:p>
        </p:txBody>
      </p:sp>
      <p:sp>
        <p:nvSpPr>
          <p:cNvPr id="36" name="Rounded Rectangle 35"/>
          <p:cNvSpPr/>
          <p:nvPr userDrawn="1"/>
        </p:nvSpPr>
        <p:spPr>
          <a:xfrm>
            <a:off x="4689476" y="2661381"/>
            <a:ext cx="652462" cy="652462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Text Placeholder 7"/>
          <p:cNvSpPr>
            <a:spLocks noGrp="1"/>
          </p:cNvSpPr>
          <p:nvPr>
            <p:ph type="body" sz="quarter" idx="46" hasCustomPrompt="1"/>
          </p:nvPr>
        </p:nvSpPr>
        <p:spPr>
          <a:xfrm>
            <a:off x="4750332" y="2699481"/>
            <a:ext cx="528106" cy="562099"/>
          </a:xfrm>
          <a:prstGeom prst="rect">
            <a:avLst/>
          </a:prstGeom>
        </p:spPr>
        <p:txBody>
          <a:bodyPr vert="horz" lIns="0" tIns="103884" rIns="0" bIns="103884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>
                <a:solidFill>
                  <a:schemeClr val="bg1"/>
                </a:solidFill>
                <a:latin typeface="FontAwesome"/>
                <a:cs typeface="FontAwesome"/>
              </a:defRPr>
            </a:lvl1pPr>
          </a:lstStyle>
          <a:p>
            <a:pPr lvl="0"/>
            <a:r>
              <a:rPr lang="es-ES_tradnl" dirty="0" err="1"/>
              <a:t>icon</a:t>
            </a:r>
            <a:endParaRPr lang="es-ES_tradnl" dirty="0"/>
          </a:p>
        </p:txBody>
      </p:sp>
      <p:sp>
        <p:nvSpPr>
          <p:cNvPr id="38" name="Text Placeholder 7"/>
          <p:cNvSpPr>
            <a:spLocks noGrp="1"/>
          </p:cNvSpPr>
          <p:nvPr>
            <p:ph type="body" sz="quarter" idx="47" hasCustomPrompt="1"/>
          </p:nvPr>
        </p:nvSpPr>
        <p:spPr>
          <a:xfrm>
            <a:off x="5591176" y="2661381"/>
            <a:ext cx="1465259" cy="190376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>
                    <a:lumMod val="50000"/>
                    <a:lumOff val="50000"/>
                  </a:schemeClr>
                </a:solidFill>
                <a:latin typeface="Lato Regular"/>
                <a:cs typeface="Lato Regular"/>
              </a:defRPr>
            </a:lvl1pPr>
          </a:lstStyle>
          <a:p>
            <a:pPr lvl="0"/>
            <a:r>
              <a:rPr lang="es-ES_tradnl" dirty="0" err="1"/>
              <a:t>Subtitle</a:t>
            </a:r>
            <a:r>
              <a:rPr lang="es-ES_tradnl" dirty="0"/>
              <a:t> </a:t>
            </a:r>
            <a:r>
              <a:rPr lang="es-ES_tradnl" dirty="0" err="1"/>
              <a:t>Example</a:t>
            </a:r>
            <a:endParaRPr lang="es-ES_tradnl" dirty="0"/>
          </a:p>
        </p:txBody>
      </p:sp>
      <p:sp>
        <p:nvSpPr>
          <p:cNvPr id="39" name="Text Placeholder 2"/>
          <p:cNvSpPr>
            <a:spLocks noGrp="1"/>
          </p:cNvSpPr>
          <p:nvPr>
            <p:ph type="body" sz="quarter" idx="48" hasCustomPrompt="1"/>
          </p:nvPr>
        </p:nvSpPr>
        <p:spPr>
          <a:xfrm>
            <a:off x="5591177" y="2919491"/>
            <a:ext cx="3090861" cy="649977"/>
          </a:xfrm>
          <a:prstGeom prst="rect">
            <a:avLst/>
          </a:prstGeom>
        </p:spPr>
        <p:txBody>
          <a:bodyPr vert="horz" lIns="0" tIns="0" rIns="0" bIns="0"/>
          <a:lstStyle>
            <a:lvl1pPr marL="0" indent="0" algn="l">
              <a:lnSpc>
                <a:spcPct val="130000"/>
              </a:lnSpc>
              <a:buNone/>
              <a:defRPr sz="900" baseline="0">
                <a:solidFill>
                  <a:schemeClr val="tx1">
                    <a:lumMod val="50000"/>
                    <a:lumOff val="50000"/>
                  </a:schemeClr>
                </a:solidFill>
                <a:latin typeface="Lato Regular"/>
                <a:cs typeface="Lato Regular"/>
              </a:defRPr>
            </a:lvl1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tortor</a:t>
            </a:r>
            <a:r>
              <a:rPr lang="en-US" dirty="0"/>
              <a:t>, </a:t>
            </a:r>
            <a:r>
              <a:rPr lang="en-US" dirty="0" err="1"/>
              <a:t>mattis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dapibus</a:t>
            </a:r>
            <a:r>
              <a:rPr lang="en-US" dirty="0"/>
              <a:t> vitae, </a:t>
            </a:r>
            <a:r>
              <a:rPr lang="en-US" dirty="0" err="1"/>
              <a:t>euismod</a:t>
            </a:r>
            <a:r>
              <a:rPr lang="en-US" dirty="0"/>
              <a:t>  </a:t>
            </a:r>
            <a:r>
              <a:rPr lang="en-US" dirty="0" err="1"/>
              <a:t>purusaecenas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lacus </a:t>
            </a:r>
            <a:r>
              <a:rPr lang="en-US" dirty="0" err="1"/>
              <a:t>nec</a:t>
            </a:r>
            <a:r>
              <a:rPr lang="en-US" dirty="0"/>
              <a:t> </a:t>
            </a:r>
            <a:r>
              <a:rPr lang="en-US" dirty="0" err="1"/>
              <a:t>mauris</a:t>
            </a:r>
            <a:r>
              <a:rPr lang="en-US" dirty="0"/>
              <a:t> </a:t>
            </a:r>
            <a:r>
              <a:rPr lang="en-US" dirty="0" err="1"/>
              <a:t>feugiat</a:t>
            </a:r>
            <a:r>
              <a:rPr lang="en-US" dirty="0"/>
              <a:t> </a:t>
            </a:r>
            <a:r>
              <a:rPr lang="en-US" dirty="0" err="1"/>
              <a:t>tristique</a:t>
            </a:r>
            <a:r>
              <a:rPr lang="en-US" dirty="0"/>
              <a:t> et in </a:t>
            </a:r>
            <a:r>
              <a:rPr lang="en-US" dirty="0" err="1"/>
              <a:t>metus</a:t>
            </a:r>
            <a:r>
              <a:rPr lang="en-US" dirty="0"/>
              <a:t>. </a:t>
            </a:r>
          </a:p>
        </p:txBody>
      </p:sp>
      <p:sp>
        <p:nvSpPr>
          <p:cNvPr id="40" name="Rounded Rectangle 39"/>
          <p:cNvSpPr/>
          <p:nvPr userDrawn="1"/>
        </p:nvSpPr>
        <p:spPr>
          <a:xfrm>
            <a:off x="452438" y="3893281"/>
            <a:ext cx="652462" cy="652462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Text Placeholder 7"/>
          <p:cNvSpPr>
            <a:spLocks noGrp="1"/>
          </p:cNvSpPr>
          <p:nvPr>
            <p:ph type="body" sz="quarter" idx="49" hasCustomPrompt="1"/>
          </p:nvPr>
        </p:nvSpPr>
        <p:spPr>
          <a:xfrm>
            <a:off x="513294" y="3931381"/>
            <a:ext cx="528106" cy="562099"/>
          </a:xfrm>
          <a:prstGeom prst="rect">
            <a:avLst/>
          </a:prstGeom>
        </p:spPr>
        <p:txBody>
          <a:bodyPr vert="horz" lIns="0" tIns="103884" rIns="0" bIns="103884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>
                <a:solidFill>
                  <a:schemeClr val="bg1"/>
                </a:solidFill>
                <a:latin typeface="FontAwesome"/>
                <a:cs typeface="FontAwesome"/>
              </a:defRPr>
            </a:lvl1pPr>
          </a:lstStyle>
          <a:p>
            <a:pPr lvl="0"/>
            <a:r>
              <a:rPr lang="es-ES_tradnl" dirty="0" err="1"/>
              <a:t>icon</a:t>
            </a:r>
            <a:endParaRPr lang="es-ES_tradnl" dirty="0"/>
          </a:p>
        </p:txBody>
      </p:sp>
      <p:sp>
        <p:nvSpPr>
          <p:cNvPr id="42" name="Text Placeholder 7"/>
          <p:cNvSpPr>
            <a:spLocks noGrp="1"/>
          </p:cNvSpPr>
          <p:nvPr>
            <p:ph type="body" sz="quarter" idx="50" hasCustomPrompt="1"/>
          </p:nvPr>
        </p:nvSpPr>
        <p:spPr>
          <a:xfrm>
            <a:off x="1354138" y="3893281"/>
            <a:ext cx="1465259" cy="190376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>
                    <a:lumMod val="50000"/>
                    <a:lumOff val="50000"/>
                  </a:schemeClr>
                </a:solidFill>
                <a:latin typeface="Lato Regular"/>
                <a:cs typeface="Lato Regular"/>
              </a:defRPr>
            </a:lvl1pPr>
          </a:lstStyle>
          <a:p>
            <a:pPr lvl="0"/>
            <a:r>
              <a:rPr lang="es-ES_tradnl" dirty="0" err="1"/>
              <a:t>Subtitle</a:t>
            </a:r>
            <a:r>
              <a:rPr lang="es-ES_tradnl" dirty="0"/>
              <a:t> </a:t>
            </a:r>
            <a:r>
              <a:rPr lang="es-ES_tradnl" dirty="0" err="1"/>
              <a:t>Example</a:t>
            </a:r>
            <a:endParaRPr lang="es-ES_tradnl" dirty="0"/>
          </a:p>
        </p:txBody>
      </p:sp>
      <p:sp>
        <p:nvSpPr>
          <p:cNvPr id="43" name="Text Placeholder 2"/>
          <p:cNvSpPr>
            <a:spLocks noGrp="1"/>
          </p:cNvSpPr>
          <p:nvPr>
            <p:ph type="body" sz="quarter" idx="51" hasCustomPrompt="1"/>
          </p:nvPr>
        </p:nvSpPr>
        <p:spPr>
          <a:xfrm>
            <a:off x="1354139" y="4151391"/>
            <a:ext cx="3090861" cy="649977"/>
          </a:xfrm>
          <a:prstGeom prst="rect">
            <a:avLst/>
          </a:prstGeom>
        </p:spPr>
        <p:txBody>
          <a:bodyPr vert="horz" lIns="0" tIns="0" rIns="0" bIns="0"/>
          <a:lstStyle>
            <a:lvl1pPr marL="0" indent="0" algn="l">
              <a:lnSpc>
                <a:spcPct val="130000"/>
              </a:lnSpc>
              <a:buNone/>
              <a:defRPr sz="900" baseline="0">
                <a:solidFill>
                  <a:schemeClr val="tx1">
                    <a:lumMod val="50000"/>
                    <a:lumOff val="50000"/>
                  </a:schemeClr>
                </a:solidFill>
                <a:latin typeface="Lato Regular"/>
                <a:cs typeface="Lato Regular"/>
              </a:defRPr>
            </a:lvl1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tortor</a:t>
            </a:r>
            <a:r>
              <a:rPr lang="en-US" dirty="0"/>
              <a:t>, </a:t>
            </a:r>
            <a:r>
              <a:rPr lang="en-US" dirty="0" err="1"/>
              <a:t>mattis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dapibus</a:t>
            </a:r>
            <a:r>
              <a:rPr lang="en-US" dirty="0"/>
              <a:t> vitae, </a:t>
            </a:r>
            <a:r>
              <a:rPr lang="en-US" dirty="0" err="1"/>
              <a:t>euismod</a:t>
            </a:r>
            <a:r>
              <a:rPr lang="en-US" dirty="0"/>
              <a:t>  </a:t>
            </a:r>
            <a:r>
              <a:rPr lang="en-US" dirty="0" err="1"/>
              <a:t>purusaecenas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lacus </a:t>
            </a:r>
            <a:r>
              <a:rPr lang="en-US" dirty="0" err="1"/>
              <a:t>nec</a:t>
            </a:r>
            <a:r>
              <a:rPr lang="en-US" dirty="0"/>
              <a:t> </a:t>
            </a:r>
            <a:r>
              <a:rPr lang="en-US" dirty="0" err="1"/>
              <a:t>mauris</a:t>
            </a:r>
            <a:r>
              <a:rPr lang="en-US" dirty="0"/>
              <a:t> </a:t>
            </a:r>
            <a:r>
              <a:rPr lang="en-US" dirty="0" err="1"/>
              <a:t>feugiat</a:t>
            </a:r>
            <a:r>
              <a:rPr lang="en-US" dirty="0"/>
              <a:t> </a:t>
            </a:r>
            <a:r>
              <a:rPr lang="en-US" dirty="0" err="1"/>
              <a:t>tristique</a:t>
            </a:r>
            <a:r>
              <a:rPr lang="en-US" dirty="0"/>
              <a:t> et in </a:t>
            </a:r>
            <a:r>
              <a:rPr lang="en-US" dirty="0" err="1"/>
              <a:t>metus</a:t>
            </a:r>
            <a:r>
              <a:rPr lang="en-US" dirty="0"/>
              <a:t>. </a:t>
            </a:r>
          </a:p>
        </p:txBody>
      </p:sp>
      <p:sp>
        <p:nvSpPr>
          <p:cNvPr id="44" name="Rounded Rectangle 43"/>
          <p:cNvSpPr/>
          <p:nvPr userDrawn="1"/>
        </p:nvSpPr>
        <p:spPr>
          <a:xfrm>
            <a:off x="4689476" y="3893281"/>
            <a:ext cx="652462" cy="652462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Text Placeholder 7"/>
          <p:cNvSpPr>
            <a:spLocks noGrp="1"/>
          </p:cNvSpPr>
          <p:nvPr>
            <p:ph type="body" sz="quarter" idx="52" hasCustomPrompt="1"/>
          </p:nvPr>
        </p:nvSpPr>
        <p:spPr>
          <a:xfrm>
            <a:off x="4750332" y="3931381"/>
            <a:ext cx="528106" cy="562099"/>
          </a:xfrm>
          <a:prstGeom prst="rect">
            <a:avLst/>
          </a:prstGeom>
        </p:spPr>
        <p:txBody>
          <a:bodyPr vert="horz" lIns="0" tIns="103884" rIns="0" bIns="103884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>
                <a:solidFill>
                  <a:schemeClr val="bg1"/>
                </a:solidFill>
                <a:latin typeface="FontAwesome"/>
                <a:cs typeface="FontAwesome"/>
              </a:defRPr>
            </a:lvl1pPr>
          </a:lstStyle>
          <a:p>
            <a:pPr lvl="0"/>
            <a:r>
              <a:rPr lang="es-ES_tradnl" dirty="0" err="1"/>
              <a:t>icon</a:t>
            </a:r>
            <a:endParaRPr lang="es-ES_tradnl" dirty="0"/>
          </a:p>
        </p:txBody>
      </p:sp>
      <p:sp>
        <p:nvSpPr>
          <p:cNvPr id="46" name="Text Placeholder 7"/>
          <p:cNvSpPr>
            <a:spLocks noGrp="1"/>
          </p:cNvSpPr>
          <p:nvPr>
            <p:ph type="body" sz="quarter" idx="53" hasCustomPrompt="1"/>
          </p:nvPr>
        </p:nvSpPr>
        <p:spPr>
          <a:xfrm>
            <a:off x="5591176" y="3893281"/>
            <a:ext cx="1465259" cy="190376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>
                    <a:lumMod val="50000"/>
                    <a:lumOff val="50000"/>
                  </a:schemeClr>
                </a:solidFill>
                <a:latin typeface="Lato Regular"/>
                <a:cs typeface="Lato Regular"/>
              </a:defRPr>
            </a:lvl1pPr>
          </a:lstStyle>
          <a:p>
            <a:pPr lvl="0"/>
            <a:r>
              <a:rPr lang="es-ES_tradnl" dirty="0" err="1"/>
              <a:t>Subtitle</a:t>
            </a:r>
            <a:r>
              <a:rPr lang="es-ES_tradnl" dirty="0"/>
              <a:t> </a:t>
            </a:r>
            <a:r>
              <a:rPr lang="es-ES_tradnl" dirty="0" err="1"/>
              <a:t>Example</a:t>
            </a:r>
            <a:endParaRPr lang="es-ES_tradnl" dirty="0"/>
          </a:p>
        </p:txBody>
      </p:sp>
      <p:sp>
        <p:nvSpPr>
          <p:cNvPr id="47" name="Text Placeholder 2"/>
          <p:cNvSpPr>
            <a:spLocks noGrp="1"/>
          </p:cNvSpPr>
          <p:nvPr>
            <p:ph type="body" sz="quarter" idx="54" hasCustomPrompt="1"/>
          </p:nvPr>
        </p:nvSpPr>
        <p:spPr>
          <a:xfrm>
            <a:off x="5591177" y="4151391"/>
            <a:ext cx="3090861" cy="649977"/>
          </a:xfrm>
          <a:prstGeom prst="rect">
            <a:avLst/>
          </a:prstGeom>
        </p:spPr>
        <p:txBody>
          <a:bodyPr vert="horz" lIns="0" tIns="0" rIns="0" bIns="0"/>
          <a:lstStyle>
            <a:lvl1pPr marL="0" indent="0" algn="l">
              <a:lnSpc>
                <a:spcPct val="130000"/>
              </a:lnSpc>
              <a:buNone/>
              <a:defRPr sz="900" baseline="0">
                <a:solidFill>
                  <a:schemeClr val="tx1">
                    <a:lumMod val="50000"/>
                    <a:lumOff val="50000"/>
                  </a:schemeClr>
                </a:solidFill>
                <a:latin typeface="Lato Regular"/>
                <a:cs typeface="Lato Regular"/>
              </a:defRPr>
            </a:lvl1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tortor</a:t>
            </a:r>
            <a:r>
              <a:rPr lang="en-US" dirty="0"/>
              <a:t>, </a:t>
            </a:r>
            <a:r>
              <a:rPr lang="en-US" dirty="0" err="1"/>
              <a:t>mattis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dapibus</a:t>
            </a:r>
            <a:r>
              <a:rPr lang="en-US" dirty="0"/>
              <a:t> vitae, </a:t>
            </a:r>
            <a:r>
              <a:rPr lang="en-US" dirty="0" err="1"/>
              <a:t>euismod</a:t>
            </a:r>
            <a:r>
              <a:rPr lang="en-US" dirty="0"/>
              <a:t>  </a:t>
            </a:r>
            <a:r>
              <a:rPr lang="en-US" dirty="0" err="1"/>
              <a:t>purusaecenas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lacus </a:t>
            </a:r>
            <a:r>
              <a:rPr lang="en-US" dirty="0" err="1"/>
              <a:t>nec</a:t>
            </a:r>
            <a:r>
              <a:rPr lang="en-US" dirty="0"/>
              <a:t> </a:t>
            </a:r>
            <a:r>
              <a:rPr lang="en-US" dirty="0" err="1"/>
              <a:t>mauris</a:t>
            </a:r>
            <a:r>
              <a:rPr lang="en-US" dirty="0"/>
              <a:t> </a:t>
            </a:r>
            <a:r>
              <a:rPr lang="en-US" dirty="0" err="1"/>
              <a:t>feugiat</a:t>
            </a:r>
            <a:r>
              <a:rPr lang="en-US" dirty="0"/>
              <a:t> </a:t>
            </a:r>
            <a:r>
              <a:rPr lang="en-US" dirty="0" err="1"/>
              <a:t>tristique</a:t>
            </a:r>
            <a:r>
              <a:rPr lang="en-US" dirty="0"/>
              <a:t> et in </a:t>
            </a:r>
            <a:r>
              <a:rPr lang="en-US" dirty="0" err="1"/>
              <a:t>metus</a:t>
            </a:r>
            <a:r>
              <a:rPr lang="en-US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35064713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4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700"/>
                            </p:stCondLst>
                            <p:childTnLst>
                              <p:par>
                                <p:cTn id="16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4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4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100"/>
                            </p:stCondLst>
                            <p:childTnLst>
                              <p:par>
                                <p:cTn id="2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3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3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2400"/>
                            </p:stCondLst>
                            <p:childTnLst>
                              <p:par>
                                <p:cTn id="36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4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4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2800"/>
                            </p:stCondLst>
                            <p:childTnLst>
                              <p:par>
                                <p:cTn id="4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300" fill="hold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300" fill="hold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300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4100"/>
                            </p:stCondLst>
                            <p:childTnLst>
                              <p:par>
                                <p:cTn id="56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" dur="4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4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4500"/>
                            </p:stCondLst>
                            <p:childTnLst>
                              <p:par>
                                <p:cTn id="6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4" dur="300" fill="hold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300" fill="hold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6" dur="300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5800"/>
                            </p:stCondLst>
                            <p:childTnLst>
                              <p:par>
                                <p:cTn id="76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8" dur="4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4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0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6200"/>
                            </p:stCondLst>
                            <p:childTnLst>
                              <p:par>
                                <p:cTn id="8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4" dur="300" fill="hold"/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300" fill="hold"/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6" dur="300"/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0" dur="500" fill="hold"/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500" fill="hold"/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>
                            <p:stCondLst>
                              <p:cond delay="7500"/>
                            </p:stCondLst>
                            <p:childTnLst>
                              <p:par>
                                <p:cTn id="96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8" dur="4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4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0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1" fill="hold">
                            <p:stCondLst>
                              <p:cond delay="7900"/>
                            </p:stCondLst>
                            <p:childTnLst>
                              <p:par>
                                <p:cTn id="10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4" dur="300" fill="hold"/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300" fill="hold"/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6" dur="300"/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0" dur="500" fill="hold"/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1" dur="500" fill="hold"/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2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500"/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5" fill="hold">
                            <p:stCondLst>
                              <p:cond delay="9200"/>
                            </p:stCondLst>
                            <p:childTnLst>
                              <p:par>
                                <p:cTn id="116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8" dur="4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9" dur="4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0" dur="4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1" fill="hold">
                            <p:stCondLst>
                              <p:cond delay="9600"/>
                            </p:stCondLst>
                            <p:childTnLst>
                              <p:par>
                                <p:cTn id="12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4" dur="300" fill="hold"/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5" dur="300" fill="hold"/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6" dur="300"/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500"/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0" dur="500" fill="hold"/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1" dur="500" fill="hold"/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2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4" dur="500"/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400"/>
                        <p:tgtEl>
                          <p:spTgt spid="8"/>
                        </p:tgtEl>
                      </p:cBhvr>
                    </p:animEffect>
                    <p:anim calcmode="lin" valueType="num">
                      <p:cBhvr>
                        <p:cTn dur="400" fill="hold"/>
                        <p:tgtEl>
                          <p:spTgt spid="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400" fill="hold"/>
                        <p:tgtEl>
                          <p:spTgt spid="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9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9"/>
                        </p:tgtEl>
                      </p:cBhvr>
                    </p:animEffect>
                    <p:anim calcmode="lin" valueType="num">
                      <p:cBhvr>
                        <p:cTn dur="500" fill="hold"/>
                        <p:tgtEl>
                          <p:spTgt spid="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" grpId="0" animBg="1"/>
      <p:bldP spid="13" grpId="0" build="p">
        <p:tmplLst>
          <p:tmpl lvl="1">
            <p:tnLst>
              <p:par>
                <p:cTn presetID="53" presetClass="entr" presetSubtype="16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300" fill="hold"/>
                        <p:tgtEl>
                          <p:spTgt spid="13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300" fill="hold"/>
                        <p:tgtEl>
                          <p:spTgt spid="13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300"/>
                        <p:tgtEl>
                          <p:spTgt spid="1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6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6"/>
                        </p:tgtEl>
                      </p:cBhvr>
                    </p:animEffect>
                    <p:anim calcmode="lin" valueType="num">
                      <p:cBhvr>
                        <p:cTn dur="500" fill="hold"/>
                        <p:tgtEl>
                          <p:spTgt spid="2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2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7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8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8" grpId="0" animBg="1"/>
      <p:bldP spid="29" grpId="0" build="p">
        <p:tmplLst>
          <p:tmpl lvl="1">
            <p:tnLst>
              <p:par>
                <p:cTn presetID="53" presetClass="entr" presetSubtype="16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300" fill="hold"/>
                        <p:tgtEl>
                          <p:spTgt spid="29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300" fill="hold"/>
                        <p:tgtEl>
                          <p:spTgt spid="29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300"/>
                        <p:tgtEl>
                          <p:spTgt spid="2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0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0"/>
                        </p:tgtEl>
                      </p:cBhvr>
                    </p:animEffect>
                    <p:anim calcmode="lin" valueType="num">
                      <p:cBhvr>
                        <p:cTn dur="500" fill="hold"/>
                        <p:tgtEl>
                          <p:spTgt spid="30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30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1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8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2" grpId="0" animBg="1"/>
      <p:bldP spid="33" grpId="0" build="p">
        <p:tmplLst>
          <p:tmpl lvl="1">
            <p:tnLst>
              <p:par>
                <p:cTn presetID="53" presetClass="entr" presetSubtype="16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300" fill="hold"/>
                        <p:tgtEl>
                          <p:spTgt spid="33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300" fill="hold"/>
                        <p:tgtEl>
                          <p:spTgt spid="33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300"/>
                        <p:tgtEl>
                          <p:spTgt spid="3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4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4"/>
                        </p:tgtEl>
                      </p:cBhvr>
                    </p:animEffect>
                    <p:anim calcmode="lin" valueType="num">
                      <p:cBhvr>
                        <p:cTn dur="500" fill="hold"/>
                        <p:tgtEl>
                          <p:spTgt spid="34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34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5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8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6" grpId="0" animBg="1"/>
      <p:bldP spid="37" grpId="0" build="p">
        <p:tmplLst>
          <p:tmpl lvl="1">
            <p:tnLst>
              <p:par>
                <p:cTn presetID="53" presetClass="entr" presetSubtype="16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300" fill="hold"/>
                        <p:tgtEl>
                          <p:spTgt spid="37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300" fill="hold"/>
                        <p:tgtEl>
                          <p:spTgt spid="37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300"/>
                        <p:tgtEl>
                          <p:spTgt spid="3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8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8"/>
                        </p:tgtEl>
                      </p:cBhvr>
                    </p:animEffect>
                    <p:anim calcmode="lin" valueType="num">
                      <p:cBhvr>
                        <p:cTn dur="500" fill="hold"/>
                        <p:tgtEl>
                          <p:spTgt spid="3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3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9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8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0" grpId="0" animBg="1"/>
      <p:bldP spid="41" grpId="0" build="p">
        <p:tmplLst>
          <p:tmpl lvl="1">
            <p:tnLst>
              <p:par>
                <p:cTn presetID="53" presetClass="entr" presetSubtype="16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300" fill="hold"/>
                        <p:tgtEl>
                          <p:spTgt spid="41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300" fill="hold"/>
                        <p:tgtEl>
                          <p:spTgt spid="41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300"/>
                        <p:tgtEl>
                          <p:spTgt spid="4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2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2"/>
                        </p:tgtEl>
                      </p:cBhvr>
                    </p:animEffect>
                    <p:anim calcmode="lin" valueType="num">
                      <p:cBhvr>
                        <p:cTn dur="500" fill="hold"/>
                        <p:tgtEl>
                          <p:spTgt spid="4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4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3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8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4" grpId="0" animBg="1"/>
      <p:bldP spid="45" grpId="0" build="p">
        <p:tmplLst>
          <p:tmpl lvl="1">
            <p:tnLst>
              <p:par>
                <p:cTn presetID="53" presetClass="entr" presetSubtype="16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300" fill="hold"/>
                        <p:tgtEl>
                          <p:spTgt spid="45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300" fill="hold"/>
                        <p:tgtEl>
                          <p:spTgt spid="45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300"/>
                        <p:tgtEl>
                          <p:spTgt spid="4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6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6"/>
                        </p:tgtEl>
                      </p:cBhvr>
                    </p:animEffect>
                    <p:anim calcmode="lin" valueType="num">
                      <p:cBhvr>
                        <p:cTn dur="500" fill="hold"/>
                        <p:tgtEl>
                          <p:spTgt spid="4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4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7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8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7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ic lis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/>
          <p:cNvSpPr>
            <a:spLocks noGrp="1"/>
          </p:cNvSpPr>
          <p:nvPr>
            <p:ph type="body" sz="quarter" idx="10" hasCustomPrompt="1"/>
          </p:nvPr>
        </p:nvSpPr>
        <p:spPr>
          <a:xfrm>
            <a:off x="452438" y="270483"/>
            <a:ext cx="8229600" cy="359817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500" b="1">
                <a:solidFill>
                  <a:schemeClr val="tx1">
                    <a:lumMod val="75000"/>
                    <a:lumOff val="25000"/>
                  </a:schemeClr>
                </a:solidFill>
                <a:latin typeface="Lato Light"/>
                <a:cs typeface="Lato Light"/>
              </a:defRPr>
            </a:lvl1pPr>
          </a:lstStyle>
          <a:p>
            <a:pPr lvl="0"/>
            <a:r>
              <a:rPr lang="es-ES_tradnl" dirty="0"/>
              <a:t>Text </a:t>
            </a:r>
            <a:r>
              <a:rPr lang="es-ES_tradnl" dirty="0" err="1"/>
              <a:t>example</a:t>
            </a:r>
            <a:endParaRPr lang="es-ES_tradnl" dirty="0"/>
          </a:p>
        </p:txBody>
      </p:sp>
      <p:sp>
        <p:nvSpPr>
          <p:cNvPr id="9" name="Text Placeholder 7"/>
          <p:cNvSpPr>
            <a:spLocks noGrp="1"/>
          </p:cNvSpPr>
          <p:nvPr>
            <p:ph type="body" sz="quarter" idx="11" hasCustomPrompt="1"/>
          </p:nvPr>
        </p:nvSpPr>
        <p:spPr>
          <a:xfrm>
            <a:off x="452438" y="689252"/>
            <a:ext cx="8229600" cy="190376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accent3"/>
                </a:solidFill>
                <a:latin typeface="Lato Light"/>
                <a:cs typeface="Lato Light"/>
              </a:defRPr>
            </a:lvl1pPr>
          </a:lstStyle>
          <a:p>
            <a:pPr lvl="0"/>
            <a:r>
              <a:rPr lang="es-ES_tradnl" dirty="0" err="1"/>
              <a:t>Subtitle</a:t>
            </a:r>
            <a:r>
              <a:rPr lang="es-ES_tradnl" dirty="0"/>
              <a:t> </a:t>
            </a:r>
            <a:r>
              <a:rPr lang="es-ES_tradnl" dirty="0" err="1"/>
              <a:t>Example</a:t>
            </a:r>
            <a:endParaRPr lang="es-ES_tradnl" dirty="0"/>
          </a:p>
        </p:txBody>
      </p:sp>
      <p:sp>
        <p:nvSpPr>
          <p:cNvPr id="3" name="Rounded Rectangle 2"/>
          <p:cNvSpPr/>
          <p:nvPr userDrawn="1"/>
        </p:nvSpPr>
        <p:spPr>
          <a:xfrm>
            <a:off x="1293285" y="1365562"/>
            <a:ext cx="652462" cy="652462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 Placeholder 7"/>
          <p:cNvSpPr>
            <a:spLocks noGrp="1"/>
          </p:cNvSpPr>
          <p:nvPr>
            <p:ph type="body" sz="quarter" idx="39" hasCustomPrompt="1"/>
          </p:nvPr>
        </p:nvSpPr>
        <p:spPr>
          <a:xfrm>
            <a:off x="1354141" y="1403662"/>
            <a:ext cx="528106" cy="562099"/>
          </a:xfrm>
          <a:prstGeom prst="rect">
            <a:avLst/>
          </a:prstGeom>
        </p:spPr>
        <p:txBody>
          <a:bodyPr vert="horz" lIns="0" tIns="103884" rIns="0" bIns="103884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>
                <a:solidFill>
                  <a:schemeClr val="bg1"/>
                </a:solidFill>
                <a:latin typeface="FontAwesome"/>
                <a:cs typeface="FontAwesome"/>
              </a:defRPr>
            </a:lvl1pPr>
          </a:lstStyle>
          <a:p>
            <a:pPr lvl="0"/>
            <a:r>
              <a:rPr lang="es-ES_tradnl" dirty="0" err="1"/>
              <a:t>icon</a:t>
            </a:r>
            <a:endParaRPr lang="es-ES_tradnl" dirty="0"/>
          </a:p>
        </p:txBody>
      </p:sp>
      <p:sp>
        <p:nvSpPr>
          <p:cNvPr id="26" name="Text Placeholder 7"/>
          <p:cNvSpPr>
            <a:spLocks noGrp="1"/>
          </p:cNvSpPr>
          <p:nvPr>
            <p:ph type="body" sz="quarter" idx="19" hasCustomPrompt="1"/>
          </p:nvPr>
        </p:nvSpPr>
        <p:spPr>
          <a:xfrm>
            <a:off x="452438" y="2106648"/>
            <a:ext cx="2303462" cy="190376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>
                    <a:lumMod val="50000"/>
                    <a:lumOff val="50000"/>
                  </a:schemeClr>
                </a:solidFill>
                <a:latin typeface="Lato Regular"/>
                <a:cs typeface="Lato Regular"/>
              </a:defRPr>
            </a:lvl1pPr>
          </a:lstStyle>
          <a:p>
            <a:pPr lvl="0"/>
            <a:r>
              <a:rPr lang="es-ES_tradnl" dirty="0" err="1"/>
              <a:t>Subtitle</a:t>
            </a:r>
            <a:r>
              <a:rPr lang="es-ES_tradnl" dirty="0"/>
              <a:t> </a:t>
            </a:r>
            <a:r>
              <a:rPr lang="es-ES_tradnl" dirty="0" err="1"/>
              <a:t>Example</a:t>
            </a:r>
            <a:endParaRPr lang="es-ES_tradnl" dirty="0"/>
          </a:p>
        </p:txBody>
      </p:sp>
      <p:sp>
        <p:nvSpPr>
          <p:cNvPr id="27" name="Text Placeholder 2"/>
          <p:cNvSpPr>
            <a:spLocks noGrp="1"/>
          </p:cNvSpPr>
          <p:nvPr>
            <p:ph type="body" sz="quarter" idx="16" hasCustomPrompt="1"/>
          </p:nvPr>
        </p:nvSpPr>
        <p:spPr>
          <a:xfrm>
            <a:off x="452439" y="2364758"/>
            <a:ext cx="2303461" cy="649977"/>
          </a:xfrm>
          <a:prstGeom prst="rect">
            <a:avLst/>
          </a:prstGeom>
        </p:spPr>
        <p:txBody>
          <a:bodyPr vert="horz" lIns="0" tIns="0" rIns="0" bIns="0"/>
          <a:lstStyle>
            <a:lvl1pPr marL="0" indent="0" algn="ctr">
              <a:lnSpc>
                <a:spcPct val="130000"/>
              </a:lnSpc>
              <a:buNone/>
              <a:defRPr sz="900" baseline="0">
                <a:solidFill>
                  <a:schemeClr val="tx1">
                    <a:lumMod val="50000"/>
                    <a:lumOff val="50000"/>
                  </a:schemeClr>
                </a:solidFill>
                <a:latin typeface="Lato Regular"/>
                <a:cs typeface="Lato Regular"/>
              </a:defRPr>
            </a:lvl1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tortor</a:t>
            </a:r>
            <a:r>
              <a:rPr lang="en-US" dirty="0"/>
              <a:t>, </a:t>
            </a:r>
            <a:r>
              <a:rPr lang="en-US" dirty="0" err="1"/>
              <a:t>mattis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dapibus</a:t>
            </a:r>
            <a:r>
              <a:rPr lang="en-US" dirty="0"/>
              <a:t> vitae, </a:t>
            </a:r>
            <a:r>
              <a:rPr lang="en-US" dirty="0" err="1"/>
              <a:t>euismod</a:t>
            </a:r>
            <a:r>
              <a:rPr lang="en-US" dirty="0"/>
              <a:t>  </a:t>
            </a:r>
            <a:r>
              <a:rPr lang="en-US" dirty="0" err="1"/>
              <a:t>purusaece</a:t>
            </a:r>
            <a:r>
              <a:rPr lang="en-US" dirty="0"/>
              <a:t>.</a:t>
            </a:r>
          </a:p>
        </p:txBody>
      </p:sp>
      <p:sp>
        <p:nvSpPr>
          <p:cNvPr id="72" name="Rounded Rectangle 71"/>
          <p:cNvSpPr/>
          <p:nvPr userDrawn="1"/>
        </p:nvSpPr>
        <p:spPr>
          <a:xfrm>
            <a:off x="4252385" y="1365562"/>
            <a:ext cx="652462" cy="652462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Text Placeholder 7"/>
          <p:cNvSpPr>
            <a:spLocks noGrp="1"/>
          </p:cNvSpPr>
          <p:nvPr>
            <p:ph type="body" sz="quarter" idx="40" hasCustomPrompt="1"/>
          </p:nvPr>
        </p:nvSpPr>
        <p:spPr>
          <a:xfrm>
            <a:off x="4313241" y="1403662"/>
            <a:ext cx="528106" cy="562099"/>
          </a:xfrm>
          <a:prstGeom prst="rect">
            <a:avLst/>
          </a:prstGeom>
        </p:spPr>
        <p:txBody>
          <a:bodyPr vert="horz" lIns="0" tIns="103884" rIns="0" bIns="103884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>
                <a:solidFill>
                  <a:schemeClr val="bg1"/>
                </a:solidFill>
                <a:latin typeface="FontAwesome"/>
                <a:cs typeface="FontAwesome"/>
              </a:defRPr>
            </a:lvl1pPr>
          </a:lstStyle>
          <a:p>
            <a:pPr lvl="0"/>
            <a:r>
              <a:rPr lang="es-ES_tradnl" dirty="0" err="1"/>
              <a:t>icon</a:t>
            </a:r>
            <a:endParaRPr lang="es-ES_tradnl" dirty="0"/>
          </a:p>
        </p:txBody>
      </p:sp>
      <p:sp>
        <p:nvSpPr>
          <p:cNvPr id="74" name="Text Placeholder 7"/>
          <p:cNvSpPr>
            <a:spLocks noGrp="1"/>
          </p:cNvSpPr>
          <p:nvPr>
            <p:ph type="body" sz="quarter" idx="41" hasCustomPrompt="1"/>
          </p:nvPr>
        </p:nvSpPr>
        <p:spPr>
          <a:xfrm>
            <a:off x="3411538" y="2106648"/>
            <a:ext cx="2303462" cy="190376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>
                    <a:lumMod val="50000"/>
                    <a:lumOff val="50000"/>
                  </a:schemeClr>
                </a:solidFill>
                <a:latin typeface="Lato Regular"/>
                <a:cs typeface="Lato Regular"/>
              </a:defRPr>
            </a:lvl1pPr>
          </a:lstStyle>
          <a:p>
            <a:pPr lvl="0"/>
            <a:r>
              <a:rPr lang="es-ES_tradnl" dirty="0" err="1"/>
              <a:t>Subtitle</a:t>
            </a:r>
            <a:r>
              <a:rPr lang="es-ES_tradnl" dirty="0"/>
              <a:t> </a:t>
            </a:r>
            <a:r>
              <a:rPr lang="es-ES_tradnl" dirty="0" err="1"/>
              <a:t>Example</a:t>
            </a:r>
            <a:endParaRPr lang="es-ES_tradnl" dirty="0"/>
          </a:p>
        </p:txBody>
      </p:sp>
      <p:sp>
        <p:nvSpPr>
          <p:cNvPr id="75" name="Text Placeholder 2"/>
          <p:cNvSpPr>
            <a:spLocks noGrp="1"/>
          </p:cNvSpPr>
          <p:nvPr>
            <p:ph type="body" sz="quarter" idx="42" hasCustomPrompt="1"/>
          </p:nvPr>
        </p:nvSpPr>
        <p:spPr>
          <a:xfrm>
            <a:off x="3411539" y="2364758"/>
            <a:ext cx="2303461" cy="649977"/>
          </a:xfrm>
          <a:prstGeom prst="rect">
            <a:avLst/>
          </a:prstGeom>
        </p:spPr>
        <p:txBody>
          <a:bodyPr vert="horz" lIns="0" tIns="0" rIns="0" bIns="0"/>
          <a:lstStyle>
            <a:lvl1pPr marL="0" indent="0" algn="ctr">
              <a:lnSpc>
                <a:spcPct val="130000"/>
              </a:lnSpc>
              <a:buNone/>
              <a:defRPr sz="900" baseline="0">
                <a:solidFill>
                  <a:schemeClr val="tx1">
                    <a:lumMod val="50000"/>
                    <a:lumOff val="50000"/>
                  </a:schemeClr>
                </a:solidFill>
                <a:latin typeface="Lato Regular"/>
                <a:cs typeface="Lato Regular"/>
              </a:defRPr>
            </a:lvl1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tortor</a:t>
            </a:r>
            <a:r>
              <a:rPr lang="en-US" dirty="0"/>
              <a:t>, </a:t>
            </a:r>
            <a:r>
              <a:rPr lang="en-US" dirty="0" err="1"/>
              <a:t>mattis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dapibus</a:t>
            </a:r>
            <a:r>
              <a:rPr lang="en-US" dirty="0"/>
              <a:t> vitae, </a:t>
            </a:r>
            <a:r>
              <a:rPr lang="en-US" dirty="0" err="1"/>
              <a:t>euismod</a:t>
            </a:r>
            <a:r>
              <a:rPr lang="en-US" dirty="0"/>
              <a:t>  </a:t>
            </a:r>
            <a:r>
              <a:rPr lang="en-US" dirty="0" err="1"/>
              <a:t>purusaece</a:t>
            </a:r>
            <a:r>
              <a:rPr lang="en-US" dirty="0"/>
              <a:t>.</a:t>
            </a:r>
          </a:p>
        </p:txBody>
      </p:sp>
      <p:sp>
        <p:nvSpPr>
          <p:cNvPr id="76" name="Rounded Rectangle 75"/>
          <p:cNvSpPr/>
          <p:nvPr userDrawn="1"/>
        </p:nvSpPr>
        <p:spPr>
          <a:xfrm>
            <a:off x="7219423" y="1365562"/>
            <a:ext cx="652462" cy="652462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Text Placeholder 7"/>
          <p:cNvSpPr>
            <a:spLocks noGrp="1"/>
          </p:cNvSpPr>
          <p:nvPr>
            <p:ph type="body" sz="quarter" idx="43" hasCustomPrompt="1"/>
          </p:nvPr>
        </p:nvSpPr>
        <p:spPr>
          <a:xfrm>
            <a:off x="7280279" y="1403662"/>
            <a:ext cx="528106" cy="562099"/>
          </a:xfrm>
          <a:prstGeom prst="rect">
            <a:avLst/>
          </a:prstGeom>
        </p:spPr>
        <p:txBody>
          <a:bodyPr vert="horz" lIns="0" tIns="103884" rIns="0" bIns="103884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>
                <a:solidFill>
                  <a:schemeClr val="bg1"/>
                </a:solidFill>
                <a:latin typeface="FontAwesome"/>
                <a:cs typeface="FontAwesome"/>
              </a:defRPr>
            </a:lvl1pPr>
          </a:lstStyle>
          <a:p>
            <a:pPr lvl="0"/>
            <a:r>
              <a:rPr lang="es-ES_tradnl" dirty="0" err="1"/>
              <a:t>icon</a:t>
            </a:r>
            <a:endParaRPr lang="es-ES_tradnl" dirty="0"/>
          </a:p>
        </p:txBody>
      </p:sp>
      <p:sp>
        <p:nvSpPr>
          <p:cNvPr id="78" name="Text Placeholder 7"/>
          <p:cNvSpPr>
            <a:spLocks noGrp="1"/>
          </p:cNvSpPr>
          <p:nvPr>
            <p:ph type="body" sz="quarter" idx="44" hasCustomPrompt="1"/>
          </p:nvPr>
        </p:nvSpPr>
        <p:spPr>
          <a:xfrm>
            <a:off x="6378576" y="2106648"/>
            <a:ext cx="2303462" cy="190376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>
                    <a:lumMod val="50000"/>
                    <a:lumOff val="50000"/>
                  </a:schemeClr>
                </a:solidFill>
                <a:latin typeface="Lato Regular"/>
                <a:cs typeface="Lato Regular"/>
              </a:defRPr>
            </a:lvl1pPr>
          </a:lstStyle>
          <a:p>
            <a:pPr lvl="0"/>
            <a:r>
              <a:rPr lang="es-ES_tradnl" dirty="0" err="1"/>
              <a:t>Subtitle</a:t>
            </a:r>
            <a:r>
              <a:rPr lang="es-ES_tradnl" dirty="0"/>
              <a:t> </a:t>
            </a:r>
            <a:r>
              <a:rPr lang="es-ES_tradnl" dirty="0" err="1"/>
              <a:t>Example</a:t>
            </a:r>
            <a:endParaRPr lang="es-ES_tradnl" dirty="0"/>
          </a:p>
        </p:txBody>
      </p:sp>
      <p:sp>
        <p:nvSpPr>
          <p:cNvPr id="79" name="Text Placeholder 2"/>
          <p:cNvSpPr>
            <a:spLocks noGrp="1"/>
          </p:cNvSpPr>
          <p:nvPr>
            <p:ph type="body" sz="quarter" idx="45" hasCustomPrompt="1"/>
          </p:nvPr>
        </p:nvSpPr>
        <p:spPr>
          <a:xfrm>
            <a:off x="6378577" y="2364758"/>
            <a:ext cx="2303461" cy="649977"/>
          </a:xfrm>
          <a:prstGeom prst="rect">
            <a:avLst/>
          </a:prstGeom>
        </p:spPr>
        <p:txBody>
          <a:bodyPr vert="horz" lIns="0" tIns="0" rIns="0" bIns="0"/>
          <a:lstStyle>
            <a:lvl1pPr marL="0" indent="0" algn="ctr">
              <a:lnSpc>
                <a:spcPct val="130000"/>
              </a:lnSpc>
              <a:buNone/>
              <a:defRPr sz="900" baseline="0">
                <a:solidFill>
                  <a:schemeClr val="tx1">
                    <a:lumMod val="50000"/>
                    <a:lumOff val="50000"/>
                  </a:schemeClr>
                </a:solidFill>
                <a:latin typeface="Lato Regular"/>
                <a:cs typeface="Lato Regular"/>
              </a:defRPr>
            </a:lvl1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tortor</a:t>
            </a:r>
            <a:r>
              <a:rPr lang="en-US" dirty="0"/>
              <a:t>, </a:t>
            </a:r>
            <a:r>
              <a:rPr lang="en-US" dirty="0" err="1"/>
              <a:t>mattis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dapibus</a:t>
            </a:r>
            <a:r>
              <a:rPr lang="en-US" dirty="0"/>
              <a:t> vitae, </a:t>
            </a:r>
            <a:r>
              <a:rPr lang="en-US" dirty="0" err="1"/>
              <a:t>euismod</a:t>
            </a:r>
            <a:r>
              <a:rPr lang="en-US" dirty="0"/>
              <a:t>  </a:t>
            </a:r>
            <a:r>
              <a:rPr lang="en-US" dirty="0" err="1"/>
              <a:t>purusaece</a:t>
            </a:r>
            <a:r>
              <a:rPr lang="en-US" dirty="0"/>
              <a:t>.</a:t>
            </a:r>
          </a:p>
        </p:txBody>
      </p:sp>
      <p:sp>
        <p:nvSpPr>
          <p:cNvPr id="80" name="Rounded Rectangle 79"/>
          <p:cNvSpPr/>
          <p:nvPr userDrawn="1"/>
        </p:nvSpPr>
        <p:spPr>
          <a:xfrm>
            <a:off x="1293285" y="3270562"/>
            <a:ext cx="652462" cy="652462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Text Placeholder 7"/>
          <p:cNvSpPr>
            <a:spLocks noGrp="1"/>
          </p:cNvSpPr>
          <p:nvPr>
            <p:ph type="body" sz="quarter" idx="46" hasCustomPrompt="1"/>
          </p:nvPr>
        </p:nvSpPr>
        <p:spPr>
          <a:xfrm>
            <a:off x="1354141" y="3308662"/>
            <a:ext cx="528106" cy="562099"/>
          </a:xfrm>
          <a:prstGeom prst="rect">
            <a:avLst/>
          </a:prstGeom>
        </p:spPr>
        <p:txBody>
          <a:bodyPr vert="horz" lIns="0" tIns="103884" rIns="0" bIns="103884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>
                <a:solidFill>
                  <a:schemeClr val="bg1"/>
                </a:solidFill>
                <a:latin typeface="FontAwesome"/>
                <a:cs typeface="FontAwesome"/>
              </a:defRPr>
            </a:lvl1pPr>
          </a:lstStyle>
          <a:p>
            <a:pPr lvl="0"/>
            <a:r>
              <a:rPr lang="es-ES_tradnl" dirty="0" err="1"/>
              <a:t>icon</a:t>
            </a:r>
            <a:endParaRPr lang="es-ES_tradnl" dirty="0"/>
          </a:p>
        </p:txBody>
      </p:sp>
      <p:sp>
        <p:nvSpPr>
          <p:cNvPr id="82" name="Text Placeholder 7"/>
          <p:cNvSpPr>
            <a:spLocks noGrp="1"/>
          </p:cNvSpPr>
          <p:nvPr>
            <p:ph type="body" sz="quarter" idx="47" hasCustomPrompt="1"/>
          </p:nvPr>
        </p:nvSpPr>
        <p:spPr>
          <a:xfrm>
            <a:off x="452438" y="4011648"/>
            <a:ext cx="2303462" cy="190376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>
                    <a:lumMod val="50000"/>
                    <a:lumOff val="50000"/>
                  </a:schemeClr>
                </a:solidFill>
                <a:latin typeface="Lato Regular"/>
                <a:cs typeface="Lato Regular"/>
              </a:defRPr>
            </a:lvl1pPr>
          </a:lstStyle>
          <a:p>
            <a:pPr lvl="0"/>
            <a:r>
              <a:rPr lang="es-ES_tradnl" dirty="0" err="1"/>
              <a:t>Subtitle</a:t>
            </a:r>
            <a:r>
              <a:rPr lang="es-ES_tradnl" dirty="0"/>
              <a:t> </a:t>
            </a:r>
            <a:r>
              <a:rPr lang="es-ES_tradnl" dirty="0" err="1"/>
              <a:t>Example</a:t>
            </a:r>
            <a:endParaRPr lang="es-ES_tradnl" dirty="0"/>
          </a:p>
        </p:txBody>
      </p:sp>
      <p:sp>
        <p:nvSpPr>
          <p:cNvPr id="83" name="Text Placeholder 2"/>
          <p:cNvSpPr>
            <a:spLocks noGrp="1"/>
          </p:cNvSpPr>
          <p:nvPr>
            <p:ph type="body" sz="quarter" idx="48" hasCustomPrompt="1"/>
          </p:nvPr>
        </p:nvSpPr>
        <p:spPr>
          <a:xfrm>
            <a:off x="452439" y="4269758"/>
            <a:ext cx="2303461" cy="649977"/>
          </a:xfrm>
          <a:prstGeom prst="rect">
            <a:avLst/>
          </a:prstGeom>
        </p:spPr>
        <p:txBody>
          <a:bodyPr vert="horz" lIns="0" tIns="0" rIns="0" bIns="0"/>
          <a:lstStyle>
            <a:lvl1pPr marL="0" indent="0" algn="ctr">
              <a:lnSpc>
                <a:spcPct val="130000"/>
              </a:lnSpc>
              <a:buNone/>
              <a:defRPr sz="900" baseline="0">
                <a:solidFill>
                  <a:schemeClr val="tx1">
                    <a:lumMod val="50000"/>
                    <a:lumOff val="50000"/>
                  </a:schemeClr>
                </a:solidFill>
                <a:latin typeface="Lato Regular"/>
                <a:cs typeface="Lato Regular"/>
              </a:defRPr>
            </a:lvl1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tortor</a:t>
            </a:r>
            <a:r>
              <a:rPr lang="en-US" dirty="0"/>
              <a:t>, </a:t>
            </a:r>
            <a:r>
              <a:rPr lang="en-US" dirty="0" err="1"/>
              <a:t>mattis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dapibus</a:t>
            </a:r>
            <a:r>
              <a:rPr lang="en-US" dirty="0"/>
              <a:t> vitae, </a:t>
            </a:r>
            <a:r>
              <a:rPr lang="en-US" dirty="0" err="1"/>
              <a:t>euismod</a:t>
            </a:r>
            <a:r>
              <a:rPr lang="en-US" dirty="0"/>
              <a:t>  </a:t>
            </a:r>
            <a:r>
              <a:rPr lang="en-US" dirty="0" err="1"/>
              <a:t>purusaece</a:t>
            </a:r>
            <a:r>
              <a:rPr lang="en-US" dirty="0"/>
              <a:t>.</a:t>
            </a:r>
          </a:p>
        </p:txBody>
      </p:sp>
      <p:sp>
        <p:nvSpPr>
          <p:cNvPr id="84" name="Rounded Rectangle 83"/>
          <p:cNvSpPr/>
          <p:nvPr userDrawn="1"/>
        </p:nvSpPr>
        <p:spPr>
          <a:xfrm>
            <a:off x="4252385" y="3270562"/>
            <a:ext cx="652462" cy="652462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" name="Text Placeholder 7"/>
          <p:cNvSpPr>
            <a:spLocks noGrp="1"/>
          </p:cNvSpPr>
          <p:nvPr>
            <p:ph type="body" sz="quarter" idx="49" hasCustomPrompt="1"/>
          </p:nvPr>
        </p:nvSpPr>
        <p:spPr>
          <a:xfrm>
            <a:off x="4313241" y="3308662"/>
            <a:ext cx="528106" cy="562099"/>
          </a:xfrm>
          <a:prstGeom prst="rect">
            <a:avLst/>
          </a:prstGeom>
        </p:spPr>
        <p:txBody>
          <a:bodyPr vert="horz" lIns="0" tIns="103884" rIns="0" bIns="103884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>
                <a:solidFill>
                  <a:schemeClr val="bg1"/>
                </a:solidFill>
                <a:latin typeface="FontAwesome"/>
                <a:cs typeface="FontAwesome"/>
              </a:defRPr>
            </a:lvl1pPr>
          </a:lstStyle>
          <a:p>
            <a:pPr lvl="0"/>
            <a:r>
              <a:rPr lang="es-ES_tradnl" dirty="0" err="1"/>
              <a:t>icon</a:t>
            </a:r>
            <a:endParaRPr lang="es-ES_tradnl" dirty="0"/>
          </a:p>
        </p:txBody>
      </p:sp>
      <p:sp>
        <p:nvSpPr>
          <p:cNvPr id="86" name="Text Placeholder 7"/>
          <p:cNvSpPr>
            <a:spLocks noGrp="1"/>
          </p:cNvSpPr>
          <p:nvPr>
            <p:ph type="body" sz="quarter" idx="50" hasCustomPrompt="1"/>
          </p:nvPr>
        </p:nvSpPr>
        <p:spPr>
          <a:xfrm>
            <a:off x="3411538" y="4011648"/>
            <a:ext cx="2303462" cy="190376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>
                    <a:lumMod val="50000"/>
                    <a:lumOff val="50000"/>
                  </a:schemeClr>
                </a:solidFill>
                <a:latin typeface="Lato Regular"/>
                <a:cs typeface="Lato Regular"/>
              </a:defRPr>
            </a:lvl1pPr>
          </a:lstStyle>
          <a:p>
            <a:pPr lvl="0"/>
            <a:r>
              <a:rPr lang="es-ES_tradnl" dirty="0" err="1"/>
              <a:t>Subtitle</a:t>
            </a:r>
            <a:r>
              <a:rPr lang="es-ES_tradnl" dirty="0"/>
              <a:t> </a:t>
            </a:r>
            <a:r>
              <a:rPr lang="es-ES_tradnl" dirty="0" err="1"/>
              <a:t>Example</a:t>
            </a:r>
            <a:endParaRPr lang="es-ES_tradnl" dirty="0"/>
          </a:p>
        </p:txBody>
      </p:sp>
      <p:sp>
        <p:nvSpPr>
          <p:cNvPr id="87" name="Text Placeholder 2"/>
          <p:cNvSpPr>
            <a:spLocks noGrp="1"/>
          </p:cNvSpPr>
          <p:nvPr>
            <p:ph type="body" sz="quarter" idx="51" hasCustomPrompt="1"/>
          </p:nvPr>
        </p:nvSpPr>
        <p:spPr>
          <a:xfrm>
            <a:off x="3411539" y="4269758"/>
            <a:ext cx="2303461" cy="649977"/>
          </a:xfrm>
          <a:prstGeom prst="rect">
            <a:avLst/>
          </a:prstGeom>
        </p:spPr>
        <p:txBody>
          <a:bodyPr vert="horz" lIns="0" tIns="0" rIns="0" bIns="0"/>
          <a:lstStyle>
            <a:lvl1pPr marL="0" indent="0" algn="ctr">
              <a:lnSpc>
                <a:spcPct val="130000"/>
              </a:lnSpc>
              <a:buNone/>
              <a:defRPr sz="900" baseline="0">
                <a:solidFill>
                  <a:schemeClr val="tx1">
                    <a:lumMod val="50000"/>
                    <a:lumOff val="50000"/>
                  </a:schemeClr>
                </a:solidFill>
                <a:latin typeface="Lato Regular"/>
                <a:cs typeface="Lato Regular"/>
              </a:defRPr>
            </a:lvl1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tortor</a:t>
            </a:r>
            <a:r>
              <a:rPr lang="en-US" dirty="0"/>
              <a:t>, </a:t>
            </a:r>
            <a:r>
              <a:rPr lang="en-US" dirty="0" err="1"/>
              <a:t>mattis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dapibus</a:t>
            </a:r>
            <a:r>
              <a:rPr lang="en-US" dirty="0"/>
              <a:t> vitae, </a:t>
            </a:r>
            <a:r>
              <a:rPr lang="en-US" dirty="0" err="1"/>
              <a:t>euismod</a:t>
            </a:r>
            <a:r>
              <a:rPr lang="en-US" dirty="0"/>
              <a:t>  </a:t>
            </a:r>
            <a:r>
              <a:rPr lang="en-US" dirty="0" err="1"/>
              <a:t>purusaece</a:t>
            </a:r>
            <a:r>
              <a:rPr lang="en-US" dirty="0"/>
              <a:t>.</a:t>
            </a:r>
          </a:p>
        </p:txBody>
      </p:sp>
      <p:sp>
        <p:nvSpPr>
          <p:cNvPr id="88" name="Rounded Rectangle 87"/>
          <p:cNvSpPr/>
          <p:nvPr userDrawn="1"/>
        </p:nvSpPr>
        <p:spPr>
          <a:xfrm>
            <a:off x="7219423" y="3270562"/>
            <a:ext cx="652462" cy="652462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9" name="Text Placeholder 7"/>
          <p:cNvSpPr>
            <a:spLocks noGrp="1"/>
          </p:cNvSpPr>
          <p:nvPr>
            <p:ph type="body" sz="quarter" idx="52" hasCustomPrompt="1"/>
          </p:nvPr>
        </p:nvSpPr>
        <p:spPr>
          <a:xfrm>
            <a:off x="7280279" y="3308662"/>
            <a:ext cx="528106" cy="562099"/>
          </a:xfrm>
          <a:prstGeom prst="rect">
            <a:avLst/>
          </a:prstGeom>
        </p:spPr>
        <p:txBody>
          <a:bodyPr vert="horz" lIns="0" tIns="103884" rIns="0" bIns="103884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>
                <a:solidFill>
                  <a:schemeClr val="bg1"/>
                </a:solidFill>
                <a:latin typeface="FontAwesome"/>
                <a:cs typeface="FontAwesome"/>
              </a:defRPr>
            </a:lvl1pPr>
          </a:lstStyle>
          <a:p>
            <a:pPr lvl="0"/>
            <a:r>
              <a:rPr lang="es-ES_tradnl" dirty="0" err="1"/>
              <a:t>icon</a:t>
            </a:r>
            <a:endParaRPr lang="es-ES_tradnl" dirty="0"/>
          </a:p>
        </p:txBody>
      </p:sp>
      <p:sp>
        <p:nvSpPr>
          <p:cNvPr id="90" name="Text Placeholder 7"/>
          <p:cNvSpPr>
            <a:spLocks noGrp="1"/>
          </p:cNvSpPr>
          <p:nvPr>
            <p:ph type="body" sz="quarter" idx="53" hasCustomPrompt="1"/>
          </p:nvPr>
        </p:nvSpPr>
        <p:spPr>
          <a:xfrm>
            <a:off x="6378576" y="4011648"/>
            <a:ext cx="2303462" cy="190376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>
                    <a:lumMod val="50000"/>
                    <a:lumOff val="50000"/>
                  </a:schemeClr>
                </a:solidFill>
                <a:latin typeface="Lato Regular"/>
                <a:cs typeface="Lato Regular"/>
              </a:defRPr>
            </a:lvl1pPr>
          </a:lstStyle>
          <a:p>
            <a:pPr lvl="0"/>
            <a:r>
              <a:rPr lang="es-ES_tradnl" dirty="0" err="1"/>
              <a:t>Subtitle</a:t>
            </a:r>
            <a:r>
              <a:rPr lang="es-ES_tradnl" dirty="0"/>
              <a:t> </a:t>
            </a:r>
            <a:r>
              <a:rPr lang="es-ES_tradnl" dirty="0" err="1"/>
              <a:t>Example</a:t>
            </a:r>
            <a:endParaRPr lang="es-ES_tradnl" dirty="0"/>
          </a:p>
        </p:txBody>
      </p:sp>
      <p:sp>
        <p:nvSpPr>
          <p:cNvPr id="91" name="Text Placeholder 2"/>
          <p:cNvSpPr>
            <a:spLocks noGrp="1"/>
          </p:cNvSpPr>
          <p:nvPr>
            <p:ph type="body" sz="quarter" idx="54" hasCustomPrompt="1"/>
          </p:nvPr>
        </p:nvSpPr>
        <p:spPr>
          <a:xfrm>
            <a:off x="6378577" y="4269758"/>
            <a:ext cx="2303461" cy="649977"/>
          </a:xfrm>
          <a:prstGeom prst="rect">
            <a:avLst/>
          </a:prstGeom>
        </p:spPr>
        <p:txBody>
          <a:bodyPr vert="horz" lIns="0" tIns="0" rIns="0" bIns="0"/>
          <a:lstStyle>
            <a:lvl1pPr marL="0" indent="0" algn="ctr">
              <a:lnSpc>
                <a:spcPct val="130000"/>
              </a:lnSpc>
              <a:buNone/>
              <a:defRPr sz="900" baseline="0">
                <a:solidFill>
                  <a:schemeClr val="tx1">
                    <a:lumMod val="50000"/>
                    <a:lumOff val="50000"/>
                  </a:schemeClr>
                </a:solidFill>
                <a:latin typeface="Lato Regular"/>
                <a:cs typeface="Lato Regular"/>
              </a:defRPr>
            </a:lvl1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tortor</a:t>
            </a:r>
            <a:r>
              <a:rPr lang="en-US" dirty="0"/>
              <a:t>, </a:t>
            </a:r>
            <a:r>
              <a:rPr lang="en-US" dirty="0" err="1"/>
              <a:t>mattis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dapibus</a:t>
            </a:r>
            <a:r>
              <a:rPr lang="en-US" dirty="0"/>
              <a:t> vitae, </a:t>
            </a:r>
            <a:r>
              <a:rPr lang="en-US" dirty="0" err="1"/>
              <a:t>euismod</a:t>
            </a:r>
            <a:r>
              <a:rPr lang="en-US" dirty="0"/>
              <a:t>  </a:t>
            </a:r>
            <a:r>
              <a:rPr lang="en-US" dirty="0" err="1"/>
              <a:t>purusaece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2342529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4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700"/>
                            </p:stCondLst>
                            <p:childTnLst>
                              <p:par>
                                <p:cTn id="16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4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4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100"/>
                            </p:stCondLst>
                            <p:childTnLst>
                              <p:par>
                                <p:cTn id="2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3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3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2400"/>
                            </p:stCondLst>
                            <p:childTnLst>
                              <p:par>
                                <p:cTn id="36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4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4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4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2800"/>
                            </p:stCondLst>
                            <p:childTnLst>
                              <p:par>
                                <p:cTn id="4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300" fill="hold"/>
                                        <p:tgtEl>
                                          <p:spTgt spid="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300" fill="hold"/>
                                        <p:tgtEl>
                                          <p:spTgt spid="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300"/>
                                        <p:tgtEl>
                                          <p:spTgt spid="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4100"/>
                            </p:stCondLst>
                            <p:childTnLst>
                              <p:par>
                                <p:cTn id="56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" dur="4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4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4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4500"/>
                            </p:stCondLst>
                            <p:childTnLst>
                              <p:par>
                                <p:cTn id="6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4" dur="300" fill="hold"/>
                                        <p:tgtEl>
                                          <p:spTgt spid="7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300" fill="hold"/>
                                        <p:tgtEl>
                                          <p:spTgt spid="7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6" dur="300"/>
                                        <p:tgtEl>
                                          <p:spTgt spid="7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5800"/>
                            </p:stCondLst>
                            <p:childTnLst>
                              <p:par>
                                <p:cTn id="76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8" dur="4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4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0" dur="4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6200"/>
                            </p:stCondLst>
                            <p:childTnLst>
                              <p:par>
                                <p:cTn id="8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4" dur="300" fill="hold"/>
                                        <p:tgtEl>
                                          <p:spTgt spid="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300" fill="hold"/>
                                        <p:tgtEl>
                                          <p:spTgt spid="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6" dur="300"/>
                                        <p:tgtEl>
                                          <p:spTgt spid="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0" dur="500" fill="hold"/>
                                        <p:tgtEl>
                                          <p:spTgt spid="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500" fill="hold"/>
                                        <p:tgtEl>
                                          <p:spTgt spid="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>
                            <p:stCondLst>
                              <p:cond delay="7500"/>
                            </p:stCondLst>
                            <p:childTnLst>
                              <p:par>
                                <p:cTn id="96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8" dur="4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4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0" dur="4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1" fill="hold">
                            <p:stCondLst>
                              <p:cond delay="7900"/>
                            </p:stCondLst>
                            <p:childTnLst>
                              <p:par>
                                <p:cTn id="10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4" dur="300" fill="hold"/>
                                        <p:tgtEl>
                                          <p:spTgt spid="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300" fill="hold"/>
                                        <p:tgtEl>
                                          <p:spTgt spid="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6" dur="300"/>
                                        <p:tgtEl>
                                          <p:spTgt spid="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0" dur="500" fill="hold"/>
                                        <p:tgtEl>
                                          <p:spTgt spid="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1" dur="500" fill="hold"/>
                                        <p:tgtEl>
                                          <p:spTgt spid="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2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500"/>
                                        <p:tgtEl>
                                          <p:spTgt spid="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5" fill="hold">
                            <p:stCondLst>
                              <p:cond delay="9200"/>
                            </p:stCondLst>
                            <p:childTnLst>
                              <p:par>
                                <p:cTn id="116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8" dur="4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9" dur="4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0" dur="4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1" fill="hold">
                            <p:stCondLst>
                              <p:cond delay="9600"/>
                            </p:stCondLst>
                            <p:childTnLst>
                              <p:par>
                                <p:cTn id="12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4" dur="300" fill="hold"/>
                                        <p:tgtEl>
                                          <p:spTgt spid="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5" dur="300" fill="hold"/>
                                        <p:tgtEl>
                                          <p:spTgt spid="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6" dur="300"/>
                                        <p:tgtEl>
                                          <p:spTgt spid="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500"/>
                                        <p:tgtEl>
                                          <p:spTgt spid="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0" dur="500" fill="hold"/>
                                        <p:tgtEl>
                                          <p:spTgt spid="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1" dur="500" fill="hold"/>
                                        <p:tgtEl>
                                          <p:spTgt spid="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2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4" dur="500"/>
                                        <p:tgtEl>
                                          <p:spTgt spid="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400"/>
                        <p:tgtEl>
                          <p:spTgt spid="8"/>
                        </p:tgtEl>
                      </p:cBhvr>
                    </p:animEffect>
                    <p:anim calcmode="lin" valueType="num">
                      <p:cBhvr>
                        <p:cTn dur="400" fill="hold"/>
                        <p:tgtEl>
                          <p:spTgt spid="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400" fill="hold"/>
                        <p:tgtEl>
                          <p:spTgt spid="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9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9"/>
                        </p:tgtEl>
                      </p:cBhvr>
                    </p:animEffect>
                    <p:anim calcmode="lin" valueType="num">
                      <p:cBhvr>
                        <p:cTn dur="500" fill="hold"/>
                        <p:tgtEl>
                          <p:spTgt spid="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" grpId="0" animBg="1"/>
      <p:bldP spid="13" grpId="0" build="p">
        <p:tmplLst>
          <p:tmpl lvl="1">
            <p:tnLst>
              <p:par>
                <p:cTn presetID="53" presetClass="entr" presetSubtype="16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300" fill="hold"/>
                        <p:tgtEl>
                          <p:spTgt spid="13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300" fill="hold"/>
                        <p:tgtEl>
                          <p:spTgt spid="13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300"/>
                        <p:tgtEl>
                          <p:spTgt spid="1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6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6"/>
                        </p:tgtEl>
                      </p:cBhvr>
                    </p:animEffect>
                    <p:anim calcmode="lin" valueType="num">
                      <p:cBhvr>
                        <p:cTn dur="500" fill="hold"/>
                        <p:tgtEl>
                          <p:spTgt spid="2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2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7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8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72" grpId="0" animBg="1"/>
      <p:bldP spid="73" grpId="0" build="p">
        <p:tmplLst>
          <p:tmpl lvl="1">
            <p:tnLst>
              <p:par>
                <p:cTn presetID="53" presetClass="entr" presetSubtype="16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300" fill="hold"/>
                        <p:tgtEl>
                          <p:spTgt spid="73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300" fill="hold"/>
                        <p:tgtEl>
                          <p:spTgt spid="73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300"/>
                        <p:tgtEl>
                          <p:spTgt spid="7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74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74"/>
                        </p:tgtEl>
                      </p:cBhvr>
                    </p:animEffect>
                    <p:anim calcmode="lin" valueType="num">
                      <p:cBhvr>
                        <p:cTn dur="500" fill="hold"/>
                        <p:tgtEl>
                          <p:spTgt spid="74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74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75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8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7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76" grpId="0" animBg="1"/>
      <p:bldP spid="77" grpId="0" build="p">
        <p:tmplLst>
          <p:tmpl lvl="1">
            <p:tnLst>
              <p:par>
                <p:cTn presetID="53" presetClass="entr" presetSubtype="16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300" fill="hold"/>
                        <p:tgtEl>
                          <p:spTgt spid="77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300" fill="hold"/>
                        <p:tgtEl>
                          <p:spTgt spid="77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300"/>
                        <p:tgtEl>
                          <p:spTgt spid="7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78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78"/>
                        </p:tgtEl>
                      </p:cBhvr>
                    </p:animEffect>
                    <p:anim calcmode="lin" valueType="num">
                      <p:cBhvr>
                        <p:cTn dur="500" fill="hold"/>
                        <p:tgtEl>
                          <p:spTgt spid="7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7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79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8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7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0" grpId="0" animBg="1"/>
      <p:bldP spid="81" grpId="0" build="p">
        <p:tmplLst>
          <p:tmpl lvl="1">
            <p:tnLst>
              <p:par>
                <p:cTn presetID="53" presetClass="entr" presetSubtype="16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300" fill="hold"/>
                        <p:tgtEl>
                          <p:spTgt spid="81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300" fill="hold"/>
                        <p:tgtEl>
                          <p:spTgt spid="81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300"/>
                        <p:tgtEl>
                          <p:spTgt spid="8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2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82"/>
                        </p:tgtEl>
                      </p:cBhvr>
                    </p:animEffect>
                    <p:anim calcmode="lin" valueType="num">
                      <p:cBhvr>
                        <p:cTn dur="500" fill="hold"/>
                        <p:tgtEl>
                          <p:spTgt spid="8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8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83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8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8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4" grpId="0" animBg="1"/>
      <p:bldP spid="85" grpId="0" build="p">
        <p:tmplLst>
          <p:tmpl lvl="1">
            <p:tnLst>
              <p:par>
                <p:cTn presetID="53" presetClass="entr" presetSubtype="16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300" fill="hold"/>
                        <p:tgtEl>
                          <p:spTgt spid="85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300" fill="hold"/>
                        <p:tgtEl>
                          <p:spTgt spid="85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300"/>
                        <p:tgtEl>
                          <p:spTgt spid="8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6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86"/>
                        </p:tgtEl>
                      </p:cBhvr>
                    </p:animEffect>
                    <p:anim calcmode="lin" valueType="num">
                      <p:cBhvr>
                        <p:cTn dur="500" fill="hold"/>
                        <p:tgtEl>
                          <p:spTgt spid="8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8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87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8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8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8" grpId="0" animBg="1"/>
      <p:bldP spid="89" grpId="0" build="p">
        <p:tmplLst>
          <p:tmpl lvl="1">
            <p:tnLst>
              <p:par>
                <p:cTn presetID="53" presetClass="entr" presetSubtype="16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300" fill="hold"/>
                        <p:tgtEl>
                          <p:spTgt spid="89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300" fill="hold"/>
                        <p:tgtEl>
                          <p:spTgt spid="89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300"/>
                        <p:tgtEl>
                          <p:spTgt spid="8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90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90"/>
                        </p:tgtEl>
                      </p:cBhvr>
                    </p:animEffect>
                    <p:anim calcmode="lin" valueType="num">
                      <p:cBhvr>
                        <p:cTn dur="500" fill="hold"/>
                        <p:tgtEl>
                          <p:spTgt spid="90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90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91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8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91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ic lis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/>
          <p:cNvSpPr>
            <a:spLocks noGrp="1"/>
          </p:cNvSpPr>
          <p:nvPr>
            <p:ph type="body" sz="quarter" idx="10" hasCustomPrompt="1"/>
          </p:nvPr>
        </p:nvSpPr>
        <p:spPr>
          <a:xfrm>
            <a:off x="452438" y="270483"/>
            <a:ext cx="8229600" cy="359817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500" b="1">
                <a:solidFill>
                  <a:schemeClr val="tx1">
                    <a:lumMod val="75000"/>
                    <a:lumOff val="25000"/>
                  </a:schemeClr>
                </a:solidFill>
                <a:latin typeface="Lato Light"/>
                <a:cs typeface="Lato Light"/>
              </a:defRPr>
            </a:lvl1pPr>
          </a:lstStyle>
          <a:p>
            <a:pPr lvl="0"/>
            <a:r>
              <a:rPr lang="es-ES_tradnl" dirty="0"/>
              <a:t>Text </a:t>
            </a:r>
            <a:r>
              <a:rPr lang="es-ES_tradnl" dirty="0" err="1"/>
              <a:t>example</a:t>
            </a:r>
            <a:endParaRPr lang="es-ES_tradnl" dirty="0"/>
          </a:p>
        </p:txBody>
      </p:sp>
      <p:sp>
        <p:nvSpPr>
          <p:cNvPr id="9" name="Text Placeholder 7"/>
          <p:cNvSpPr>
            <a:spLocks noGrp="1"/>
          </p:cNvSpPr>
          <p:nvPr>
            <p:ph type="body" sz="quarter" idx="11" hasCustomPrompt="1"/>
          </p:nvPr>
        </p:nvSpPr>
        <p:spPr>
          <a:xfrm>
            <a:off x="452438" y="689252"/>
            <a:ext cx="8229600" cy="190376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accent3"/>
                </a:solidFill>
                <a:latin typeface="Lato Light"/>
                <a:cs typeface="Lato Light"/>
              </a:defRPr>
            </a:lvl1pPr>
          </a:lstStyle>
          <a:p>
            <a:pPr lvl="0"/>
            <a:r>
              <a:rPr lang="es-ES_tradnl" dirty="0" err="1"/>
              <a:t>Subtitle</a:t>
            </a:r>
            <a:r>
              <a:rPr lang="es-ES_tradnl" dirty="0"/>
              <a:t> </a:t>
            </a:r>
            <a:r>
              <a:rPr lang="es-ES_tradnl" dirty="0" err="1"/>
              <a:t>Example</a:t>
            </a:r>
            <a:endParaRPr lang="es-ES_tradnl" dirty="0"/>
          </a:p>
        </p:txBody>
      </p:sp>
      <p:sp>
        <p:nvSpPr>
          <p:cNvPr id="3" name="Rounded Rectangle 2"/>
          <p:cNvSpPr/>
          <p:nvPr userDrawn="1"/>
        </p:nvSpPr>
        <p:spPr>
          <a:xfrm>
            <a:off x="452438" y="1556062"/>
            <a:ext cx="652462" cy="652462"/>
          </a:xfrm>
          <a:prstGeom prst="roundRect">
            <a:avLst>
              <a:gd name="adj" fmla="val 0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 Placeholder 7"/>
          <p:cNvSpPr>
            <a:spLocks noGrp="1"/>
          </p:cNvSpPr>
          <p:nvPr>
            <p:ph type="body" sz="quarter" idx="39" hasCustomPrompt="1"/>
          </p:nvPr>
        </p:nvSpPr>
        <p:spPr>
          <a:xfrm>
            <a:off x="513294" y="1594162"/>
            <a:ext cx="528106" cy="562099"/>
          </a:xfrm>
          <a:prstGeom prst="rect">
            <a:avLst/>
          </a:prstGeom>
        </p:spPr>
        <p:txBody>
          <a:bodyPr vert="horz" lIns="0" tIns="103884" rIns="0" bIns="103884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b="1">
                <a:solidFill>
                  <a:schemeClr val="bg1"/>
                </a:solidFill>
                <a:latin typeface="FontAwesome"/>
                <a:cs typeface="FontAwesome"/>
              </a:defRPr>
            </a:lvl1pPr>
          </a:lstStyle>
          <a:p>
            <a:pPr lvl="0"/>
            <a:r>
              <a:rPr lang="es-ES_tradnl" dirty="0" err="1"/>
              <a:t>icon</a:t>
            </a:r>
            <a:endParaRPr lang="es-ES_tradnl" dirty="0"/>
          </a:p>
        </p:txBody>
      </p:sp>
      <p:sp>
        <p:nvSpPr>
          <p:cNvPr id="26" name="Text Placeholder 7"/>
          <p:cNvSpPr>
            <a:spLocks noGrp="1"/>
          </p:cNvSpPr>
          <p:nvPr>
            <p:ph type="body" sz="quarter" idx="19" hasCustomPrompt="1"/>
          </p:nvPr>
        </p:nvSpPr>
        <p:spPr>
          <a:xfrm>
            <a:off x="1206500" y="1992748"/>
            <a:ext cx="1549400" cy="190376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>
                    <a:lumMod val="50000"/>
                    <a:lumOff val="50000"/>
                  </a:schemeClr>
                </a:solidFill>
                <a:latin typeface="Lato Regular"/>
                <a:cs typeface="Lato Regular"/>
              </a:defRPr>
            </a:lvl1pPr>
          </a:lstStyle>
          <a:p>
            <a:pPr lvl="0"/>
            <a:r>
              <a:rPr lang="es-ES_tradnl" dirty="0" err="1"/>
              <a:t>Subtitle</a:t>
            </a:r>
            <a:r>
              <a:rPr lang="es-ES_tradnl" dirty="0"/>
              <a:t> </a:t>
            </a:r>
            <a:r>
              <a:rPr lang="es-ES_tradnl" dirty="0" err="1"/>
              <a:t>Example</a:t>
            </a:r>
            <a:endParaRPr lang="es-ES_tradnl" dirty="0"/>
          </a:p>
        </p:txBody>
      </p:sp>
      <p:sp>
        <p:nvSpPr>
          <p:cNvPr id="27" name="Text Placeholder 2"/>
          <p:cNvSpPr>
            <a:spLocks noGrp="1"/>
          </p:cNvSpPr>
          <p:nvPr>
            <p:ph type="body" sz="quarter" idx="16" hasCustomPrompt="1"/>
          </p:nvPr>
        </p:nvSpPr>
        <p:spPr>
          <a:xfrm>
            <a:off x="452439" y="2313958"/>
            <a:ext cx="2303461" cy="649977"/>
          </a:xfrm>
          <a:prstGeom prst="rect">
            <a:avLst/>
          </a:prstGeom>
        </p:spPr>
        <p:txBody>
          <a:bodyPr vert="horz" lIns="0" tIns="0" rIns="0" bIns="0"/>
          <a:lstStyle>
            <a:lvl1pPr marL="0" indent="0" algn="l">
              <a:lnSpc>
                <a:spcPct val="130000"/>
              </a:lnSpc>
              <a:buNone/>
              <a:defRPr sz="900" baseline="0">
                <a:solidFill>
                  <a:schemeClr val="tx1">
                    <a:lumMod val="50000"/>
                    <a:lumOff val="50000"/>
                  </a:schemeClr>
                </a:solidFill>
                <a:latin typeface="Lato Regular"/>
                <a:cs typeface="Lato Regular"/>
              </a:defRPr>
            </a:lvl1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tortor</a:t>
            </a:r>
            <a:r>
              <a:rPr lang="en-US" dirty="0"/>
              <a:t>, </a:t>
            </a:r>
            <a:r>
              <a:rPr lang="en-US" dirty="0" err="1"/>
              <a:t>mattis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dapibus</a:t>
            </a:r>
            <a:r>
              <a:rPr lang="en-US" dirty="0"/>
              <a:t> vitae, </a:t>
            </a:r>
            <a:r>
              <a:rPr lang="en-US" dirty="0" err="1"/>
              <a:t>euismod</a:t>
            </a:r>
            <a:r>
              <a:rPr lang="en-US" dirty="0"/>
              <a:t>  </a:t>
            </a:r>
            <a:r>
              <a:rPr lang="en-US" dirty="0" err="1"/>
              <a:t>purusaece</a:t>
            </a:r>
            <a:r>
              <a:rPr lang="en-US" dirty="0"/>
              <a:t>.</a:t>
            </a:r>
          </a:p>
        </p:txBody>
      </p:sp>
      <p:sp>
        <p:nvSpPr>
          <p:cNvPr id="72" name="Rounded Rectangle 71"/>
          <p:cNvSpPr/>
          <p:nvPr userDrawn="1"/>
        </p:nvSpPr>
        <p:spPr>
          <a:xfrm>
            <a:off x="3401486" y="1556062"/>
            <a:ext cx="652462" cy="652462"/>
          </a:xfrm>
          <a:prstGeom prst="roundRect">
            <a:avLst>
              <a:gd name="adj" fmla="val 0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Text Placeholder 7"/>
          <p:cNvSpPr>
            <a:spLocks noGrp="1"/>
          </p:cNvSpPr>
          <p:nvPr>
            <p:ph type="body" sz="quarter" idx="40" hasCustomPrompt="1"/>
          </p:nvPr>
        </p:nvSpPr>
        <p:spPr>
          <a:xfrm>
            <a:off x="3462342" y="1594162"/>
            <a:ext cx="528106" cy="562099"/>
          </a:xfrm>
          <a:prstGeom prst="rect">
            <a:avLst/>
          </a:prstGeom>
        </p:spPr>
        <p:txBody>
          <a:bodyPr vert="horz" lIns="0" tIns="103884" rIns="0" bIns="103884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b="1">
                <a:solidFill>
                  <a:schemeClr val="bg1"/>
                </a:solidFill>
                <a:latin typeface="FontAwesome"/>
                <a:cs typeface="FontAwesome"/>
              </a:defRPr>
            </a:lvl1pPr>
          </a:lstStyle>
          <a:p>
            <a:pPr lvl="0"/>
            <a:r>
              <a:rPr lang="es-ES_tradnl" dirty="0" err="1"/>
              <a:t>icon</a:t>
            </a:r>
            <a:endParaRPr lang="es-ES_tradnl" dirty="0"/>
          </a:p>
        </p:txBody>
      </p:sp>
      <p:sp>
        <p:nvSpPr>
          <p:cNvPr id="74" name="Text Placeholder 7"/>
          <p:cNvSpPr>
            <a:spLocks noGrp="1"/>
          </p:cNvSpPr>
          <p:nvPr>
            <p:ph type="body" sz="quarter" idx="41" hasCustomPrompt="1"/>
          </p:nvPr>
        </p:nvSpPr>
        <p:spPr>
          <a:xfrm>
            <a:off x="4165600" y="1992748"/>
            <a:ext cx="1549400" cy="190376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>
                    <a:lumMod val="50000"/>
                    <a:lumOff val="50000"/>
                  </a:schemeClr>
                </a:solidFill>
                <a:latin typeface="Lato Regular"/>
                <a:cs typeface="Lato Regular"/>
              </a:defRPr>
            </a:lvl1pPr>
          </a:lstStyle>
          <a:p>
            <a:pPr lvl="0"/>
            <a:r>
              <a:rPr lang="es-ES_tradnl" dirty="0" err="1"/>
              <a:t>Subtitle</a:t>
            </a:r>
            <a:r>
              <a:rPr lang="es-ES_tradnl" dirty="0"/>
              <a:t> </a:t>
            </a:r>
            <a:r>
              <a:rPr lang="es-ES_tradnl" dirty="0" err="1"/>
              <a:t>Example</a:t>
            </a:r>
            <a:endParaRPr lang="es-ES_tradnl" dirty="0"/>
          </a:p>
        </p:txBody>
      </p:sp>
      <p:sp>
        <p:nvSpPr>
          <p:cNvPr id="75" name="Text Placeholder 2"/>
          <p:cNvSpPr>
            <a:spLocks noGrp="1"/>
          </p:cNvSpPr>
          <p:nvPr>
            <p:ph type="body" sz="quarter" idx="42" hasCustomPrompt="1"/>
          </p:nvPr>
        </p:nvSpPr>
        <p:spPr>
          <a:xfrm>
            <a:off x="3411539" y="2313958"/>
            <a:ext cx="2303461" cy="649977"/>
          </a:xfrm>
          <a:prstGeom prst="rect">
            <a:avLst/>
          </a:prstGeom>
        </p:spPr>
        <p:txBody>
          <a:bodyPr vert="horz" lIns="0" tIns="0" rIns="0" bIns="0"/>
          <a:lstStyle>
            <a:lvl1pPr marL="0" indent="0" algn="l">
              <a:lnSpc>
                <a:spcPct val="130000"/>
              </a:lnSpc>
              <a:buNone/>
              <a:defRPr sz="900" baseline="0">
                <a:solidFill>
                  <a:schemeClr val="tx1">
                    <a:lumMod val="50000"/>
                    <a:lumOff val="50000"/>
                  </a:schemeClr>
                </a:solidFill>
                <a:latin typeface="Lato Regular"/>
                <a:cs typeface="Lato Regular"/>
              </a:defRPr>
            </a:lvl1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tortor</a:t>
            </a:r>
            <a:r>
              <a:rPr lang="en-US" dirty="0"/>
              <a:t>, </a:t>
            </a:r>
            <a:r>
              <a:rPr lang="en-US" dirty="0" err="1"/>
              <a:t>mattis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dapibus</a:t>
            </a:r>
            <a:r>
              <a:rPr lang="en-US" dirty="0"/>
              <a:t> vitae, </a:t>
            </a:r>
            <a:r>
              <a:rPr lang="en-US" dirty="0" err="1"/>
              <a:t>euismod</a:t>
            </a:r>
            <a:r>
              <a:rPr lang="en-US" dirty="0"/>
              <a:t>  </a:t>
            </a:r>
            <a:r>
              <a:rPr lang="en-US" dirty="0" err="1"/>
              <a:t>purusaece</a:t>
            </a:r>
            <a:r>
              <a:rPr lang="en-US" dirty="0"/>
              <a:t>.</a:t>
            </a:r>
          </a:p>
        </p:txBody>
      </p:sp>
      <p:sp>
        <p:nvSpPr>
          <p:cNvPr id="76" name="Rounded Rectangle 75"/>
          <p:cNvSpPr/>
          <p:nvPr userDrawn="1"/>
        </p:nvSpPr>
        <p:spPr>
          <a:xfrm>
            <a:off x="6378577" y="1556062"/>
            <a:ext cx="652462" cy="652462"/>
          </a:xfrm>
          <a:prstGeom prst="roundRect">
            <a:avLst>
              <a:gd name="adj" fmla="val 0"/>
            </a:avLst>
          </a:prstGeom>
          <a:solidFill>
            <a:schemeClr val="accent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Text Placeholder 7"/>
          <p:cNvSpPr>
            <a:spLocks noGrp="1"/>
          </p:cNvSpPr>
          <p:nvPr>
            <p:ph type="body" sz="quarter" idx="43" hasCustomPrompt="1"/>
          </p:nvPr>
        </p:nvSpPr>
        <p:spPr>
          <a:xfrm>
            <a:off x="6439433" y="1594162"/>
            <a:ext cx="528106" cy="562099"/>
          </a:xfrm>
          <a:prstGeom prst="rect">
            <a:avLst/>
          </a:prstGeom>
        </p:spPr>
        <p:txBody>
          <a:bodyPr vert="horz" lIns="0" tIns="103884" rIns="0" bIns="103884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b="1">
                <a:solidFill>
                  <a:schemeClr val="bg1"/>
                </a:solidFill>
                <a:latin typeface="FontAwesome"/>
                <a:cs typeface="FontAwesome"/>
              </a:defRPr>
            </a:lvl1pPr>
          </a:lstStyle>
          <a:p>
            <a:pPr lvl="0"/>
            <a:r>
              <a:rPr lang="es-ES_tradnl" dirty="0" err="1"/>
              <a:t>icon</a:t>
            </a:r>
            <a:endParaRPr lang="es-ES_tradnl" dirty="0"/>
          </a:p>
        </p:txBody>
      </p:sp>
      <p:sp>
        <p:nvSpPr>
          <p:cNvPr id="78" name="Text Placeholder 7"/>
          <p:cNvSpPr>
            <a:spLocks noGrp="1"/>
          </p:cNvSpPr>
          <p:nvPr>
            <p:ph type="body" sz="quarter" idx="44" hasCustomPrompt="1"/>
          </p:nvPr>
        </p:nvSpPr>
        <p:spPr>
          <a:xfrm>
            <a:off x="7132638" y="1992748"/>
            <a:ext cx="1549400" cy="190376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>
                    <a:lumMod val="50000"/>
                    <a:lumOff val="50000"/>
                  </a:schemeClr>
                </a:solidFill>
                <a:latin typeface="Lato Regular"/>
                <a:cs typeface="Lato Regular"/>
              </a:defRPr>
            </a:lvl1pPr>
          </a:lstStyle>
          <a:p>
            <a:pPr lvl="0"/>
            <a:r>
              <a:rPr lang="es-ES_tradnl" dirty="0" err="1"/>
              <a:t>Subtitle</a:t>
            </a:r>
            <a:r>
              <a:rPr lang="es-ES_tradnl" dirty="0"/>
              <a:t> </a:t>
            </a:r>
            <a:r>
              <a:rPr lang="es-ES_tradnl" dirty="0" err="1"/>
              <a:t>Example</a:t>
            </a:r>
            <a:endParaRPr lang="es-ES_tradnl" dirty="0"/>
          </a:p>
        </p:txBody>
      </p:sp>
      <p:sp>
        <p:nvSpPr>
          <p:cNvPr id="79" name="Text Placeholder 2"/>
          <p:cNvSpPr>
            <a:spLocks noGrp="1"/>
          </p:cNvSpPr>
          <p:nvPr>
            <p:ph type="body" sz="quarter" idx="45" hasCustomPrompt="1"/>
          </p:nvPr>
        </p:nvSpPr>
        <p:spPr>
          <a:xfrm>
            <a:off x="6378577" y="2313958"/>
            <a:ext cx="2303461" cy="649977"/>
          </a:xfrm>
          <a:prstGeom prst="rect">
            <a:avLst/>
          </a:prstGeom>
        </p:spPr>
        <p:txBody>
          <a:bodyPr vert="horz" lIns="0" tIns="0" rIns="0" bIns="0"/>
          <a:lstStyle>
            <a:lvl1pPr marL="0" indent="0" algn="l">
              <a:lnSpc>
                <a:spcPct val="130000"/>
              </a:lnSpc>
              <a:buNone/>
              <a:defRPr sz="900" baseline="0">
                <a:solidFill>
                  <a:schemeClr val="tx1">
                    <a:lumMod val="50000"/>
                    <a:lumOff val="50000"/>
                  </a:schemeClr>
                </a:solidFill>
                <a:latin typeface="Lato Regular"/>
                <a:cs typeface="Lato Regular"/>
              </a:defRPr>
            </a:lvl1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tortor</a:t>
            </a:r>
            <a:r>
              <a:rPr lang="en-US" dirty="0"/>
              <a:t>, </a:t>
            </a:r>
            <a:r>
              <a:rPr lang="en-US" dirty="0" err="1"/>
              <a:t>mattis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dapibus</a:t>
            </a:r>
            <a:r>
              <a:rPr lang="en-US" dirty="0"/>
              <a:t> vitae, </a:t>
            </a:r>
            <a:r>
              <a:rPr lang="en-US" dirty="0" err="1"/>
              <a:t>euismod</a:t>
            </a:r>
            <a:r>
              <a:rPr lang="en-US" dirty="0"/>
              <a:t>  </a:t>
            </a:r>
            <a:r>
              <a:rPr lang="en-US" dirty="0" err="1"/>
              <a:t>purusaece</a:t>
            </a:r>
            <a:r>
              <a:rPr lang="en-US" dirty="0"/>
              <a:t>.</a:t>
            </a:r>
          </a:p>
        </p:txBody>
      </p:sp>
      <p:sp>
        <p:nvSpPr>
          <p:cNvPr id="80" name="Rounded Rectangle 79"/>
          <p:cNvSpPr/>
          <p:nvPr userDrawn="1"/>
        </p:nvSpPr>
        <p:spPr>
          <a:xfrm>
            <a:off x="452438" y="3219762"/>
            <a:ext cx="652462" cy="652462"/>
          </a:xfrm>
          <a:prstGeom prst="roundRect">
            <a:avLst>
              <a:gd name="adj" fmla="val 0"/>
            </a:avLst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Text Placeholder 7"/>
          <p:cNvSpPr>
            <a:spLocks noGrp="1"/>
          </p:cNvSpPr>
          <p:nvPr>
            <p:ph type="body" sz="quarter" idx="46" hasCustomPrompt="1"/>
          </p:nvPr>
        </p:nvSpPr>
        <p:spPr>
          <a:xfrm>
            <a:off x="513294" y="3257862"/>
            <a:ext cx="528106" cy="562099"/>
          </a:xfrm>
          <a:prstGeom prst="rect">
            <a:avLst/>
          </a:prstGeom>
        </p:spPr>
        <p:txBody>
          <a:bodyPr vert="horz" lIns="0" tIns="103884" rIns="0" bIns="103884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b="1">
                <a:solidFill>
                  <a:schemeClr val="bg1"/>
                </a:solidFill>
                <a:latin typeface="FontAwesome"/>
                <a:cs typeface="FontAwesome"/>
              </a:defRPr>
            </a:lvl1pPr>
          </a:lstStyle>
          <a:p>
            <a:pPr lvl="0"/>
            <a:r>
              <a:rPr lang="es-ES_tradnl" dirty="0" err="1"/>
              <a:t>icon</a:t>
            </a:r>
            <a:endParaRPr lang="es-ES_tradnl" dirty="0"/>
          </a:p>
        </p:txBody>
      </p:sp>
      <p:sp>
        <p:nvSpPr>
          <p:cNvPr id="82" name="Text Placeholder 7"/>
          <p:cNvSpPr>
            <a:spLocks noGrp="1"/>
          </p:cNvSpPr>
          <p:nvPr>
            <p:ph type="body" sz="quarter" idx="47" hasCustomPrompt="1"/>
          </p:nvPr>
        </p:nvSpPr>
        <p:spPr>
          <a:xfrm>
            <a:off x="1206500" y="3655172"/>
            <a:ext cx="1549400" cy="190376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>
                    <a:lumMod val="50000"/>
                    <a:lumOff val="50000"/>
                  </a:schemeClr>
                </a:solidFill>
                <a:latin typeface="Lato Regular"/>
                <a:cs typeface="Lato Regular"/>
              </a:defRPr>
            </a:lvl1pPr>
          </a:lstStyle>
          <a:p>
            <a:pPr lvl="0"/>
            <a:r>
              <a:rPr lang="es-ES_tradnl" dirty="0" err="1"/>
              <a:t>Subtitle</a:t>
            </a:r>
            <a:r>
              <a:rPr lang="es-ES_tradnl" dirty="0"/>
              <a:t> </a:t>
            </a:r>
            <a:r>
              <a:rPr lang="es-ES_tradnl" dirty="0" err="1"/>
              <a:t>Example</a:t>
            </a:r>
            <a:endParaRPr lang="es-ES_tradnl" dirty="0"/>
          </a:p>
        </p:txBody>
      </p:sp>
      <p:sp>
        <p:nvSpPr>
          <p:cNvPr id="83" name="Text Placeholder 2"/>
          <p:cNvSpPr>
            <a:spLocks noGrp="1"/>
          </p:cNvSpPr>
          <p:nvPr>
            <p:ph type="body" sz="quarter" idx="48" hasCustomPrompt="1"/>
          </p:nvPr>
        </p:nvSpPr>
        <p:spPr>
          <a:xfrm>
            <a:off x="452439" y="3977658"/>
            <a:ext cx="2303461" cy="649977"/>
          </a:xfrm>
          <a:prstGeom prst="rect">
            <a:avLst/>
          </a:prstGeom>
        </p:spPr>
        <p:txBody>
          <a:bodyPr vert="horz" lIns="0" tIns="0" rIns="0" bIns="0"/>
          <a:lstStyle>
            <a:lvl1pPr marL="0" indent="0" algn="l">
              <a:lnSpc>
                <a:spcPct val="130000"/>
              </a:lnSpc>
              <a:buNone/>
              <a:defRPr sz="900" baseline="0">
                <a:solidFill>
                  <a:schemeClr val="tx1">
                    <a:lumMod val="50000"/>
                    <a:lumOff val="50000"/>
                  </a:schemeClr>
                </a:solidFill>
                <a:latin typeface="Lato Regular"/>
                <a:cs typeface="Lato Regular"/>
              </a:defRPr>
            </a:lvl1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tortor</a:t>
            </a:r>
            <a:r>
              <a:rPr lang="en-US" dirty="0"/>
              <a:t>, </a:t>
            </a:r>
            <a:r>
              <a:rPr lang="en-US" dirty="0" err="1"/>
              <a:t>mattis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dapibus</a:t>
            </a:r>
            <a:r>
              <a:rPr lang="en-US" dirty="0"/>
              <a:t> vitae, </a:t>
            </a:r>
            <a:r>
              <a:rPr lang="en-US" dirty="0" err="1"/>
              <a:t>euismod</a:t>
            </a:r>
            <a:r>
              <a:rPr lang="en-US" dirty="0"/>
              <a:t>  </a:t>
            </a:r>
            <a:r>
              <a:rPr lang="en-US" dirty="0" err="1"/>
              <a:t>purusaece</a:t>
            </a:r>
            <a:r>
              <a:rPr lang="en-US" dirty="0"/>
              <a:t>.</a:t>
            </a:r>
          </a:p>
        </p:txBody>
      </p:sp>
      <p:sp>
        <p:nvSpPr>
          <p:cNvPr id="84" name="Rounded Rectangle 83"/>
          <p:cNvSpPr/>
          <p:nvPr userDrawn="1"/>
        </p:nvSpPr>
        <p:spPr>
          <a:xfrm>
            <a:off x="3416833" y="3219762"/>
            <a:ext cx="652462" cy="652462"/>
          </a:xfrm>
          <a:prstGeom prst="roundRect">
            <a:avLst>
              <a:gd name="adj" fmla="val 0"/>
            </a:avLst>
          </a:prstGeom>
          <a:solidFill>
            <a:schemeClr val="accent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" name="Text Placeholder 7"/>
          <p:cNvSpPr>
            <a:spLocks noGrp="1"/>
          </p:cNvSpPr>
          <p:nvPr>
            <p:ph type="body" sz="quarter" idx="49" hasCustomPrompt="1"/>
          </p:nvPr>
        </p:nvSpPr>
        <p:spPr>
          <a:xfrm>
            <a:off x="3477689" y="3257862"/>
            <a:ext cx="528106" cy="562099"/>
          </a:xfrm>
          <a:prstGeom prst="rect">
            <a:avLst/>
          </a:prstGeom>
        </p:spPr>
        <p:txBody>
          <a:bodyPr vert="horz" lIns="0" tIns="103884" rIns="0" bIns="103884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b="1">
                <a:solidFill>
                  <a:schemeClr val="bg1"/>
                </a:solidFill>
                <a:latin typeface="FontAwesome"/>
                <a:cs typeface="FontAwesome"/>
              </a:defRPr>
            </a:lvl1pPr>
          </a:lstStyle>
          <a:p>
            <a:pPr lvl="0"/>
            <a:r>
              <a:rPr lang="es-ES_tradnl" dirty="0" err="1"/>
              <a:t>icon</a:t>
            </a:r>
            <a:endParaRPr lang="es-ES_tradnl" dirty="0"/>
          </a:p>
        </p:txBody>
      </p:sp>
      <p:sp>
        <p:nvSpPr>
          <p:cNvPr id="86" name="Text Placeholder 7"/>
          <p:cNvSpPr>
            <a:spLocks noGrp="1"/>
          </p:cNvSpPr>
          <p:nvPr>
            <p:ph type="body" sz="quarter" idx="50" hasCustomPrompt="1"/>
          </p:nvPr>
        </p:nvSpPr>
        <p:spPr>
          <a:xfrm>
            <a:off x="4165600" y="3655172"/>
            <a:ext cx="1549400" cy="190376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>
                    <a:lumMod val="50000"/>
                    <a:lumOff val="50000"/>
                  </a:schemeClr>
                </a:solidFill>
                <a:latin typeface="Lato Regular"/>
                <a:cs typeface="Lato Regular"/>
              </a:defRPr>
            </a:lvl1pPr>
          </a:lstStyle>
          <a:p>
            <a:pPr lvl="0"/>
            <a:r>
              <a:rPr lang="es-ES_tradnl" dirty="0" err="1"/>
              <a:t>Subtitle</a:t>
            </a:r>
            <a:r>
              <a:rPr lang="es-ES_tradnl" dirty="0"/>
              <a:t> </a:t>
            </a:r>
            <a:r>
              <a:rPr lang="es-ES_tradnl" dirty="0" err="1"/>
              <a:t>Example</a:t>
            </a:r>
            <a:endParaRPr lang="es-ES_tradnl" dirty="0"/>
          </a:p>
        </p:txBody>
      </p:sp>
      <p:sp>
        <p:nvSpPr>
          <p:cNvPr id="87" name="Text Placeholder 2"/>
          <p:cNvSpPr>
            <a:spLocks noGrp="1"/>
          </p:cNvSpPr>
          <p:nvPr>
            <p:ph type="body" sz="quarter" idx="51" hasCustomPrompt="1"/>
          </p:nvPr>
        </p:nvSpPr>
        <p:spPr>
          <a:xfrm>
            <a:off x="3411539" y="3977658"/>
            <a:ext cx="2303461" cy="649977"/>
          </a:xfrm>
          <a:prstGeom prst="rect">
            <a:avLst/>
          </a:prstGeom>
        </p:spPr>
        <p:txBody>
          <a:bodyPr vert="horz" lIns="0" tIns="0" rIns="0" bIns="0"/>
          <a:lstStyle>
            <a:lvl1pPr marL="0" indent="0" algn="l">
              <a:lnSpc>
                <a:spcPct val="130000"/>
              </a:lnSpc>
              <a:buNone/>
              <a:defRPr sz="900" baseline="0">
                <a:solidFill>
                  <a:schemeClr val="tx1">
                    <a:lumMod val="50000"/>
                    <a:lumOff val="50000"/>
                  </a:schemeClr>
                </a:solidFill>
                <a:latin typeface="Lato Regular"/>
                <a:cs typeface="Lato Regular"/>
              </a:defRPr>
            </a:lvl1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tortor</a:t>
            </a:r>
            <a:r>
              <a:rPr lang="en-US" dirty="0"/>
              <a:t>, </a:t>
            </a:r>
            <a:r>
              <a:rPr lang="en-US" dirty="0" err="1"/>
              <a:t>mattis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dapibus</a:t>
            </a:r>
            <a:r>
              <a:rPr lang="en-US" dirty="0"/>
              <a:t> vitae, </a:t>
            </a:r>
            <a:r>
              <a:rPr lang="en-US" dirty="0" err="1"/>
              <a:t>euismod</a:t>
            </a:r>
            <a:r>
              <a:rPr lang="en-US" dirty="0"/>
              <a:t>  </a:t>
            </a:r>
            <a:r>
              <a:rPr lang="en-US" dirty="0" err="1"/>
              <a:t>purusaece</a:t>
            </a:r>
            <a:r>
              <a:rPr lang="en-US" dirty="0"/>
              <a:t>.</a:t>
            </a:r>
          </a:p>
        </p:txBody>
      </p:sp>
      <p:sp>
        <p:nvSpPr>
          <p:cNvPr id="88" name="Rounded Rectangle 87"/>
          <p:cNvSpPr/>
          <p:nvPr userDrawn="1"/>
        </p:nvSpPr>
        <p:spPr>
          <a:xfrm>
            <a:off x="6378576" y="3219762"/>
            <a:ext cx="652462" cy="652462"/>
          </a:xfrm>
          <a:prstGeom prst="roundRect">
            <a:avLst>
              <a:gd name="adj" fmla="val 0"/>
            </a:avLst>
          </a:prstGeom>
          <a:solidFill>
            <a:schemeClr val="accent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9" name="Text Placeholder 7"/>
          <p:cNvSpPr>
            <a:spLocks noGrp="1"/>
          </p:cNvSpPr>
          <p:nvPr>
            <p:ph type="body" sz="quarter" idx="52" hasCustomPrompt="1"/>
          </p:nvPr>
        </p:nvSpPr>
        <p:spPr>
          <a:xfrm>
            <a:off x="6439432" y="3257862"/>
            <a:ext cx="528106" cy="562099"/>
          </a:xfrm>
          <a:prstGeom prst="rect">
            <a:avLst/>
          </a:prstGeom>
        </p:spPr>
        <p:txBody>
          <a:bodyPr vert="horz" lIns="0" tIns="103884" rIns="0" bIns="103884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b="1">
                <a:solidFill>
                  <a:schemeClr val="bg1"/>
                </a:solidFill>
                <a:latin typeface="FontAwesome"/>
                <a:cs typeface="FontAwesome"/>
              </a:defRPr>
            </a:lvl1pPr>
          </a:lstStyle>
          <a:p>
            <a:pPr lvl="0"/>
            <a:r>
              <a:rPr lang="es-ES_tradnl" dirty="0" err="1"/>
              <a:t>icon</a:t>
            </a:r>
            <a:endParaRPr lang="es-ES_tradnl" dirty="0"/>
          </a:p>
        </p:txBody>
      </p:sp>
      <p:sp>
        <p:nvSpPr>
          <p:cNvPr id="90" name="Text Placeholder 7"/>
          <p:cNvSpPr>
            <a:spLocks noGrp="1"/>
          </p:cNvSpPr>
          <p:nvPr>
            <p:ph type="body" sz="quarter" idx="53" hasCustomPrompt="1"/>
          </p:nvPr>
        </p:nvSpPr>
        <p:spPr>
          <a:xfrm>
            <a:off x="7132638" y="3655172"/>
            <a:ext cx="1549400" cy="190376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>
                    <a:lumMod val="50000"/>
                    <a:lumOff val="50000"/>
                  </a:schemeClr>
                </a:solidFill>
                <a:latin typeface="Lato Regular"/>
                <a:cs typeface="Lato Regular"/>
              </a:defRPr>
            </a:lvl1pPr>
          </a:lstStyle>
          <a:p>
            <a:pPr lvl="0"/>
            <a:r>
              <a:rPr lang="es-ES_tradnl" dirty="0" err="1"/>
              <a:t>Subtitle</a:t>
            </a:r>
            <a:r>
              <a:rPr lang="es-ES_tradnl" dirty="0"/>
              <a:t> </a:t>
            </a:r>
            <a:r>
              <a:rPr lang="es-ES_tradnl" dirty="0" err="1"/>
              <a:t>Example</a:t>
            </a:r>
            <a:endParaRPr lang="es-ES_tradnl" dirty="0"/>
          </a:p>
        </p:txBody>
      </p:sp>
      <p:sp>
        <p:nvSpPr>
          <p:cNvPr id="91" name="Text Placeholder 2"/>
          <p:cNvSpPr>
            <a:spLocks noGrp="1"/>
          </p:cNvSpPr>
          <p:nvPr>
            <p:ph type="body" sz="quarter" idx="54" hasCustomPrompt="1"/>
          </p:nvPr>
        </p:nvSpPr>
        <p:spPr>
          <a:xfrm>
            <a:off x="6378577" y="3977658"/>
            <a:ext cx="2303461" cy="649977"/>
          </a:xfrm>
          <a:prstGeom prst="rect">
            <a:avLst/>
          </a:prstGeom>
        </p:spPr>
        <p:txBody>
          <a:bodyPr vert="horz" lIns="0" tIns="0" rIns="0" bIns="0"/>
          <a:lstStyle>
            <a:lvl1pPr marL="0" indent="0" algn="l">
              <a:lnSpc>
                <a:spcPct val="130000"/>
              </a:lnSpc>
              <a:buNone/>
              <a:defRPr sz="900" baseline="0">
                <a:solidFill>
                  <a:schemeClr val="tx1">
                    <a:lumMod val="50000"/>
                    <a:lumOff val="50000"/>
                  </a:schemeClr>
                </a:solidFill>
                <a:latin typeface="Lato Regular"/>
                <a:cs typeface="Lato Regular"/>
              </a:defRPr>
            </a:lvl1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tortor</a:t>
            </a:r>
            <a:r>
              <a:rPr lang="en-US" dirty="0"/>
              <a:t>, </a:t>
            </a:r>
            <a:r>
              <a:rPr lang="en-US" dirty="0" err="1"/>
              <a:t>mattis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dapibus</a:t>
            </a:r>
            <a:r>
              <a:rPr lang="en-US" dirty="0"/>
              <a:t> vitae, </a:t>
            </a:r>
            <a:r>
              <a:rPr lang="en-US" dirty="0" err="1"/>
              <a:t>euismod</a:t>
            </a:r>
            <a:r>
              <a:rPr lang="en-US" dirty="0"/>
              <a:t>  </a:t>
            </a:r>
            <a:r>
              <a:rPr lang="en-US" dirty="0" err="1"/>
              <a:t>purusaece</a:t>
            </a:r>
            <a:r>
              <a:rPr lang="en-US" dirty="0"/>
              <a:t>.</a:t>
            </a:r>
          </a:p>
        </p:txBody>
      </p:sp>
      <p:sp>
        <p:nvSpPr>
          <p:cNvPr id="28" name="Text Placeholder 7"/>
          <p:cNvSpPr>
            <a:spLocks noGrp="1"/>
          </p:cNvSpPr>
          <p:nvPr>
            <p:ph type="body" sz="quarter" idx="55" hasCustomPrompt="1"/>
          </p:nvPr>
        </p:nvSpPr>
        <p:spPr>
          <a:xfrm>
            <a:off x="1206500" y="1559845"/>
            <a:ext cx="1549400" cy="359817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500" b="1">
                <a:solidFill>
                  <a:schemeClr val="accent1"/>
                </a:solidFill>
                <a:latin typeface="Lato Light"/>
                <a:cs typeface="Lato Light"/>
              </a:defRPr>
            </a:lvl1pPr>
          </a:lstStyle>
          <a:p>
            <a:pPr lvl="0"/>
            <a:r>
              <a:rPr lang="es-ES_tradnl" dirty="0"/>
              <a:t>80%</a:t>
            </a:r>
          </a:p>
        </p:txBody>
      </p:sp>
      <p:sp>
        <p:nvSpPr>
          <p:cNvPr id="29" name="Text Placeholder 7"/>
          <p:cNvSpPr>
            <a:spLocks noGrp="1"/>
          </p:cNvSpPr>
          <p:nvPr>
            <p:ph type="body" sz="quarter" idx="56" hasCustomPrompt="1"/>
          </p:nvPr>
        </p:nvSpPr>
        <p:spPr>
          <a:xfrm>
            <a:off x="4165600" y="1559845"/>
            <a:ext cx="1549400" cy="359817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500" b="1">
                <a:solidFill>
                  <a:schemeClr val="accent2"/>
                </a:solidFill>
                <a:latin typeface="Lato Light"/>
                <a:cs typeface="Lato Light"/>
              </a:defRPr>
            </a:lvl1pPr>
          </a:lstStyle>
          <a:p>
            <a:pPr lvl="0"/>
            <a:r>
              <a:rPr lang="es-ES_tradnl" dirty="0"/>
              <a:t>80%</a:t>
            </a:r>
          </a:p>
        </p:txBody>
      </p:sp>
      <p:sp>
        <p:nvSpPr>
          <p:cNvPr id="30" name="Text Placeholder 7"/>
          <p:cNvSpPr>
            <a:spLocks noGrp="1"/>
          </p:cNvSpPr>
          <p:nvPr>
            <p:ph type="body" sz="quarter" idx="57" hasCustomPrompt="1"/>
          </p:nvPr>
        </p:nvSpPr>
        <p:spPr>
          <a:xfrm>
            <a:off x="7132638" y="1559845"/>
            <a:ext cx="1549400" cy="359817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500" b="1">
                <a:solidFill>
                  <a:schemeClr val="accent3"/>
                </a:solidFill>
                <a:latin typeface="Lato Light"/>
                <a:cs typeface="Lato Light"/>
              </a:defRPr>
            </a:lvl1pPr>
          </a:lstStyle>
          <a:p>
            <a:pPr lvl="0"/>
            <a:r>
              <a:rPr lang="es-ES_tradnl" dirty="0"/>
              <a:t>80%</a:t>
            </a:r>
          </a:p>
        </p:txBody>
      </p:sp>
      <p:sp>
        <p:nvSpPr>
          <p:cNvPr id="31" name="Text Placeholder 7"/>
          <p:cNvSpPr>
            <a:spLocks noGrp="1"/>
          </p:cNvSpPr>
          <p:nvPr>
            <p:ph type="body" sz="quarter" idx="58" hasCustomPrompt="1"/>
          </p:nvPr>
        </p:nvSpPr>
        <p:spPr>
          <a:xfrm>
            <a:off x="1206500" y="3219762"/>
            <a:ext cx="1549400" cy="359817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500" b="1">
                <a:solidFill>
                  <a:schemeClr val="accent4"/>
                </a:solidFill>
                <a:latin typeface="Lato Light"/>
                <a:cs typeface="Lato Light"/>
              </a:defRPr>
            </a:lvl1pPr>
          </a:lstStyle>
          <a:p>
            <a:pPr lvl="0"/>
            <a:r>
              <a:rPr lang="es-ES_tradnl" dirty="0"/>
              <a:t>80%</a:t>
            </a:r>
          </a:p>
        </p:txBody>
      </p:sp>
      <p:sp>
        <p:nvSpPr>
          <p:cNvPr id="32" name="Text Placeholder 7"/>
          <p:cNvSpPr>
            <a:spLocks noGrp="1"/>
          </p:cNvSpPr>
          <p:nvPr>
            <p:ph type="body" sz="quarter" idx="59" hasCustomPrompt="1"/>
          </p:nvPr>
        </p:nvSpPr>
        <p:spPr>
          <a:xfrm>
            <a:off x="4165600" y="3219762"/>
            <a:ext cx="1549400" cy="359817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500" b="1">
                <a:solidFill>
                  <a:schemeClr val="accent5"/>
                </a:solidFill>
                <a:latin typeface="Lato Light"/>
                <a:cs typeface="Lato Light"/>
              </a:defRPr>
            </a:lvl1pPr>
          </a:lstStyle>
          <a:p>
            <a:pPr lvl="0"/>
            <a:r>
              <a:rPr lang="es-ES_tradnl" dirty="0"/>
              <a:t>80%</a:t>
            </a:r>
          </a:p>
        </p:txBody>
      </p:sp>
      <p:sp>
        <p:nvSpPr>
          <p:cNvPr id="33" name="Text Placeholder 7"/>
          <p:cNvSpPr>
            <a:spLocks noGrp="1"/>
          </p:cNvSpPr>
          <p:nvPr>
            <p:ph type="body" sz="quarter" idx="60" hasCustomPrompt="1"/>
          </p:nvPr>
        </p:nvSpPr>
        <p:spPr>
          <a:xfrm>
            <a:off x="7132638" y="3219762"/>
            <a:ext cx="1549400" cy="359817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500" b="1">
                <a:solidFill>
                  <a:schemeClr val="accent6"/>
                </a:solidFill>
                <a:latin typeface="Lato Light"/>
                <a:cs typeface="Lato Light"/>
              </a:defRPr>
            </a:lvl1pPr>
          </a:lstStyle>
          <a:p>
            <a:pPr lvl="0"/>
            <a:r>
              <a:rPr lang="es-ES_tradnl" dirty="0"/>
              <a:t>80%</a:t>
            </a:r>
          </a:p>
        </p:txBody>
      </p:sp>
    </p:spTree>
    <p:extLst>
      <p:ext uri="{BB962C8B-B14F-4D97-AF65-F5344CB8AC3E}">
        <p14:creationId xmlns:p14="http://schemas.microsoft.com/office/powerpoint/2010/main" val="30249810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4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700"/>
                            </p:stCondLst>
                            <p:childTnLst>
                              <p:par>
                                <p:cTn id="16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4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4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100"/>
                            </p:stCondLst>
                            <p:childTnLst>
                              <p:par>
                                <p:cTn id="2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3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3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2400"/>
                            </p:stCondLst>
                            <p:childTnLst>
                              <p:par>
                                <p:cTn id="36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4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4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4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2800"/>
                            </p:stCondLst>
                            <p:childTnLst>
                              <p:par>
                                <p:cTn id="4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300" fill="hold"/>
                                        <p:tgtEl>
                                          <p:spTgt spid="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300" fill="hold"/>
                                        <p:tgtEl>
                                          <p:spTgt spid="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300"/>
                                        <p:tgtEl>
                                          <p:spTgt spid="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4100"/>
                            </p:stCondLst>
                            <p:childTnLst>
                              <p:par>
                                <p:cTn id="56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" dur="4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4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4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4500"/>
                            </p:stCondLst>
                            <p:childTnLst>
                              <p:par>
                                <p:cTn id="6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4" dur="300" fill="hold"/>
                                        <p:tgtEl>
                                          <p:spTgt spid="7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300" fill="hold"/>
                                        <p:tgtEl>
                                          <p:spTgt spid="7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6" dur="300"/>
                                        <p:tgtEl>
                                          <p:spTgt spid="7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5800"/>
                            </p:stCondLst>
                            <p:childTnLst>
                              <p:par>
                                <p:cTn id="76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8" dur="4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4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0" dur="4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6200"/>
                            </p:stCondLst>
                            <p:childTnLst>
                              <p:par>
                                <p:cTn id="8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4" dur="300" fill="hold"/>
                                        <p:tgtEl>
                                          <p:spTgt spid="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300" fill="hold"/>
                                        <p:tgtEl>
                                          <p:spTgt spid="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6" dur="300"/>
                                        <p:tgtEl>
                                          <p:spTgt spid="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0" dur="500" fill="hold"/>
                                        <p:tgtEl>
                                          <p:spTgt spid="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500" fill="hold"/>
                                        <p:tgtEl>
                                          <p:spTgt spid="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>
                            <p:stCondLst>
                              <p:cond delay="7500"/>
                            </p:stCondLst>
                            <p:childTnLst>
                              <p:par>
                                <p:cTn id="96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8" dur="4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4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0" dur="4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1" fill="hold">
                            <p:stCondLst>
                              <p:cond delay="7900"/>
                            </p:stCondLst>
                            <p:childTnLst>
                              <p:par>
                                <p:cTn id="10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4" dur="300" fill="hold"/>
                                        <p:tgtEl>
                                          <p:spTgt spid="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300" fill="hold"/>
                                        <p:tgtEl>
                                          <p:spTgt spid="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6" dur="300"/>
                                        <p:tgtEl>
                                          <p:spTgt spid="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0" dur="500" fill="hold"/>
                                        <p:tgtEl>
                                          <p:spTgt spid="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1" dur="500" fill="hold"/>
                                        <p:tgtEl>
                                          <p:spTgt spid="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2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500"/>
                                        <p:tgtEl>
                                          <p:spTgt spid="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5" fill="hold">
                            <p:stCondLst>
                              <p:cond delay="9200"/>
                            </p:stCondLst>
                            <p:childTnLst>
                              <p:par>
                                <p:cTn id="116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8" dur="4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9" dur="4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0" dur="4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1" fill="hold">
                            <p:stCondLst>
                              <p:cond delay="9600"/>
                            </p:stCondLst>
                            <p:childTnLst>
                              <p:par>
                                <p:cTn id="12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4" dur="300" fill="hold"/>
                                        <p:tgtEl>
                                          <p:spTgt spid="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5" dur="300" fill="hold"/>
                                        <p:tgtEl>
                                          <p:spTgt spid="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6" dur="300"/>
                                        <p:tgtEl>
                                          <p:spTgt spid="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500"/>
                                        <p:tgtEl>
                                          <p:spTgt spid="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0" dur="500" fill="hold"/>
                                        <p:tgtEl>
                                          <p:spTgt spid="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1" dur="500" fill="hold"/>
                                        <p:tgtEl>
                                          <p:spTgt spid="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2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4" dur="500"/>
                                        <p:tgtEl>
                                          <p:spTgt spid="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5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400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8" dur="400" fill="hold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9" dur="400" fill="hold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0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400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3" dur="400" fill="hold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4" dur="400" fill="hold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5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400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8" dur="400" fill="hold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9" dur="400" fill="hold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0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2" dur="4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3" dur="400" fill="hold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4" dur="400" fill="hold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5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400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8" dur="400" fill="hold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9" dur="400" fill="hold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0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2" dur="400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3" dur="400" fill="hold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4" dur="400" fill="hold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400"/>
                        <p:tgtEl>
                          <p:spTgt spid="8"/>
                        </p:tgtEl>
                      </p:cBhvr>
                    </p:animEffect>
                    <p:anim calcmode="lin" valueType="num">
                      <p:cBhvr>
                        <p:cTn dur="400" fill="hold"/>
                        <p:tgtEl>
                          <p:spTgt spid="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400" fill="hold"/>
                        <p:tgtEl>
                          <p:spTgt spid="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9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9"/>
                        </p:tgtEl>
                      </p:cBhvr>
                    </p:animEffect>
                    <p:anim calcmode="lin" valueType="num">
                      <p:cBhvr>
                        <p:cTn dur="500" fill="hold"/>
                        <p:tgtEl>
                          <p:spTgt spid="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" grpId="0" animBg="1"/>
      <p:bldP spid="13" grpId="0" build="p">
        <p:tmplLst>
          <p:tmpl lvl="1">
            <p:tnLst>
              <p:par>
                <p:cTn presetID="53" presetClass="entr" presetSubtype="16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300" fill="hold"/>
                        <p:tgtEl>
                          <p:spTgt spid="13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300" fill="hold"/>
                        <p:tgtEl>
                          <p:spTgt spid="13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300"/>
                        <p:tgtEl>
                          <p:spTgt spid="1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6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6"/>
                        </p:tgtEl>
                      </p:cBhvr>
                    </p:animEffect>
                    <p:anim calcmode="lin" valueType="num">
                      <p:cBhvr>
                        <p:cTn dur="500" fill="hold"/>
                        <p:tgtEl>
                          <p:spTgt spid="2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2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7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8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72" grpId="0" animBg="1"/>
      <p:bldP spid="73" grpId="0" build="p">
        <p:tmplLst>
          <p:tmpl lvl="1">
            <p:tnLst>
              <p:par>
                <p:cTn presetID="53" presetClass="entr" presetSubtype="16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300" fill="hold"/>
                        <p:tgtEl>
                          <p:spTgt spid="73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300" fill="hold"/>
                        <p:tgtEl>
                          <p:spTgt spid="73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300"/>
                        <p:tgtEl>
                          <p:spTgt spid="7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74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74"/>
                        </p:tgtEl>
                      </p:cBhvr>
                    </p:animEffect>
                    <p:anim calcmode="lin" valueType="num">
                      <p:cBhvr>
                        <p:cTn dur="500" fill="hold"/>
                        <p:tgtEl>
                          <p:spTgt spid="74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74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75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8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7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76" grpId="0" animBg="1"/>
      <p:bldP spid="77" grpId="0" build="p">
        <p:tmplLst>
          <p:tmpl lvl="1">
            <p:tnLst>
              <p:par>
                <p:cTn presetID="53" presetClass="entr" presetSubtype="16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300" fill="hold"/>
                        <p:tgtEl>
                          <p:spTgt spid="77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300" fill="hold"/>
                        <p:tgtEl>
                          <p:spTgt spid="77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300"/>
                        <p:tgtEl>
                          <p:spTgt spid="7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78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78"/>
                        </p:tgtEl>
                      </p:cBhvr>
                    </p:animEffect>
                    <p:anim calcmode="lin" valueType="num">
                      <p:cBhvr>
                        <p:cTn dur="500" fill="hold"/>
                        <p:tgtEl>
                          <p:spTgt spid="7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7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79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8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7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0" grpId="0" animBg="1"/>
      <p:bldP spid="81" grpId="0" build="p">
        <p:tmplLst>
          <p:tmpl lvl="1">
            <p:tnLst>
              <p:par>
                <p:cTn presetID="53" presetClass="entr" presetSubtype="16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300" fill="hold"/>
                        <p:tgtEl>
                          <p:spTgt spid="81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300" fill="hold"/>
                        <p:tgtEl>
                          <p:spTgt spid="81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300"/>
                        <p:tgtEl>
                          <p:spTgt spid="8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2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82"/>
                        </p:tgtEl>
                      </p:cBhvr>
                    </p:animEffect>
                    <p:anim calcmode="lin" valueType="num">
                      <p:cBhvr>
                        <p:cTn dur="500" fill="hold"/>
                        <p:tgtEl>
                          <p:spTgt spid="8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8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83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8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8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4" grpId="0" animBg="1"/>
      <p:bldP spid="85" grpId="0" build="p">
        <p:tmplLst>
          <p:tmpl lvl="1">
            <p:tnLst>
              <p:par>
                <p:cTn presetID="53" presetClass="entr" presetSubtype="16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300" fill="hold"/>
                        <p:tgtEl>
                          <p:spTgt spid="85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300" fill="hold"/>
                        <p:tgtEl>
                          <p:spTgt spid="85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300"/>
                        <p:tgtEl>
                          <p:spTgt spid="8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6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86"/>
                        </p:tgtEl>
                      </p:cBhvr>
                    </p:animEffect>
                    <p:anim calcmode="lin" valueType="num">
                      <p:cBhvr>
                        <p:cTn dur="500" fill="hold"/>
                        <p:tgtEl>
                          <p:spTgt spid="8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8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87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8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8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8" grpId="0" animBg="1"/>
      <p:bldP spid="89" grpId="0" build="p">
        <p:tmplLst>
          <p:tmpl lvl="1">
            <p:tnLst>
              <p:par>
                <p:cTn presetID="53" presetClass="entr" presetSubtype="16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300" fill="hold"/>
                        <p:tgtEl>
                          <p:spTgt spid="89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300" fill="hold"/>
                        <p:tgtEl>
                          <p:spTgt spid="89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300"/>
                        <p:tgtEl>
                          <p:spTgt spid="8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90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90"/>
                        </p:tgtEl>
                      </p:cBhvr>
                    </p:animEffect>
                    <p:anim calcmode="lin" valueType="num">
                      <p:cBhvr>
                        <p:cTn dur="500" fill="hold"/>
                        <p:tgtEl>
                          <p:spTgt spid="90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90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91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8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9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8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400"/>
                        <p:tgtEl>
                          <p:spTgt spid="28"/>
                        </p:tgtEl>
                      </p:cBhvr>
                    </p:animEffect>
                    <p:anim calcmode="lin" valueType="num">
                      <p:cBhvr>
                        <p:cTn dur="400" fill="hold"/>
                        <p:tgtEl>
                          <p:spTgt spid="2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400" fill="hold"/>
                        <p:tgtEl>
                          <p:spTgt spid="2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9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400"/>
                        <p:tgtEl>
                          <p:spTgt spid="29"/>
                        </p:tgtEl>
                      </p:cBhvr>
                    </p:animEffect>
                    <p:anim calcmode="lin" valueType="num">
                      <p:cBhvr>
                        <p:cTn dur="400" fill="hold"/>
                        <p:tgtEl>
                          <p:spTgt spid="2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400" fill="hold"/>
                        <p:tgtEl>
                          <p:spTgt spid="2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0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400"/>
                        <p:tgtEl>
                          <p:spTgt spid="30"/>
                        </p:tgtEl>
                      </p:cBhvr>
                    </p:animEffect>
                    <p:anim calcmode="lin" valueType="num">
                      <p:cBhvr>
                        <p:cTn dur="400" fill="hold"/>
                        <p:tgtEl>
                          <p:spTgt spid="30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400" fill="hold"/>
                        <p:tgtEl>
                          <p:spTgt spid="30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1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400"/>
                        <p:tgtEl>
                          <p:spTgt spid="31"/>
                        </p:tgtEl>
                      </p:cBhvr>
                    </p:animEffect>
                    <p:anim calcmode="lin" valueType="num">
                      <p:cBhvr>
                        <p:cTn dur="400" fill="hold"/>
                        <p:tgtEl>
                          <p:spTgt spid="3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400" fill="hold"/>
                        <p:tgtEl>
                          <p:spTgt spid="3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2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400"/>
                        <p:tgtEl>
                          <p:spTgt spid="32"/>
                        </p:tgtEl>
                      </p:cBhvr>
                    </p:animEffect>
                    <p:anim calcmode="lin" valueType="num">
                      <p:cBhvr>
                        <p:cTn dur="400" fill="hold"/>
                        <p:tgtEl>
                          <p:spTgt spid="3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400" fill="hold"/>
                        <p:tgtEl>
                          <p:spTgt spid="3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3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400"/>
                        <p:tgtEl>
                          <p:spTgt spid="33"/>
                        </p:tgtEl>
                      </p:cBhvr>
                    </p:animEffect>
                    <p:anim calcmode="lin" valueType="num">
                      <p:cBhvr>
                        <p:cTn dur="400" fill="hold"/>
                        <p:tgtEl>
                          <p:spTgt spid="3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400" fill="hold"/>
                        <p:tgtEl>
                          <p:spTgt spid="3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ic lis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/>
          <p:cNvSpPr>
            <a:spLocks noGrp="1"/>
          </p:cNvSpPr>
          <p:nvPr>
            <p:ph type="body" sz="quarter" idx="10" hasCustomPrompt="1"/>
          </p:nvPr>
        </p:nvSpPr>
        <p:spPr>
          <a:xfrm>
            <a:off x="452438" y="270483"/>
            <a:ext cx="8229600" cy="359817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500" b="1">
                <a:solidFill>
                  <a:schemeClr val="tx1">
                    <a:lumMod val="75000"/>
                    <a:lumOff val="25000"/>
                  </a:schemeClr>
                </a:solidFill>
                <a:latin typeface="Lato Light"/>
                <a:cs typeface="Lato Light"/>
              </a:defRPr>
            </a:lvl1pPr>
          </a:lstStyle>
          <a:p>
            <a:pPr lvl="0"/>
            <a:r>
              <a:rPr lang="es-ES_tradnl" dirty="0"/>
              <a:t>Text </a:t>
            </a:r>
            <a:r>
              <a:rPr lang="es-ES_tradnl" dirty="0" err="1"/>
              <a:t>example</a:t>
            </a:r>
            <a:endParaRPr lang="es-ES_tradnl" dirty="0"/>
          </a:p>
        </p:txBody>
      </p:sp>
      <p:sp>
        <p:nvSpPr>
          <p:cNvPr id="9" name="Text Placeholder 7"/>
          <p:cNvSpPr>
            <a:spLocks noGrp="1"/>
          </p:cNvSpPr>
          <p:nvPr>
            <p:ph type="body" sz="quarter" idx="11" hasCustomPrompt="1"/>
          </p:nvPr>
        </p:nvSpPr>
        <p:spPr>
          <a:xfrm>
            <a:off x="452438" y="689252"/>
            <a:ext cx="8229600" cy="190376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accent3"/>
                </a:solidFill>
                <a:latin typeface="Lato Light"/>
                <a:cs typeface="Lato Light"/>
              </a:defRPr>
            </a:lvl1pPr>
          </a:lstStyle>
          <a:p>
            <a:pPr lvl="0"/>
            <a:r>
              <a:rPr lang="es-ES_tradnl" dirty="0" err="1"/>
              <a:t>Subtitle</a:t>
            </a:r>
            <a:r>
              <a:rPr lang="es-ES_tradnl" dirty="0"/>
              <a:t> </a:t>
            </a:r>
            <a:r>
              <a:rPr lang="es-ES_tradnl" dirty="0" err="1"/>
              <a:t>Example</a:t>
            </a:r>
            <a:endParaRPr lang="es-ES_tradnl" dirty="0"/>
          </a:p>
        </p:txBody>
      </p:sp>
      <p:sp>
        <p:nvSpPr>
          <p:cNvPr id="35" name="Text Placeholder 7"/>
          <p:cNvSpPr>
            <a:spLocks noGrp="1"/>
          </p:cNvSpPr>
          <p:nvPr>
            <p:ph type="body" sz="quarter" idx="39" hasCustomPrompt="1"/>
          </p:nvPr>
        </p:nvSpPr>
        <p:spPr>
          <a:xfrm>
            <a:off x="467786" y="1441762"/>
            <a:ext cx="528106" cy="562099"/>
          </a:xfrm>
          <a:prstGeom prst="rect">
            <a:avLst/>
          </a:prstGeom>
        </p:spPr>
        <p:txBody>
          <a:bodyPr vert="horz" lIns="0" tIns="103884" rIns="0" bIns="103884"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3000" b="1">
                <a:solidFill>
                  <a:schemeClr val="accent1"/>
                </a:solidFill>
                <a:latin typeface="FontAwesome"/>
                <a:cs typeface="FontAwesome"/>
              </a:defRPr>
            </a:lvl1pPr>
          </a:lstStyle>
          <a:p>
            <a:pPr lvl="0"/>
            <a:r>
              <a:rPr lang="es-ES_tradnl" dirty="0" err="1"/>
              <a:t>ico</a:t>
            </a:r>
            <a:endParaRPr lang="es-ES_tradnl" dirty="0"/>
          </a:p>
        </p:txBody>
      </p:sp>
      <p:sp>
        <p:nvSpPr>
          <p:cNvPr id="36" name="Text Placeholder 7"/>
          <p:cNvSpPr>
            <a:spLocks noGrp="1"/>
          </p:cNvSpPr>
          <p:nvPr>
            <p:ph type="body" sz="quarter" idx="19" hasCustomPrompt="1"/>
          </p:nvPr>
        </p:nvSpPr>
        <p:spPr>
          <a:xfrm>
            <a:off x="995892" y="1786533"/>
            <a:ext cx="1760008" cy="217328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accent3"/>
                </a:solidFill>
                <a:latin typeface="Lato Regular"/>
                <a:cs typeface="Lato Regular"/>
              </a:defRPr>
            </a:lvl1pPr>
          </a:lstStyle>
          <a:p>
            <a:pPr lvl="0"/>
            <a:r>
              <a:rPr lang="es-ES_tradnl" dirty="0" err="1"/>
              <a:t>Subtitle</a:t>
            </a:r>
            <a:r>
              <a:rPr lang="es-ES_tradnl" dirty="0"/>
              <a:t> </a:t>
            </a:r>
            <a:r>
              <a:rPr lang="es-ES_tradnl" dirty="0" err="1"/>
              <a:t>Example</a:t>
            </a:r>
            <a:endParaRPr lang="es-ES_tradnl" dirty="0"/>
          </a:p>
        </p:txBody>
      </p:sp>
      <p:sp>
        <p:nvSpPr>
          <p:cNvPr id="37" name="Text Placeholder 2"/>
          <p:cNvSpPr>
            <a:spLocks noGrp="1"/>
          </p:cNvSpPr>
          <p:nvPr>
            <p:ph type="body" sz="quarter" idx="16" hasCustomPrompt="1"/>
          </p:nvPr>
        </p:nvSpPr>
        <p:spPr>
          <a:xfrm>
            <a:off x="452439" y="2136158"/>
            <a:ext cx="2303461" cy="1953242"/>
          </a:xfrm>
          <a:prstGeom prst="rect">
            <a:avLst/>
          </a:prstGeom>
        </p:spPr>
        <p:txBody>
          <a:bodyPr vert="horz" lIns="0" tIns="0" rIns="0" bIns="0"/>
          <a:lstStyle>
            <a:lvl1pPr marL="0" indent="0" algn="l">
              <a:lnSpc>
                <a:spcPct val="130000"/>
              </a:lnSpc>
              <a:buNone/>
              <a:defRPr sz="900" baseline="0">
                <a:solidFill>
                  <a:schemeClr val="tx1">
                    <a:lumMod val="50000"/>
                    <a:lumOff val="50000"/>
                  </a:schemeClr>
                </a:solidFill>
                <a:latin typeface="Lato Regular"/>
                <a:cs typeface="Lato Regular"/>
              </a:defRPr>
            </a:lvl1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tortor</a:t>
            </a:r>
            <a:r>
              <a:rPr lang="en-US" dirty="0"/>
              <a:t>, </a:t>
            </a:r>
            <a:r>
              <a:rPr lang="en-US" dirty="0" err="1"/>
              <a:t>mattis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dapibus</a:t>
            </a:r>
            <a:r>
              <a:rPr lang="en-US" dirty="0"/>
              <a:t> vitae, </a:t>
            </a:r>
            <a:r>
              <a:rPr lang="en-US" dirty="0" err="1"/>
              <a:t>euismod</a:t>
            </a:r>
            <a:r>
              <a:rPr lang="en-US" dirty="0"/>
              <a:t> non </a:t>
            </a:r>
            <a:r>
              <a:rPr lang="en-US" dirty="0" err="1"/>
              <a:t>purus</a:t>
            </a:r>
            <a:r>
              <a:rPr lang="en-US" dirty="0"/>
              <a:t>. Maecenas </a:t>
            </a:r>
            <a:r>
              <a:rPr lang="en-US" dirty="0" err="1"/>
              <a:t>ut</a:t>
            </a:r>
            <a:r>
              <a:rPr lang="en-US" dirty="0"/>
              <a:t> lacus </a:t>
            </a:r>
            <a:r>
              <a:rPr lang="en-US" dirty="0" err="1"/>
              <a:t>nec</a:t>
            </a:r>
            <a:r>
              <a:rPr lang="en-US" dirty="0"/>
              <a:t> </a:t>
            </a:r>
            <a:r>
              <a:rPr lang="en-US" dirty="0" err="1"/>
              <a:t>mauris</a:t>
            </a:r>
            <a:r>
              <a:rPr lang="en-US" dirty="0"/>
              <a:t> </a:t>
            </a:r>
            <a:r>
              <a:rPr lang="en-US" dirty="0" err="1"/>
              <a:t>feugiat</a:t>
            </a:r>
            <a:r>
              <a:rPr lang="en-US" dirty="0"/>
              <a:t> </a:t>
            </a:r>
            <a:r>
              <a:rPr lang="en-US" dirty="0" err="1"/>
              <a:t>tristique</a:t>
            </a:r>
            <a:r>
              <a:rPr lang="en-US" dirty="0"/>
              <a:t> et in </a:t>
            </a:r>
            <a:r>
              <a:rPr lang="en-US" dirty="0" err="1"/>
              <a:t>metus.is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 </a:t>
            </a:r>
            <a:r>
              <a:rPr lang="en-US" dirty="0" err="1"/>
              <a:t>eros</a:t>
            </a:r>
            <a:r>
              <a:rPr lang="en-US" dirty="0"/>
              <a:t> </a:t>
            </a:r>
            <a:r>
              <a:rPr lang="en-US" dirty="0" err="1"/>
              <a:t>vel</a:t>
            </a:r>
            <a:r>
              <a:rPr lang="en-US" dirty="0"/>
              <a:t> </a:t>
            </a:r>
            <a:r>
              <a:rPr lang="en-US" dirty="0" err="1"/>
              <a:t>lectus</a:t>
            </a:r>
            <a:r>
              <a:rPr lang="en-US" dirty="0"/>
              <a:t> semper semper. </a:t>
            </a:r>
            <a:r>
              <a:rPr lang="en-US" dirty="0" err="1"/>
              <a:t>Nullam</a:t>
            </a:r>
            <a:r>
              <a:rPr lang="en-US" dirty="0"/>
              <a:t> </a:t>
            </a:r>
            <a:r>
              <a:rPr lang="en-US" dirty="0" err="1"/>
              <a:t>finibus</a:t>
            </a:r>
            <a:r>
              <a:rPr lang="en-US" dirty="0"/>
              <a:t> </a:t>
            </a:r>
            <a:r>
              <a:rPr lang="en-US" dirty="0" err="1"/>
              <a:t>nisl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ligula </a:t>
            </a:r>
            <a:r>
              <a:rPr lang="en-US" dirty="0" err="1"/>
              <a:t>vesti</a:t>
            </a:r>
            <a:r>
              <a:rPr lang="en-US" dirty="0"/>
              <a:t> </a:t>
            </a:r>
            <a:r>
              <a:rPr lang="en-US" dirty="0" err="1"/>
              <a:t>bulum</a:t>
            </a:r>
            <a:r>
              <a:rPr lang="en-US" dirty="0"/>
              <a:t>, </a:t>
            </a:r>
            <a:r>
              <a:rPr lang="en-US" dirty="0" err="1"/>
              <a:t>ut</a:t>
            </a:r>
            <a:r>
              <a:rPr lang="en-US" dirty="0"/>
              <a:t> semper ex </a:t>
            </a:r>
            <a:r>
              <a:rPr lang="en-US" dirty="0" err="1"/>
              <a:t>suscipit</a:t>
            </a:r>
            <a:r>
              <a:rPr lang="en-US" dirty="0"/>
              <a:t>. </a:t>
            </a:r>
            <a:r>
              <a:rPr lang="en-US" dirty="0" err="1"/>
              <a:t>Cras</a:t>
            </a:r>
            <a:r>
              <a:rPr lang="en-US" dirty="0"/>
              <a:t> </a:t>
            </a:r>
            <a:r>
              <a:rPr lang="en-US" dirty="0" err="1"/>
              <a:t>fringilla</a:t>
            </a:r>
            <a:r>
              <a:rPr lang="en-US" dirty="0"/>
              <a:t> </a:t>
            </a:r>
            <a:r>
              <a:rPr lang="en-US" dirty="0" err="1"/>
              <a:t>suscipit</a:t>
            </a:r>
            <a:r>
              <a:rPr lang="en-US" dirty="0"/>
              <a:t> </a:t>
            </a:r>
            <a:r>
              <a:rPr lang="en-US" dirty="0" err="1"/>
              <a:t>cursus</a:t>
            </a:r>
            <a:r>
              <a:rPr lang="en-US" dirty="0"/>
              <a:t>. </a:t>
            </a:r>
            <a:r>
              <a:rPr lang="en-US" dirty="0" err="1"/>
              <a:t>Aenean</a:t>
            </a:r>
            <a:r>
              <a:rPr lang="en-US" dirty="0"/>
              <a:t> </a:t>
            </a:r>
            <a:r>
              <a:rPr lang="en-US" dirty="0" err="1"/>
              <a:t>accumsan</a:t>
            </a:r>
            <a:r>
              <a:rPr lang="en-US" dirty="0"/>
              <a:t> males </a:t>
            </a:r>
            <a:r>
              <a:rPr lang="en-US" dirty="0" err="1"/>
              <a:t>uada</a:t>
            </a:r>
            <a:r>
              <a:rPr lang="en-US" dirty="0"/>
              <a:t> </a:t>
            </a:r>
            <a:r>
              <a:rPr lang="en-US" dirty="0" err="1"/>
              <a:t>hendrerit</a:t>
            </a:r>
            <a:r>
              <a:rPr lang="en-US" dirty="0"/>
              <a:t>. </a:t>
            </a:r>
            <a:r>
              <a:rPr lang="en-US" dirty="0" err="1"/>
              <a:t>Morbi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dolor ante.</a:t>
            </a:r>
          </a:p>
        </p:txBody>
      </p:sp>
      <p:sp>
        <p:nvSpPr>
          <p:cNvPr id="39" name="Text Placeholder 7"/>
          <p:cNvSpPr>
            <a:spLocks noGrp="1"/>
          </p:cNvSpPr>
          <p:nvPr>
            <p:ph type="body" sz="quarter" idx="55" hasCustomPrompt="1"/>
          </p:nvPr>
        </p:nvSpPr>
        <p:spPr>
          <a:xfrm>
            <a:off x="995892" y="1437161"/>
            <a:ext cx="1760008" cy="359817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  <a:latin typeface="Lato Light"/>
                <a:cs typeface="Lato Light"/>
              </a:defRPr>
            </a:lvl1pPr>
          </a:lstStyle>
          <a:p>
            <a:pPr lvl="0"/>
            <a:r>
              <a:rPr lang="es-ES_tradnl" dirty="0" err="1"/>
              <a:t>Chort</a:t>
            </a:r>
            <a:r>
              <a:rPr lang="es-ES_tradnl" dirty="0"/>
              <a:t> </a:t>
            </a:r>
            <a:r>
              <a:rPr lang="es-ES_tradnl" dirty="0" err="1"/>
              <a:t>title</a:t>
            </a:r>
            <a:endParaRPr lang="es-ES_tradnl" dirty="0"/>
          </a:p>
        </p:txBody>
      </p:sp>
      <p:sp>
        <p:nvSpPr>
          <p:cNvPr id="40" name="Text Placeholder 7"/>
          <p:cNvSpPr>
            <a:spLocks noGrp="1"/>
          </p:cNvSpPr>
          <p:nvPr>
            <p:ph type="body" sz="quarter" idx="56" hasCustomPrompt="1"/>
          </p:nvPr>
        </p:nvSpPr>
        <p:spPr>
          <a:xfrm>
            <a:off x="3401486" y="1441762"/>
            <a:ext cx="528106" cy="562099"/>
          </a:xfrm>
          <a:prstGeom prst="rect">
            <a:avLst/>
          </a:prstGeom>
        </p:spPr>
        <p:txBody>
          <a:bodyPr vert="horz" lIns="0" tIns="103884" rIns="0" bIns="103884"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3000" b="1">
                <a:solidFill>
                  <a:schemeClr val="accent2"/>
                </a:solidFill>
                <a:latin typeface="FontAwesome"/>
                <a:cs typeface="FontAwesome"/>
              </a:defRPr>
            </a:lvl1pPr>
          </a:lstStyle>
          <a:p>
            <a:pPr lvl="0"/>
            <a:r>
              <a:rPr lang="es-ES_tradnl" dirty="0" err="1"/>
              <a:t>ico</a:t>
            </a:r>
            <a:endParaRPr lang="es-ES_tradnl" dirty="0"/>
          </a:p>
        </p:txBody>
      </p:sp>
      <p:sp>
        <p:nvSpPr>
          <p:cNvPr id="41" name="Text Placeholder 7"/>
          <p:cNvSpPr>
            <a:spLocks noGrp="1"/>
          </p:cNvSpPr>
          <p:nvPr>
            <p:ph type="body" sz="quarter" idx="57" hasCustomPrompt="1"/>
          </p:nvPr>
        </p:nvSpPr>
        <p:spPr>
          <a:xfrm>
            <a:off x="3929592" y="1786533"/>
            <a:ext cx="1760008" cy="217328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accent3"/>
                </a:solidFill>
                <a:latin typeface="Lato Regular"/>
                <a:cs typeface="Lato Regular"/>
              </a:defRPr>
            </a:lvl1pPr>
          </a:lstStyle>
          <a:p>
            <a:pPr lvl="0"/>
            <a:r>
              <a:rPr lang="es-ES_tradnl" dirty="0" err="1"/>
              <a:t>Subtitle</a:t>
            </a:r>
            <a:r>
              <a:rPr lang="es-ES_tradnl" dirty="0"/>
              <a:t> </a:t>
            </a:r>
            <a:r>
              <a:rPr lang="es-ES_tradnl" dirty="0" err="1"/>
              <a:t>Example</a:t>
            </a:r>
            <a:endParaRPr lang="es-ES_tradnl" dirty="0"/>
          </a:p>
        </p:txBody>
      </p:sp>
      <p:sp>
        <p:nvSpPr>
          <p:cNvPr id="42" name="Text Placeholder 2"/>
          <p:cNvSpPr>
            <a:spLocks noGrp="1"/>
          </p:cNvSpPr>
          <p:nvPr>
            <p:ph type="body" sz="quarter" idx="58" hasCustomPrompt="1"/>
          </p:nvPr>
        </p:nvSpPr>
        <p:spPr>
          <a:xfrm>
            <a:off x="3386139" y="2136158"/>
            <a:ext cx="2303461" cy="1953242"/>
          </a:xfrm>
          <a:prstGeom prst="rect">
            <a:avLst/>
          </a:prstGeom>
        </p:spPr>
        <p:txBody>
          <a:bodyPr vert="horz" lIns="0" tIns="0" rIns="0" bIns="0"/>
          <a:lstStyle>
            <a:lvl1pPr marL="0" indent="0" algn="l">
              <a:lnSpc>
                <a:spcPct val="130000"/>
              </a:lnSpc>
              <a:buNone/>
              <a:defRPr sz="900" baseline="0">
                <a:solidFill>
                  <a:schemeClr val="tx1">
                    <a:lumMod val="50000"/>
                    <a:lumOff val="50000"/>
                  </a:schemeClr>
                </a:solidFill>
                <a:latin typeface="Lato Regular"/>
                <a:cs typeface="Lato Regular"/>
              </a:defRPr>
            </a:lvl1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tortor</a:t>
            </a:r>
            <a:r>
              <a:rPr lang="en-US" dirty="0"/>
              <a:t>, </a:t>
            </a:r>
            <a:r>
              <a:rPr lang="en-US" dirty="0" err="1"/>
              <a:t>mattis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dapibus</a:t>
            </a:r>
            <a:r>
              <a:rPr lang="en-US" dirty="0"/>
              <a:t> vitae, </a:t>
            </a:r>
            <a:r>
              <a:rPr lang="en-US" dirty="0" err="1"/>
              <a:t>euismod</a:t>
            </a:r>
            <a:r>
              <a:rPr lang="en-US" dirty="0"/>
              <a:t> non </a:t>
            </a:r>
            <a:r>
              <a:rPr lang="en-US" dirty="0" err="1"/>
              <a:t>purus</a:t>
            </a:r>
            <a:r>
              <a:rPr lang="en-US" dirty="0"/>
              <a:t>. Maecenas </a:t>
            </a:r>
            <a:r>
              <a:rPr lang="en-US" dirty="0" err="1"/>
              <a:t>ut</a:t>
            </a:r>
            <a:r>
              <a:rPr lang="en-US" dirty="0"/>
              <a:t> lacus </a:t>
            </a:r>
            <a:r>
              <a:rPr lang="en-US" dirty="0" err="1"/>
              <a:t>nec</a:t>
            </a:r>
            <a:r>
              <a:rPr lang="en-US" dirty="0"/>
              <a:t> </a:t>
            </a:r>
            <a:r>
              <a:rPr lang="en-US" dirty="0" err="1"/>
              <a:t>mauris</a:t>
            </a:r>
            <a:r>
              <a:rPr lang="en-US" dirty="0"/>
              <a:t> </a:t>
            </a:r>
            <a:r>
              <a:rPr lang="en-US" dirty="0" err="1"/>
              <a:t>feugiat</a:t>
            </a:r>
            <a:r>
              <a:rPr lang="en-US" dirty="0"/>
              <a:t> </a:t>
            </a:r>
            <a:r>
              <a:rPr lang="en-US" dirty="0" err="1"/>
              <a:t>tristique</a:t>
            </a:r>
            <a:r>
              <a:rPr lang="en-US" dirty="0"/>
              <a:t> et in </a:t>
            </a:r>
            <a:r>
              <a:rPr lang="en-US" dirty="0" err="1"/>
              <a:t>metus.is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 </a:t>
            </a:r>
            <a:r>
              <a:rPr lang="en-US" dirty="0" err="1"/>
              <a:t>eros</a:t>
            </a:r>
            <a:r>
              <a:rPr lang="en-US" dirty="0"/>
              <a:t> </a:t>
            </a:r>
            <a:r>
              <a:rPr lang="en-US" dirty="0" err="1"/>
              <a:t>vel</a:t>
            </a:r>
            <a:r>
              <a:rPr lang="en-US" dirty="0"/>
              <a:t> </a:t>
            </a:r>
            <a:r>
              <a:rPr lang="en-US" dirty="0" err="1"/>
              <a:t>lectus</a:t>
            </a:r>
            <a:r>
              <a:rPr lang="en-US" dirty="0"/>
              <a:t> semper semper. </a:t>
            </a:r>
            <a:r>
              <a:rPr lang="en-US" dirty="0" err="1"/>
              <a:t>Nullam</a:t>
            </a:r>
            <a:r>
              <a:rPr lang="en-US" dirty="0"/>
              <a:t> </a:t>
            </a:r>
            <a:r>
              <a:rPr lang="en-US" dirty="0" err="1"/>
              <a:t>finibus</a:t>
            </a:r>
            <a:r>
              <a:rPr lang="en-US" dirty="0"/>
              <a:t> </a:t>
            </a:r>
            <a:r>
              <a:rPr lang="en-US" dirty="0" err="1"/>
              <a:t>nisl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ligula </a:t>
            </a:r>
            <a:r>
              <a:rPr lang="en-US" dirty="0" err="1"/>
              <a:t>vesti</a:t>
            </a:r>
            <a:r>
              <a:rPr lang="en-US" dirty="0"/>
              <a:t> </a:t>
            </a:r>
            <a:r>
              <a:rPr lang="en-US" dirty="0" err="1"/>
              <a:t>bulum</a:t>
            </a:r>
            <a:r>
              <a:rPr lang="en-US" dirty="0"/>
              <a:t>, </a:t>
            </a:r>
            <a:r>
              <a:rPr lang="en-US" dirty="0" err="1"/>
              <a:t>ut</a:t>
            </a:r>
            <a:r>
              <a:rPr lang="en-US" dirty="0"/>
              <a:t> semper ex </a:t>
            </a:r>
            <a:r>
              <a:rPr lang="en-US" dirty="0" err="1"/>
              <a:t>suscipit</a:t>
            </a:r>
            <a:r>
              <a:rPr lang="en-US" dirty="0"/>
              <a:t>. </a:t>
            </a:r>
            <a:r>
              <a:rPr lang="en-US" dirty="0" err="1"/>
              <a:t>Cras</a:t>
            </a:r>
            <a:r>
              <a:rPr lang="en-US" dirty="0"/>
              <a:t> </a:t>
            </a:r>
            <a:r>
              <a:rPr lang="en-US" dirty="0" err="1"/>
              <a:t>fringilla</a:t>
            </a:r>
            <a:r>
              <a:rPr lang="en-US" dirty="0"/>
              <a:t> </a:t>
            </a:r>
            <a:r>
              <a:rPr lang="en-US" dirty="0" err="1"/>
              <a:t>suscipit</a:t>
            </a:r>
            <a:r>
              <a:rPr lang="en-US" dirty="0"/>
              <a:t> </a:t>
            </a:r>
            <a:r>
              <a:rPr lang="en-US" dirty="0" err="1"/>
              <a:t>cursus</a:t>
            </a:r>
            <a:r>
              <a:rPr lang="en-US" dirty="0"/>
              <a:t>. </a:t>
            </a:r>
            <a:r>
              <a:rPr lang="en-US" dirty="0" err="1"/>
              <a:t>Aenean</a:t>
            </a:r>
            <a:r>
              <a:rPr lang="en-US" dirty="0"/>
              <a:t> </a:t>
            </a:r>
            <a:r>
              <a:rPr lang="en-US" dirty="0" err="1"/>
              <a:t>accumsan</a:t>
            </a:r>
            <a:r>
              <a:rPr lang="en-US" dirty="0"/>
              <a:t> males </a:t>
            </a:r>
            <a:r>
              <a:rPr lang="en-US" dirty="0" err="1"/>
              <a:t>uada</a:t>
            </a:r>
            <a:r>
              <a:rPr lang="en-US" dirty="0"/>
              <a:t> </a:t>
            </a:r>
            <a:r>
              <a:rPr lang="en-US" dirty="0" err="1"/>
              <a:t>hendrerit</a:t>
            </a:r>
            <a:r>
              <a:rPr lang="en-US" dirty="0"/>
              <a:t>. </a:t>
            </a:r>
            <a:r>
              <a:rPr lang="en-US" dirty="0" err="1"/>
              <a:t>Morbi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dolor ante.</a:t>
            </a:r>
          </a:p>
        </p:txBody>
      </p:sp>
      <p:sp>
        <p:nvSpPr>
          <p:cNvPr id="43" name="Text Placeholder 7"/>
          <p:cNvSpPr>
            <a:spLocks noGrp="1"/>
          </p:cNvSpPr>
          <p:nvPr>
            <p:ph type="body" sz="quarter" idx="59" hasCustomPrompt="1"/>
          </p:nvPr>
        </p:nvSpPr>
        <p:spPr>
          <a:xfrm>
            <a:off x="3929592" y="1437161"/>
            <a:ext cx="1760008" cy="359817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  <a:latin typeface="Lato Light"/>
                <a:cs typeface="Lato Light"/>
              </a:defRPr>
            </a:lvl1pPr>
          </a:lstStyle>
          <a:p>
            <a:pPr lvl="0"/>
            <a:r>
              <a:rPr lang="es-ES_tradnl" dirty="0" err="1"/>
              <a:t>Chort</a:t>
            </a:r>
            <a:r>
              <a:rPr lang="es-ES_tradnl" dirty="0"/>
              <a:t> </a:t>
            </a:r>
            <a:r>
              <a:rPr lang="es-ES_tradnl" dirty="0" err="1"/>
              <a:t>title</a:t>
            </a:r>
            <a:endParaRPr lang="es-ES_tradnl" dirty="0"/>
          </a:p>
        </p:txBody>
      </p:sp>
      <p:sp>
        <p:nvSpPr>
          <p:cNvPr id="44" name="Text Placeholder 7"/>
          <p:cNvSpPr>
            <a:spLocks noGrp="1"/>
          </p:cNvSpPr>
          <p:nvPr>
            <p:ph type="body" sz="quarter" idx="60" hasCustomPrompt="1"/>
          </p:nvPr>
        </p:nvSpPr>
        <p:spPr>
          <a:xfrm>
            <a:off x="6381224" y="1441762"/>
            <a:ext cx="528106" cy="562099"/>
          </a:xfrm>
          <a:prstGeom prst="rect">
            <a:avLst/>
          </a:prstGeom>
        </p:spPr>
        <p:txBody>
          <a:bodyPr vert="horz" lIns="0" tIns="103884" rIns="0" bIns="103884"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3000" b="1">
                <a:solidFill>
                  <a:schemeClr val="accent1"/>
                </a:solidFill>
                <a:latin typeface="FontAwesome"/>
                <a:cs typeface="FontAwesome"/>
              </a:defRPr>
            </a:lvl1pPr>
          </a:lstStyle>
          <a:p>
            <a:pPr lvl="0"/>
            <a:r>
              <a:rPr lang="es-ES_tradnl" dirty="0" err="1"/>
              <a:t>ico</a:t>
            </a:r>
            <a:endParaRPr lang="es-ES_tradnl" dirty="0"/>
          </a:p>
        </p:txBody>
      </p:sp>
      <p:sp>
        <p:nvSpPr>
          <p:cNvPr id="45" name="Text Placeholder 7"/>
          <p:cNvSpPr>
            <a:spLocks noGrp="1"/>
          </p:cNvSpPr>
          <p:nvPr>
            <p:ph type="body" sz="quarter" idx="61" hasCustomPrompt="1"/>
          </p:nvPr>
        </p:nvSpPr>
        <p:spPr>
          <a:xfrm>
            <a:off x="6909330" y="1786533"/>
            <a:ext cx="1760008" cy="217328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accent3"/>
                </a:solidFill>
                <a:latin typeface="Lato Regular"/>
                <a:cs typeface="Lato Regular"/>
              </a:defRPr>
            </a:lvl1pPr>
          </a:lstStyle>
          <a:p>
            <a:pPr lvl="0"/>
            <a:r>
              <a:rPr lang="es-ES_tradnl" dirty="0" err="1"/>
              <a:t>Subtitle</a:t>
            </a:r>
            <a:r>
              <a:rPr lang="es-ES_tradnl" dirty="0"/>
              <a:t> </a:t>
            </a:r>
            <a:r>
              <a:rPr lang="es-ES_tradnl" dirty="0" err="1"/>
              <a:t>Example</a:t>
            </a:r>
            <a:endParaRPr lang="es-ES_tradnl" dirty="0"/>
          </a:p>
        </p:txBody>
      </p:sp>
      <p:sp>
        <p:nvSpPr>
          <p:cNvPr id="46" name="Text Placeholder 2"/>
          <p:cNvSpPr>
            <a:spLocks noGrp="1"/>
          </p:cNvSpPr>
          <p:nvPr>
            <p:ph type="body" sz="quarter" idx="62" hasCustomPrompt="1"/>
          </p:nvPr>
        </p:nvSpPr>
        <p:spPr>
          <a:xfrm>
            <a:off x="6365877" y="2136158"/>
            <a:ext cx="2303461" cy="1953242"/>
          </a:xfrm>
          <a:prstGeom prst="rect">
            <a:avLst/>
          </a:prstGeom>
        </p:spPr>
        <p:txBody>
          <a:bodyPr vert="horz" lIns="0" tIns="0" rIns="0" bIns="0"/>
          <a:lstStyle>
            <a:lvl1pPr marL="0" indent="0" algn="l">
              <a:lnSpc>
                <a:spcPct val="130000"/>
              </a:lnSpc>
              <a:buNone/>
              <a:defRPr sz="900" baseline="0">
                <a:solidFill>
                  <a:schemeClr val="tx1">
                    <a:lumMod val="50000"/>
                    <a:lumOff val="50000"/>
                  </a:schemeClr>
                </a:solidFill>
                <a:latin typeface="Lato Regular"/>
                <a:cs typeface="Lato Regular"/>
              </a:defRPr>
            </a:lvl1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tortor</a:t>
            </a:r>
            <a:r>
              <a:rPr lang="en-US" dirty="0"/>
              <a:t>, </a:t>
            </a:r>
            <a:r>
              <a:rPr lang="en-US" dirty="0" err="1"/>
              <a:t>mattis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dapibus</a:t>
            </a:r>
            <a:r>
              <a:rPr lang="en-US" dirty="0"/>
              <a:t> vitae, </a:t>
            </a:r>
            <a:r>
              <a:rPr lang="en-US" dirty="0" err="1"/>
              <a:t>euismod</a:t>
            </a:r>
            <a:r>
              <a:rPr lang="en-US" dirty="0"/>
              <a:t> non </a:t>
            </a:r>
            <a:r>
              <a:rPr lang="en-US" dirty="0" err="1"/>
              <a:t>purus</a:t>
            </a:r>
            <a:r>
              <a:rPr lang="en-US" dirty="0"/>
              <a:t>. Maecenas </a:t>
            </a:r>
            <a:r>
              <a:rPr lang="en-US" dirty="0" err="1"/>
              <a:t>ut</a:t>
            </a:r>
            <a:r>
              <a:rPr lang="en-US" dirty="0"/>
              <a:t> lacus </a:t>
            </a:r>
            <a:r>
              <a:rPr lang="en-US" dirty="0" err="1"/>
              <a:t>nec</a:t>
            </a:r>
            <a:r>
              <a:rPr lang="en-US" dirty="0"/>
              <a:t> </a:t>
            </a:r>
            <a:r>
              <a:rPr lang="en-US" dirty="0" err="1"/>
              <a:t>mauris</a:t>
            </a:r>
            <a:r>
              <a:rPr lang="en-US" dirty="0"/>
              <a:t> </a:t>
            </a:r>
            <a:r>
              <a:rPr lang="en-US" dirty="0" err="1"/>
              <a:t>feugiat</a:t>
            </a:r>
            <a:r>
              <a:rPr lang="en-US" dirty="0"/>
              <a:t> </a:t>
            </a:r>
            <a:r>
              <a:rPr lang="en-US" dirty="0" err="1"/>
              <a:t>tristique</a:t>
            </a:r>
            <a:r>
              <a:rPr lang="en-US" dirty="0"/>
              <a:t> et in </a:t>
            </a:r>
            <a:r>
              <a:rPr lang="en-US" dirty="0" err="1"/>
              <a:t>metus.is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 </a:t>
            </a:r>
            <a:r>
              <a:rPr lang="en-US" dirty="0" err="1"/>
              <a:t>eros</a:t>
            </a:r>
            <a:r>
              <a:rPr lang="en-US" dirty="0"/>
              <a:t> </a:t>
            </a:r>
            <a:r>
              <a:rPr lang="en-US" dirty="0" err="1"/>
              <a:t>vel</a:t>
            </a:r>
            <a:r>
              <a:rPr lang="en-US" dirty="0"/>
              <a:t> </a:t>
            </a:r>
            <a:r>
              <a:rPr lang="en-US" dirty="0" err="1"/>
              <a:t>lectus</a:t>
            </a:r>
            <a:r>
              <a:rPr lang="en-US" dirty="0"/>
              <a:t> semper semper. </a:t>
            </a:r>
            <a:r>
              <a:rPr lang="en-US" dirty="0" err="1"/>
              <a:t>Nullam</a:t>
            </a:r>
            <a:r>
              <a:rPr lang="en-US" dirty="0"/>
              <a:t> </a:t>
            </a:r>
            <a:r>
              <a:rPr lang="en-US" dirty="0" err="1"/>
              <a:t>finibus</a:t>
            </a:r>
            <a:r>
              <a:rPr lang="en-US" dirty="0"/>
              <a:t> </a:t>
            </a:r>
            <a:r>
              <a:rPr lang="en-US" dirty="0" err="1"/>
              <a:t>nisl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ligula </a:t>
            </a:r>
            <a:r>
              <a:rPr lang="en-US" dirty="0" err="1"/>
              <a:t>vesti</a:t>
            </a:r>
            <a:r>
              <a:rPr lang="en-US" dirty="0"/>
              <a:t> </a:t>
            </a:r>
            <a:r>
              <a:rPr lang="en-US" dirty="0" err="1"/>
              <a:t>bulum</a:t>
            </a:r>
            <a:r>
              <a:rPr lang="en-US" dirty="0"/>
              <a:t>, </a:t>
            </a:r>
            <a:r>
              <a:rPr lang="en-US" dirty="0" err="1"/>
              <a:t>ut</a:t>
            </a:r>
            <a:r>
              <a:rPr lang="en-US" dirty="0"/>
              <a:t> semper ex </a:t>
            </a:r>
            <a:r>
              <a:rPr lang="en-US" dirty="0" err="1"/>
              <a:t>suscipit</a:t>
            </a:r>
            <a:r>
              <a:rPr lang="en-US" dirty="0"/>
              <a:t>. </a:t>
            </a:r>
            <a:r>
              <a:rPr lang="en-US" dirty="0" err="1"/>
              <a:t>Cras</a:t>
            </a:r>
            <a:r>
              <a:rPr lang="en-US" dirty="0"/>
              <a:t> </a:t>
            </a:r>
            <a:r>
              <a:rPr lang="en-US" dirty="0" err="1"/>
              <a:t>fringilla</a:t>
            </a:r>
            <a:r>
              <a:rPr lang="en-US" dirty="0"/>
              <a:t> </a:t>
            </a:r>
            <a:r>
              <a:rPr lang="en-US" dirty="0" err="1"/>
              <a:t>suscipit</a:t>
            </a:r>
            <a:r>
              <a:rPr lang="en-US" dirty="0"/>
              <a:t> </a:t>
            </a:r>
            <a:r>
              <a:rPr lang="en-US" dirty="0" err="1"/>
              <a:t>cursus</a:t>
            </a:r>
            <a:r>
              <a:rPr lang="en-US" dirty="0"/>
              <a:t>. </a:t>
            </a:r>
            <a:r>
              <a:rPr lang="en-US" dirty="0" err="1"/>
              <a:t>Aenean</a:t>
            </a:r>
            <a:r>
              <a:rPr lang="en-US" dirty="0"/>
              <a:t> </a:t>
            </a:r>
            <a:r>
              <a:rPr lang="en-US" dirty="0" err="1"/>
              <a:t>accumsan</a:t>
            </a:r>
            <a:r>
              <a:rPr lang="en-US" dirty="0"/>
              <a:t> males </a:t>
            </a:r>
            <a:r>
              <a:rPr lang="en-US" dirty="0" err="1"/>
              <a:t>uada</a:t>
            </a:r>
            <a:r>
              <a:rPr lang="en-US" dirty="0"/>
              <a:t> </a:t>
            </a:r>
            <a:r>
              <a:rPr lang="en-US" dirty="0" err="1"/>
              <a:t>hendrerit</a:t>
            </a:r>
            <a:r>
              <a:rPr lang="en-US" dirty="0"/>
              <a:t>. </a:t>
            </a:r>
            <a:r>
              <a:rPr lang="en-US" dirty="0" err="1"/>
              <a:t>Morbi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dolor ante.</a:t>
            </a:r>
          </a:p>
        </p:txBody>
      </p:sp>
      <p:sp>
        <p:nvSpPr>
          <p:cNvPr id="47" name="Text Placeholder 7"/>
          <p:cNvSpPr>
            <a:spLocks noGrp="1"/>
          </p:cNvSpPr>
          <p:nvPr>
            <p:ph type="body" sz="quarter" idx="63" hasCustomPrompt="1"/>
          </p:nvPr>
        </p:nvSpPr>
        <p:spPr>
          <a:xfrm>
            <a:off x="6909330" y="1437161"/>
            <a:ext cx="1760008" cy="359817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  <a:latin typeface="Lato Light"/>
                <a:cs typeface="Lato Light"/>
              </a:defRPr>
            </a:lvl1pPr>
          </a:lstStyle>
          <a:p>
            <a:pPr lvl="0"/>
            <a:r>
              <a:rPr lang="es-ES_tradnl" dirty="0" err="1"/>
              <a:t>Chort</a:t>
            </a:r>
            <a:r>
              <a:rPr lang="es-ES_tradnl" dirty="0"/>
              <a:t> </a:t>
            </a:r>
            <a:r>
              <a:rPr lang="es-ES_tradnl" dirty="0" err="1"/>
              <a:t>title</a:t>
            </a:r>
            <a:endParaRPr lang="es-ES_tradnl" dirty="0"/>
          </a:p>
        </p:txBody>
      </p:sp>
      <p:sp>
        <p:nvSpPr>
          <p:cNvPr id="48" name="Text Placeholder 2"/>
          <p:cNvSpPr>
            <a:spLocks noGrp="1"/>
          </p:cNvSpPr>
          <p:nvPr>
            <p:ph type="body" sz="quarter" idx="64" hasCustomPrompt="1"/>
          </p:nvPr>
        </p:nvSpPr>
        <p:spPr>
          <a:xfrm>
            <a:off x="443971" y="4636475"/>
            <a:ext cx="8230129" cy="649977"/>
          </a:xfrm>
          <a:prstGeom prst="rect">
            <a:avLst/>
          </a:prstGeom>
        </p:spPr>
        <p:txBody>
          <a:bodyPr vert="horz" lIns="0" tIns="0" rIns="0" bIns="0"/>
          <a:lstStyle>
            <a:lvl1pPr marL="0" indent="0" algn="just">
              <a:lnSpc>
                <a:spcPct val="130000"/>
              </a:lnSpc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  <a:latin typeface="Lato Regular"/>
                <a:cs typeface="Lato Regular"/>
              </a:defRPr>
            </a:lvl1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tortor</a:t>
            </a:r>
            <a:r>
              <a:rPr lang="en-US" dirty="0"/>
              <a:t>, </a:t>
            </a:r>
            <a:r>
              <a:rPr lang="en-US" dirty="0" err="1"/>
              <a:t>mattis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dapibus</a:t>
            </a:r>
            <a:r>
              <a:rPr lang="en-US" dirty="0"/>
              <a:t> vitae, </a:t>
            </a:r>
            <a:r>
              <a:rPr lang="en-US" dirty="0" err="1"/>
              <a:t>euismod</a:t>
            </a:r>
            <a:r>
              <a:rPr lang="en-US" dirty="0"/>
              <a:t> non </a:t>
            </a:r>
            <a:r>
              <a:rPr lang="en-US" dirty="0" err="1"/>
              <a:t>purus</a:t>
            </a:r>
            <a:r>
              <a:rPr lang="en-US" dirty="0"/>
              <a:t>. Maecenas </a:t>
            </a:r>
            <a:r>
              <a:rPr lang="en-US" dirty="0" err="1"/>
              <a:t>ut</a:t>
            </a:r>
            <a:r>
              <a:rPr lang="en-US" dirty="0"/>
              <a:t> lacus </a:t>
            </a:r>
            <a:r>
              <a:rPr lang="en-US" dirty="0" err="1"/>
              <a:t>nec</a:t>
            </a:r>
            <a:r>
              <a:rPr lang="en-US" dirty="0"/>
              <a:t> </a:t>
            </a:r>
            <a:r>
              <a:rPr lang="en-US" dirty="0" err="1"/>
              <a:t>mauris</a:t>
            </a:r>
            <a:r>
              <a:rPr lang="en-US" dirty="0"/>
              <a:t> </a:t>
            </a:r>
            <a:r>
              <a:rPr lang="en-US" dirty="0" err="1"/>
              <a:t>feugiat</a:t>
            </a:r>
            <a:r>
              <a:rPr lang="en-US" dirty="0"/>
              <a:t> </a:t>
            </a:r>
            <a:r>
              <a:rPr lang="en-US" dirty="0" err="1"/>
              <a:t>tristique</a:t>
            </a:r>
            <a:r>
              <a:rPr lang="en-US" dirty="0"/>
              <a:t> et in </a:t>
            </a:r>
            <a:r>
              <a:rPr lang="en-US" dirty="0" err="1"/>
              <a:t>metus.is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 </a:t>
            </a:r>
            <a:r>
              <a:rPr lang="en-US" dirty="0" err="1"/>
              <a:t>eros</a:t>
            </a:r>
            <a:r>
              <a:rPr lang="en-US" dirty="0"/>
              <a:t> </a:t>
            </a:r>
            <a:r>
              <a:rPr lang="en-US" dirty="0" err="1"/>
              <a:t>vel</a:t>
            </a:r>
            <a:r>
              <a:rPr lang="en-US" dirty="0"/>
              <a:t> </a:t>
            </a:r>
            <a:r>
              <a:rPr lang="en-US" dirty="0" err="1"/>
              <a:t>lectus</a:t>
            </a:r>
            <a:r>
              <a:rPr lang="en-US" dirty="0"/>
              <a:t> semper semper. </a:t>
            </a:r>
            <a:r>
              <a:rPr lang="en-US" dirty="0" err="1"/>
              <a:t>Nullam</a:t>
            </a:r>
            <a:r>
              <a:rPr lang="en-US" dirty="0"/>
              <a:t> </a:t>
            </a:r>
            <a:r>
              <a:rPr lang="en-US" dirty="0" err="1"/>
              <a:t>finibus</a:t>
            </a:r>
            <a:r>
              <a:rPr lang="en-US" dirty="0"/>
              <a:t> </a:t>
            </a:r>
            <a:r>
              <a:rPr lang="en-US" dirty="0" err="1"/>
              <a:t>nisl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ligula </a:t>
            </a:r>
            <a:r>
              <a:rPr lang="en-US" dirty="0" err="1"/>
              <a:t>vestibulum</a:t>
            </a:r>
            <a:r>
              <a:rPr lang="en-US" dirty="0"/>
              <a:t>, </a:t>
            </a:r>
            <a:r>
              <a:rPr lang="en-US" dirty="0" err="1"/>
              <a:t>ut</a:t>
            </a:r>
            <a:r>
              <a:rPr lang="en-US" dirty="0"/>
              <a:t> semper ex </a:t>
            </a:r>
            <a:r>
              <a:rPr lang="en-US" dirty="0" err="1"/>
              <a:t>suscipit</a:t>
            </a:r>
            <a:r>
              <a:rPr lang="en-US" dirty="0"/>
              <a:t>. </a:t>
            </a:r>
            <a:r>
              <a:rPr lang="en-US" dirty="0" err="1"/>
              <a:t>Cras</a:t>
            </a:r>
            <a:r>
              <a:rPr lang="en-US" dirty="0"/>
              <a:t> </a:t>
            </a:r>
            <a:r>
              <a:rPr lang="en-US" dirty="0" err="1"/>
              <a:t>fringilla</a:t>
            </a:r>
            <a:r>
              <a:rPr lang="en-US" dirty="0"/>
              <a:t> </a:t>
            </a:r>
            <a:r>
              <a:rPr lang="en-US" dirty="0" err="1"/>
              <a:t>suscipit</a:t>
            </a:r>
            <a:r>
              <a:rPr lang="en-US" dirty="0"/>
              <a:t> </a:t>
            </a:r>
            <a:r>
              <a:rPr lang="en-US" dirty="0" err="1"/>
              <a:t>cursus</a:t>
            </a:r>
            <a:r>
              <a:rPr lang="en-US" dirty="0"/>
              <a:t>. </a:t>
            </a:r>
            <a:r>
              <a:rPr lang="en-US" dirty="0" err="1"/>
              <a:t>Aenean</a:t>
            </a:r>
            <a:r>
              <a:rPr lang="en-US" dirty="0"/>
              <a:t> </a:t>
            </a:r>
            <a:r>
              <a:rPr lang="en-US" dirty="0" err="1"/>
              <a:t>accumsan</a:t>
            </a:r>
            <a:r>
              <a:rPr lang="en-US" dirty="0"/>
              <a:t> </a:t>
            </a:r>
            <a:r>
              <a:rPr lang="en-US" dirty="0" err="1"/>
              <a:t>malesuada</a:t>
            </a:r>
            <a:r>
              <a:rPr lang="en-US" dirty="0"/>
              <a:t> </a:t>
            </a:r>
            <a:r>
              <a:rPr lang="en-US" dirty="0" err="1"/>
              <a:t>hendrerit</a:t>
            </a:r>
            <a:r>
              <a:rPr lang="en-US" dirty="0"/>
              <a:t>. </a:t>
            </a:r>
            <a:r>
              <a:rPr lang="en-US" dirty="0" err="1"/>
              <a:t>Morbi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dolor ante.</a:t>
            </a:r>
          </a:p>
        </p:txBody>
      </p:sp>
      <p:sp>
        <p:nvSpPr>
          <p:cNvPr id="49" name="Text Placeholder 7"/>
          <p:cNvSpPr>
            <a:spLocks noGrp="1"/>
          </p:cNvSpPr>
          <p:nvPr>
            <p:ph type="body" sz="quarter" idx="18" hasCustomPrompt="1"/>
          </p:nvPr>
        </p:nvSpPr>
        <p:spPr>
          <a:xfrm>
            <a:off x="427038" y="4257826"/>
            <a:ext cx="8247062" cy="359817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baseline="0">
                <a:solidFill>
                  <a:schemeClr val="tx1">
                    <a:lumMod val="75000"/>
                    <a:lumOff val="25000"/>
                  </a:schemeClr>
                </a:solidFill>
                <a:latin typeface="Lato Light"/>
                <a:cs typeface="Lato Light"/>
              </a:defRPr>
            </a:lvl1pPr>
          </a:lstStyle>
          <a:p>
            <a:pPr lvl="0"/>
            <a:r>
              <a:rPr lang="es-ES_tradnl" dirty="0" err="1"/>
              <a:t>Put</a:t>
            </a:r>
            <a:r>
              <a:rPr lang="es-ES_tradnl" dirty="0"/>
              <a:t> </a:t>
            </a:r>
            <a:r>
              <a:rPr lang="es-ES_tradnl" dirty="0" err="1"/>
              <a:t>your</a:t>
            </a:r>
            <a:r>
              <a:rPr lang="es-ES_tradnl" dirty="0"/>
              <a:t> </a:t>
            </a:r>
            <a:r>
              <a:rPr lang="es-ES_tradnl" dirty="0" err="1"/>
              <a:t>title</a:t>
            </a:r>
            <a:r>
              <a:rPr lang="es-ES_tradnl" dirty="0"/>
              <a:t> </a:t>
            </a:r>
            <a:r>
              <a:rPr lang="es-ES_tradnl" dirty="0" err="1"/>
              <a:t>here</a:t>
            </a:r>
            <a:endParaRPr lang="es-ES_tradnl" dirty="0"/>
          </a:p>
        </p:txBody>
      </p:sp>
      <p:cxnSp>
        <p:nvCxnSpPr>
          <p:cNvPr id="50" name="Straight Connector 49"/>
          <p:cNvCxnSpPr/>
          <p:nvPr userDrawn="1"/>
        </p:nvCxnSpPr>
        <p:spPr>
          <a:xfrm>
            <a:off x="3086100" y="1437161"/>
            <a:ext cx="0" cy="2649138"/>
          </a:xfrm>
          <a:prstGeom prst="line">
            <a:avLst/>
          </a:prstGeom>
          <a:ln w="3175" cmpd="sng">
            <a:solidFill>
              <a:schemeClr val="bg1">
                <a:lumMod val="85000"/>
              </a:schemeClr>
            </a:solidFill>
            <a:prstDash val="dash"/>
            <a:headEnd type="none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/>
          <p:cNvCxnSpPr/>
          <p:nvPr userDrawn="1"/>
        </p:nvCxnSpPr>
        <p:spPr>
          <a:xfrm>
            <a:off x="6019800" y="1437161"/>
            <a:ext cx="0" cy="2649138"/>
          </a:xfrm>
          <a:prstGeom prst="line">
            <a:avLst/>
          </a:prstGeom>
          <a:ln w="3175" cmpd="sng">
            <a:solidFill>
              <a:schemeClr val="bg1">
                <a:lumMod val="85000"/>
              </a:schemeClr>
            </a:solidFill>
            <a:prstDash val="dash"/>
            <a:headEnd type="none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330314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4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700"/>
                            </p:stCondLst>
                            <p:childTnLst>
                              <p:par>
                                <p:cTn id="16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300" fill="hold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300" fill="hold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300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000"/>
                            </p:stCondLst>
                            <p:childTnLst>
                              <p:par>
                                <p:cTn id="2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00"/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400" fill="hold"/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400" fill="hold"/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2300"/>
                            </p:stCondLst>
                            <p:childTnLst>
                              <p:par>
                                <p:cTn id="3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300" fill="hold"/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300" fill="hold"/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2600"/>
                            </p:stCondLst>
                            <p:childTnLst>
                              <p:par>
                                <p:cTn id="4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00"/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" dur="400" fill="hold"/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400" fill="hold"/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3900"/>
                            </p:stCondLst>
                            <p:childTnLst>
                              <p:par>
                                <p:cTn id="6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4" dur="300" fill="hold"/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300" fill="hold"/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6" dur="300"/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400"/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400" fill="hold"/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400" fill="hold"/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400"/>
                                        <p:tgtEl>
                                          <p:spTgt spid="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6" dur="400" fill="hold"/>
                                        <p:tgtEl>
                                          <p:spTgt spid="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400" fill="hold"/>
                                        <p:tgtEl>
                                          <p:spTgt spid="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400"/>
                        <p:tgtEl>
                          <p:spTgt spid="8"/>
                        </p:tgtEl>
                      </p:cBhvr>
                    </p:animEffect>
                    <p:anim calcmode="lin" valueType="num">
                      <p:cBhvr>
                        <p:cTn dur="400" fill="hold"/>
                        <p:tgtEl>
                          <p:spTgt spid="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400" fill="hold"/>
                        <p:tgtEl>
                          <p:spTgt spid="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9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9"/>
                        </p:tgtEl>
                      </p:cBhvr>
                    </p:animEffect>
                    <p:anim calcmode="lin" valueType="num">
                      <p:cBhvr>
                        <p:cTn dur="500" fill="hold"/>
                        <p:tgtEl>
                          <p:spTgt spid="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5" grpId="0" build="p">
        <p:tmplLst>
          <p:tmpl lvl="1">
            <p:tnLst>
              <p:par>
                <p:cTn presetID="53" presetClass="entr" presetSubtype="16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300" fill="hold"/>
                        <p:tgtEl>
                          <p:spTgt spid="35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300" fill="hold"/>
                        <p:tgtEl>
                          <p:spTgt spid="35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300"/>
                        <p:tgtEl>
                          <p:spTgt spid="3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6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6"/>
                        </p:tgtEl>
                      </p:cBhvr>
                    </p:animEffect>
                    <p:anim calcmode="lin" valueType="num">
                      <p:cBhvr>
                        <p:cTn dur="500" fill="hold"/>
                        <p:tgtEl>
                          <p:spTgt spid="3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3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7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8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9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400"/>
                        <p:tgtEl>
                          <p:spTgt spid="39"/>
                        </p:tgtEl>
                      </p:cBhvr>
                    </p:animEffect>
                    <p:anim calcmode="lin" valueType="num">
                      <p:cBhvr>
                        <p:cTn dur="400" fill="hold"/>
                        <p:tgtEl>
                          <p:spTgt spid="3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400" fill="hold"/>
                        <p:tgtEl>
                          <p:spTgt spid="3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0" grpId="0" build="p">
        <p:tmplLst>
          <p:tmpl lvl="1">
            <p:tnLst>
              <p:par>
                <p:cTn presetID="53" presetClass="entr" presetSubtype="16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300" fill="hold"/>
                        <p:tgtEl>
                          <p:spTgt spid="40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300" fill="hold"/>
                        <p:tgtEl>
                          <p:spTgt spid="40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300"/>
                        <p:tgtEl>
                          <p:spTgt spid="4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1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1"/>
                        </p:tgtEl>
                      </p:cBhvr>
                    </p:animEffect>
                    <p:anim calcmode="lin" valueType="num">
                      <p:cBhvr>
                        <p:cTn dur="500" fill="hold"/>
                        <p:tgtEl>
                          <p:spTgt spid="4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4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2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8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3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400"/>
                        <p:tgtEl>
                          <p:spTgt spid="43"/>
                        </p:tgtEl>
                      </p:cBhvr>
                    </p:animEffect>
                    <p:anim calcmode="lin" valueType="num">
                      <p:cBhvr>
                        <p:cTn dur="400" fill="hold"/>
                        <p:tgtEl>
                          <p:spTgt spid="4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400" fill="hold"/>
                        <p:tgtEl>
                          <p:spTgt spid="4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4" grpId="0" build="p">
        <p:tmplLst>
          <p:tmpl lvl="1">
            <p:tnLst>
              <p:par>
                <p:cTn presetID="53" presetClass="entr" presetSubtype="16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300" fill="hold"/>
                        <p:tgtEl>
                          <p:spTgt spid="44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300" fill="hold"/>
                        <p:tgtEl>
                          <p:spTgt spid="44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300"/>
                        <p:tgtEl>
                          <p:spTgt spid="4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5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5"/>
                        </p:tgtEl>
                      </p:cBhvr>
                    </p:animEffect>
                    <p:anim calcmode="lin" valueType="num">
                      <p:cBhvr>
                        <p:cTn dur="500" fill="hold"/>
                        <p:tgtEl>
                          <p:spTgt spid="4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4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6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8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7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400"/>
                        <p:tgtEl>
                          <p:spTgt spid="47"/>
                        </p:tgtEl>
                      </p:cBhvr>
                    </p:animEffect>
                    <p:anim calcmode="lin" valueType="num">
                      <p:cBhvr>
                        <p:cTn dur="400" fill="hold"/>
                        <p:tgtEl>
                          <p:spTgt spid="4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400" fill="hold"/>
                        <p:tgtEl>
                          <p:spTgt spid="4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8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8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9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400"/>
                        <p:tgtEl>
                          <p:spTgt spid="49"/>
                        </p:tgtEl>
                      </p:cBhvr>
                    </p:animEffect>
                    <p:anim calcmode="lin" valueType="num">
                      <p:cBhvr>
                        <p:cTn dur="400" fill="hold"/>
                        <p:tgtEl>
                          <p:spTgt spid="4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400" fill="hold"/>
                        <p:tgtEl>
                          <p:spTgt spid="4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ic lis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/>
          <p:cNvSpPr>
            <a:spLocks noGrp="1"/>
          </p:cNvSpPr>
          <p:nvPr>
            <p:ph type="body" sz="quarter" idx="10" hasCustomPrompt="1"/>
          </p:nvPr>
        </p:nvSpPr>
        <p:spPr>
          <a:xfrm>
            <a:off x="452438" y="270483"/>
            <a:ext cx="8229600" cy="359817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500" b="1">
                <a:solidFill>
                  <a:schemeClr val="tx1">
                    <a:lumMod val="75000"/>
                    <a:lumOff val="25000"/>
                  </a:schemeClr>
                </a:solidFill>
                <a:latin typeface="Lato Light"/>
                <a:cs typeface="Lato Light"/>
              </a:defRPr>
            </a:lvl1pPr>
          </a:lstStyle>
          <a:p>
            <a:pPr lvl="0"/>
            <a:r>
              <a:rPr lang="es-ES_tradnl" dirty="0"/>
              <a:t>Text </a:t>
            </a:r>
            <a:r>
              <a:rPr lang="es-ES_tradnl" dirty="0" err="1"/>
              <a:t>example</a:t>
            </a:r>
            <a:endParaRPr lang="es-ES_tradnl" dirty="0"/>
          </a:p>
        </p:txBody>
      </p:sp>
      <p:sp>
        <p:nvSpPr>
          <p:cNvPr id="9" name="Text Placeholder 7"/>
          <p:cNvSpPr>
            <a:spLocks noGrp="1"/>
          </p:cNvSpPr>
          <p:nvPr>
            <p:ph type="body" sz="quarter" idx="11" hasCustomPrompt="1"/>
          </p:nvPr>
        </p:nvSpPr>
        <p:spPr>
          <a:xfrm>
            <a:off x="452438" y="689252"/>
            <a:ext cx="8229600" cy="190376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accent3"/>
                </a:solidFill>
                <a:latin typeface="Lato Light"/>
                <a:cs typeface="Lato Light"/>
              </a:defRPr>
            </a:lvl1pPr>
          </a:lstStyle>
          <a:p>
            <a:pPr lvl="0"/>
            <a:r>
              <a:rPr lang="es-ES_tradnl" dirty="0" err="1"/>
              <a:t>Subtitle</a:t>
            </a:r>
            <a:r>
              <a:rPr lang="es-ES_tradnl" dirty="0"/>
              <a:t> </a:t>
            </a:r>
            <a:r>
              <a:rPr lang="es-ES_tradnl" dirty="0" err="1"/>
              <a:t>Example</a:t>
            </a:r>
            <a:endParaRPr lang="es-ES_tradnl" dirty="0"/>
          </a:p>
        </p:txBody>
      </p:sp>
      <p:sp>
        <p:nvSpPr>
          <p:cNvPr id="3" name="Rounded Rectangle 2"/>
          <p:cNvSpPr/>
          <p:nvPr userDrawn="1"/>
        </p:nvSpPr>
        <p:spPr>
          <a:xfrm>
            <a:off x="452438" y="3791262"/>
            <a:ext cx="652462" cy="652462"/>
          </a:xfrm>
          <a:prstGeom prst="roundRect">
            <a:avLst>
              <a:gd name="adj" fmla="val 0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 Placeholder 7"/>
          <p:cNvSpPr>
            <a:spLocks noGrp="1"/>
          </p:cNvSpPr>
          <p:nvPr>
            <p:ph type="body" sz="quarter" idx="39" hasCustomPrompt="1"/>
          </p:nvPr>
        </p:nvSpPr>
        <p:spPr>
          <a:xfrm>
            <a:off x="513294" y="3829362"/>
            <a:ext cx="528106" cy="562099"/>
          </a:xfrm>
          <a:prstGeom prst="rect">
            <a:avLst/>
          </a:prstGeom>
        </p:spPr>
        <p:txBody>
          <a:bodyPr vert="horz" lIns="0" tIns="103884" rIns="0" bIns="103884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b="1">
                <a:solidFill>
                  <a:schemeClr val="bg1"/>
                </a:solidFill>
                <a:latin typeface="FontAwesome"/>
                <a:cs typeface="FontAwesome"/>
              </a:defRPr>
            </a:lvl1pPr>
          </a:lstStyle>
          <a:p>
            <a:pPr lvl="0"/>
            <a:r>
              <a:rPr lang="es-ES_tradnl" dirty="0" err="1"/>
              <a:t>icon</a:t>
            </a:r>
            <a:endParaRPr lang="es-ES_tradnl" dirty="0"/>
          </a:p>
        </p:txBody>
      </p:sp>
      <p:sp>
        <p:nvSpPr>
          <p:cNvPr id="26" name="Text Placeholder 7"/>
          <p:cNvSpPr>
            <a:spLocks noGrp="1"/>
          </p:cNvSpPr>
          <p:nvPr>
            <p:ph type="body" sz="quarter" idx="19" hasCustomPrompt="1"/>
          </p:nvPr>
        </p:nvSpPr>
        <p:spPr>
          <a:xfrm>
            <a:off x="1206500" y="4227948"/>
            <a:ext cx="1549400" cy="190376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>
                    <a:lumMod val="50000"/>
                    <a:lumOff val="50000"/>
                  </a:schemeClr>
                </a:solidFill>
                <a:latin typeface="Lato Regular"/>
                <a:cs typeface="Lato Regular"/>
              </a:defRPr>
            </a:lvl1pPr>
          </a:lstStyle>
          <a:p>
            <a:pPr lvl="0"/>
            <a:r>
              <a:rPr lang="es-ES_tradnl" dirty="0" err="1"/>
              <a:t>Subtitle</a:t>
            </a:r>
            <a:r>
              <a:rPr lang="es-ES_tradnl" dirty="0"/>
              <a:t> </a:t>
            </a:r>
            <a:r>
              <a:rPr lang="es-ES_tradnl" dirty="0" err="1"/>
              <a:t>Example</a:t>
            </a:r>
            <a:endParaRPr lang="es-ES_tradnl" dirty="0"/>
          </a:p>
        </p:txBody>
      </p:sp>
      <p:sp>
        <p:nvSpPr>
          <p:cNvPr id="27" name="Text Placeholder 2"/>
          <p:cNvSpPr>
            <a:spLocks noGrp="1"/>
          </p:cNvSpPr>
          <p:nvPr>
            <p:ph type="body" sz="quarter" idx="16" hasCustomPrompt="1"/>
          </p:nvPr>
        </p:nvSpPr>
        <p:spPr>
          <a:xfrm>
            <a:off x="452439" y="4549158"/>
            <a:ext cx="2303461" cy="649977"/>
          </a:xfrm>
          <a:prstGeom prst="rect">
            <a:avLst/>
          </a:prstGeom>
        </p:spPr>
        <p:txBody>
          <a:bodyPr vert="horz" lIns="0" tIns="0" rIns="0" bIns="0"/>
          <a:lstStyle>
            <a:lvl1pPr marL="0" indent="0" algn="l">
              <a:lnSpc>
                <a:spcPct val="130000"/>
              </a:lnSpc>
              <a:buNone/>
              <a:defRPr sz="900" baseline="0">
                <a:solidFill>
                  <a:schemeClr val="tx1">
                    <a:lumMod val="50000"/>
                    <a:lumOff val="50000"/>
                  </a:schemeClr>
                </a:solidFill>
                <a:latin typeface="Lato Regular"/>
                <a:cs typeface="Lato Regular"/>
              </a:defRPr>
            </a:lvl1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tortor</a:t>
            </a:r>
            <a:r>
              <a:rPr lang="en-US" dirty="0"/>
              <a:t>, </a:t>
            </a:r>
            <a:r>
              <a:rPr lang="en-US" dirty="0" err="1"/>
              <a:t>mattis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dapibus</a:t>
            </a:r>
            <a:r>
              <a:rPr lang="en-US" dirty="0"/>
              <a:t> vitae, </a:t>
            </a:r>
            <a:r>
              <a:rPr lang="en-US" dirty="0" err="1"/>
              <a:t>euismod</a:t>
            </a:r>
            <a:r>
              <a:rPr lang="en-US" dirty="0"/>
              <a:t>  </a:t>
            </a:r>
            <a:r>
              <a:rPr lang="en-US" dirty="0" err="1"/>
              <a:t>purusaece</a:t>
            </a:r>
            <a:r>
              <a:rPr lang="en-US" dirty="0"/>
              <a:t>.</a:t>
            </a:r>
          </a:p>
        </p:txBody>
      </p:sp>
      <p:sp>
        <p:nvSpPr>
          <p:cNvPr id="72" name="Rounded Rectangle 71"/>
          <p:cNvSpPr/>
          <p:nvPr userDrawn="1"/>
        </p:nvSpPr>
        <p:spPr>
          <a:xfrm>
            <a:off x="3401486" y="3791262"/>
            <a:ext cx="652462" cy="652462"/>
          </a:xfrm>
          <a:prstGeom prst="roundRect">
            <a:avLst>
              <a:gd name="adj" fmla="val 0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Text Placeholder 7"/>
          <p:cNvSpPr>
            <a:spLocks noGrp="1"/>
          </p:cNvSpPr>
          <p:nvPr>
            <p:ph type="body" sz="quarter" idx="40" hasCustomPrompt="1"/>
          </p:nvPr>
        </p:nvSpPr>
        <p:spPr>
          <a:xfrm>
            <a:off x="3462342" y="3829362"/>
            <a:ext cx="528106" cy="562099"/>
          </a:xfrm>
          <a:prstGeom prst="rect">
            <a:avLst/>
          </a:prstGeom>
        </p:spPr>
        <p:txBody>
          <a:bodyPr vert="horz" lIns="0" tIns="103884" rIns="0" bIns="103884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b="1">
                <a:solidFill>
                  <a:schemeClr val="bg1"/>
                </a:solidFill>
                <a:latin typeface="FontAwesome"/>
                <a:cs typeface="FontAwesome"/>
              </a:defRPr>
            </a:lvl1pPr>
          </a:lstStyle>
          <a:p>
            <a:pPr lvl="0"/>
            <a:r>
              <a:rPr lang="es-ES_tradnl" dirty="0" err="1"/>
              <a:t>icon</a:t>
            </a:r>
            <a:endParaRPr lang="es-ES_tradnl" dirty="0"/>
          </a:p>
        </p:txBody>
      </p:sp>
      <p:sp>
        <p:nvSpPr>
          <p:cNvPr id="74" name="Text Placeholder 7"/>
          <p:cNvSpPr>
            <a:spLocks noGrp="1"/>
          </p:cNvSpPr>
          <p:nvPr>
            <p:ph type="body" sz="quarter" idx="41" hasCustomPrompt="1"/>
          </p:nvPr>
        </p:nvSpPr>
        <p:spPr>
          <a:xfrm>
            <a:off x="4165600" y="4227948"/>
            <a:ext cx="1549400" cy="190376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>
                    <a:lumMod val="50000"/>
                    <a:lumOff val="50000"/>
                  </a:schemeClr>
                </a:solidFill>
                <a:latin typeface="Lato Regular"/>
                <a:cs typeface="Lato Regular"/>
              </a:defRPr>
            </a:lvl1pPr>
          </a:lstStyle>
          <a:p>
            <a:pPr lvl="0"/>
            <a:r>
              <a:rPr lang="es-ES_tradnl" dirty="0" err="1"/>
              <a:t>Subtitle</a:t>
            </a:r>
            <a:r>
              <a:rPr lang="es-ES_tradnl" dirty="0"/>
              <a:t> </a:t>
            </a:r>
            <a:r>
              <a:rPr lang="es-ES_tradnl" dirty="0" err="1"/>
              <a:t>Example</a:t>
            </a:r>
            <a:endParaRPr lang="es-ES_tradnl" dirty="0"/>
          </a:p>
        </p:txBody>
      </p:sp>
      <p:sp>
        <p:nvSpPr>
          <p:cNvPr id="75" name="Text Placeholder 2"/>
          <p:cNvSpPr>
            <a:spLocks noGrp="1"/>
          </p:cNvSpPr>
          <p:nvPr>
            <p:ph type="body" sz="quarter" idx="42" hasCustomPrompt="1"/>
          </p:nvPr>
        </p:nvSpPr>
        <p:spPr>
          <a:xfrm>
            <a:off x="3411539" y="4549158"/>
            <a:ext cx="2303461" cy="649977"/>
          </a:xfrm>
          <a:prstGeom prst="rect">
            <a:avLst/>
          </a:prstGeom>
        </p:spPr>
        <p:txBody>
          <a:bodyPr vert="horz" lIns="0" tIns="0" rIns="0" bIns="0"/>
          <a:lstStyle>
            <a:lvl1pPr marL="0" indent="0" algn="l">
              <a:lnSpc>
                <a:spcPct val="130000"/>
              </a:lnSpc>
              <a:buNone/>
              <a:defRPr sz="900" baseline="0">
                <a:solidFill>
                  <a:schemeClr val="tx1">
                    <a:lumMod val="50000"/>
                    <a:lumOff val="50000"/>
                  </a:schemeClr>
                </a:solidFill>
                <a:latin typeface="Lato Regular"/>
                <a:cs typeface="Lato Regular"/>
              </a:defRPr>
            </a:lvl1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tortor</a:t>
            </a:r>
            <a:r>
              <a:rPr lang="en-US" dirty="0"/>
              <a:t>, </a:t>
            </a:r>
            <a:r>
              <a:rPr lang="en-US" dirty="0" err="1"/>
              <a:t>mattis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dapibus</a:t>
            </a:r>
            <a:r>
              <a:rPr lang="en-US" dirty="0"/>
              <a:t> vitae, </a:t>
            </a:r>
            <a:r>
              <a:rPr lang="en-US" dirty="0" err="1"/>
              <a:t>euismod</a:t>
            </a:r>
            <a:r>
              <a:rPr lang="en-US" dirty="0"/>
              <a:t>  </a:t>
            </a:r>
            <a:r>
              <a:rPr lang="en-US" dirty="0" err="1"/>
              <a:t>purusaece</a:t>
            </a:r>
            <a:r>
              <a:rPr lang="en-US" dirty="0"/>
              <a:t>.</a:t>
            </a:r>
          </a:p>
        </p:txBody>
      </p:sp>
      <p:sp>
        <p:nvSpPr>
          <p:cNvPr id="76" name="Rounded Rectangle 75"/>
          <p:cNvSpPr/>
          <p:nvPr userDrawn="1"/>
        </p:nvSpPr>
        <p:spPr>
          <a:xfrm>
            <a:off x="6378577" y="3791262"/>
            <a:ext cx="652462" cy="652462"/>
          </a:xfrm>
          <a:prstGeom prst="roundRect">
            <a:avLst>
              <a:gd name="adj" fmla="val 0"/>
            </a:avLst>
          </a:prstGeom>
          <a:solidFill>
            <a:schemeClr val="accent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Text Placeholder 7"/>
          <p:cNvSpPr>
            <a:spLocks noGrp="1"/>
          </p:cNvSpPr>
          <p:nvPr>
            <p:ph type="body" sz="quarter" idx="43" hasCustomPrompt="1"/>
          </p:nvPr>
        </p:nvSpPr>
        <p:spPr>
          <a:xfrm>
            <a:off x="6439433" y="3829362"/>
            <a:ext cx="528106" cy="562099"/>
          </a:xfrm>
          <a:prstGeom prst="rect">
            <a:avLst/>
          </a:prstGeom>
        </p:spPr>
        <p:txBody>
          <a:bodyPr vert="horz" lIns="0" tIns="103884" rIns="0" bIns="103884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b="1">
                <a:solidFill>
                  <a:schemeClr val="bg1"/>
                </a:solidFill>
                <a:latin typeface="FontAwesome"/>
                <a:cs typeface="FontAwesome"/>
              </a:defRPr>
            </a:lvl1pPr>
          </a:lstStyle>
          <a:p>
            <a:pPr lvl="0"/>
            <a:r>
              <a:rPr lang="es-ES_tradnl" dirty="0" err="1"/>
              <a:t>icon</a:t>
            </a:r>
            <a:endParaRPr lang="es-ES_tradnl" dirty="0"/>
          </a:p>
        </p:txBody>
      </p:sp>
      <p:sp>
        <p:nvSpPr>
          <p:cNvPr id="78" name="Text Placeholder 7"/>
          <p:cNvSpPr>
            <a:spLocks noGrp="1"/>
          </p:cNvSpPr>
          <p:nvPr>
            <p:ph type="body" sz="quarter" idx="44" hasCustomPrompt="1"/>
          </p:nvPr>
        </p:nvSpPr>
        <p:spPr>
          <a:xfrm>
            <a:off x="7132638" y="4227948"/>
            <a:ext cx="1549400" cy="190376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>
                    <a:lumMod val="50000"/>
                    <a:lumOff val="50000"/>
                  </a:schemeClr>
                </a:solidFill>
                <a:latin typeface="Lato Regular"/>
                <a:cs typeface="Lato Regular"/>
              </a:defRPr>
            </a:lvl1pPr>
          </a:lstStyle>
          <a:p>
            <a:pPr lvl="0"/>
            <a:r>
              <a:rPr lang="es-ES_tradnl" dirty="0" err="1"/>
              <a:t>Subtitle</a:t>
            </a:r>
            <a:r>
              <a:rPr lang="es-ES_tradnl" dirty="0"/>
              <a:t> </a:t>
            </a:r>
            <a:r>
              <a:rPr lang="es-ES_tradnl" dirty="0" err="1"/>
              <a:t>Example</a:t>
            </a:r>
            <a:endParaRPr lang="es-ES_tradnl" dirty="0"/>
          </a:p>
        </p:txBody>
      </p:sp>
      <p:sp>
        <p:nvSpPr>
          <p:cNvPr id="79" name="Text Placeholder 2"/>
          <p:cNvSpPr>
            <a:spLocks noGrp="1"/>
          </p:cNvSpPr>
          <p:nvPr>
            <p:ph type="body" sz="quarter" idx="45" hasCustomPrompt="1"/>
          </p:nvPr>
        </p:nvSpPr>
        <p:spPr>
          <a:xfrm>
            <a:off x="6378577" y="4549158"/>
            <a:ext cx="2303461" cy="649977"/>
          </a:xfrm>
          <a:prstGeom prst="rect">
            <a:avLst/>
          </a:prstGeom>
        </p:spPr>
        <p:txBody>
          <a:bodyPr vert="horz" lIns="0" tIns="0" rIns="0" bIns="0"/>
          <a:lstStyle>
            <a:lvl1pPr marL="0" indent="0" algn="l">
              <a:lnSpc>
                <a:spcPct val="130000"/>
              </a:lnSpc>
              <a:buNone/>
              <a:defRPr sz="900" baseline="0">
                <a:solidFill>
                  <a:schemeClr val="tx1">
                    <a:lumMod val="50000"/>
                    <a:lumOff val="50000"/>
                  </a:schemeClr>
                </a:solidFill>
                <a:latin typeface="Lato Regular"/>
                <a:cs typeface="Lato Regular"/>
              </a:defRPr>
            </a:lvl1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tortor</a:t>
            </a:r>
            <a:r>
              <a:rPr lang="en-US" dirty="0"/>
              <a:t>, </a:t>
            </a:r>
            <a:r>
              <a:rPr lang="en-US" dirty="0" err="1"/>
              <a:t>mattis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dapibus</a:t>
            </a:r>
            <a:r>
              <a:rPr lang="en-US" dirty="0"/>
              <a:t> vitae, </a:t>
            </a:r>
            <a:r>
              <a:rPr lang="en-US" dirty="0" err="1"/>
              <a:t>euismod</a:t>
            </a:r>
            <a:r>
              <a:rPr lang="en-US" dirty="0"/>
              <a:t>  </a:t>
            </a:r>
            <a:r>
              <a:rPr lang="en-US" dirty="0" err="1"/>
              <a:t>purusaece</a:t>
            </a:r>
            <a:r>
              <a:rPr lang="en-US" dirty="0"/>
              <a:t>.</a:t>
            </a:r>
          </a:p>
        </p:txBody>
      </p:sp>
      <p:sp>
        <p:nvSpPr>
          <p:cNvPr id="28" name="Text Placeholder 7"/>
          <p:cNvSpPr>
            <a:spLocks noGrp="1"/>
          </p:cNvSpPr>
          <p:nvPr>
            <p:ph type="body" sz="quarter" idx="55" hasCustomPrompt="1"/>
          </p:nvPr>
        </p:nvSpPr>
        <p:spPr>
          <a:xfrm>
            <a:off x="1206500" y="3795045"/>
            <a:ext cx="1549400" cy="359817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500" b="1">
                <a:solidFill>
                  <a:schemeClr val="accent1"/>
                </a:solidFill>
                <a:latin typeface="Lato Light"/>
                <a:cs typeface="Lato Light"/>
              </a:defRPr>
            </a:lvl1pPr>
          </a:lstStyle>
          <a:p>
            <a:pPr lvl="0"/>
            <a:r>
              <a:rPr lang="es-ES_tradnl" dirty="0"/>
              <a:t>80%</a:t>
            </a:r>
          </a:p>
        </p:txBody>
      </p:sp>
      <p:sp>
        <p:nvSpPr>
          <p:cNvPr id="29" name="Text Placeholder 7"/>
          <p:cNvSpPr>
            <a:spLocks noGrp="1"/>
          </p:cNvSpPr>
          <p:nvPr>
            <p:ph type="body" sz="quarter" idx="56" hasCustomPrompt="1"/>
          </p:nvPr>
        </p:nvSpPr>
        <p:spPr>
          <a:xfrm>
            <a:off x="4165600" y="3795045"/>
            <a:ext cx="1549400" cy="359817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500" b="1">
                <a:solidFill>
                  <a:schemeClr val="accent2"/>
                </a:solidFill>
                <a:latin typeface="Lato Light"/>
                <a:cs typeface="Lato Light"/>
              </a:defRPr>
            </a:lvl1pPr>
          </a:lstStyle>
          <a:p>
            <a:pPr lvl="0"/>
            <a:r>
              <a:rPr lang="es-ES_tradnl" dirty="0"/>
              <a:t>80%</a:t>
            </a:r>
          </a:p>
        </p:txBody>
      </p:sp>
      <p:sp>
        <p:nvSpPr>
          <p:cNvPr id="30" name="Text Placeholder 7"/>
          <p:cNvSpPr>
            <a:spLocks noGrp="1"/>
          </p:cNvSpPr>
          <p:nvPr>
            <p:ph type="body" sz="quarter" idx="57" hasCustomPrompt="1"/>
          </p:nvPr>
        </p:nvSpPr>
        <p:spPr>
          <a:xfrm>
            <a:off x="7132638" y="3795045"/>
            <a:ext cx="1549400" cy="359817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500" b="1">
                <a:solidFill>
                  <a:schemeClr val="accent3"/>
                </a:solidFill>
                <a:latin typeface="Lato Light"/>
                <a:cs typeface="Lato Light"/>
              </a:defRPr>
            </a:lvl1pPr>
          </a:lstStyle>
          <a:p>
            <a:pPr lvl="0"/>
            <a:r>
              <a:rPr lang="es-ES_tradnl" dirty="0"/>
              <a:t>80%</a:t>
            </a:r>
          </a:p>
        </p:txBody>
      </p:sp>
    </p:spTree>
    <p:extLst>
      <p:ext uri="{BB962C8B-B14F-4D97-AF65-F5344CB8AC3E}">
        <p14:creationId xmlns:p14="http://schemas.microsoft.com/office/powerpoint/2010/main" val="21571468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4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700"/>
                            </p:stCondLst>
                            <p:childTnLst>
                              <p:par>
                                <p:cTn id="16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4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4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100"/>
                            </p:stCondLst>
                            <p:childTnLst>
                              <p:par>
                                <p:cTn id="2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3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3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2400"/>
                            </p:stCondLst>
                            <p:childTnLst>
                              <p:par>
                                <p:cTn id="36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4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4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4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2800"/>
                            </p:stCondLst>
                            <p:childTnLst>
                              <p:par>
                                <p:cTn id="4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300" fill="hold"/>
                                        <p:tgtEl>
                                          <p:spTgt spid="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300" fill="hold"/>
                                        <p:tgtEl>
                                          <p:spTgt spid="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300"/>
                                        <p:tgtEl>
                                          <p:spTgt spid="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4100"/>
                            </p:stCondLst>
                            <p:childTnLst>
                              <p:par>
                                <p:cTn id="56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" dur="4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4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4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4500"/>
                            </p:stCondLst>
                            <p:childTnLst>
                              <p:par>
                                <p:cTn id="6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4" dur="300" fill="hold"/>
                                        <p:tgtEl>
                                          <p:spTgt spid="7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300" fill="hold"/>
                                        <p:tgtEl>
                                          <p:spTgt spid="7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6" dur="300"/>
                                        <p:tgtEl>
                                          <p:spTgt spid="7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400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400" fill="hold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400" fill="hold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400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3" dur="400" fill="hold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400" fill="hold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400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400" fill="hold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400" fill="hold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400"/>
                        <p:tgtEl>
                          <p:spTgt spid="8"/>
                        </p:tgtEl>
                      </p:cBhvr>
                    </p:animEffect>
                    <p:anim calcmode="lin" valueType="num">
                      <p:cBhvr>
                        <p:cTn dur="400" fill="hold"/>
                        <p:tgtEl>
                          <p:spTgt spid="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400" fill="hold"/>
                        <p:tgtEl>
                          <p:spTgt spid="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9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9"/>
                        </p:tgtEl>
                      </p:cBhvr>
                    </p:animEffect>
                    <p:anim calcmode="lin" valueType="num">
                      <p:cBhvr>
                        <p:cTn dur="500" fill="hold"/>
                        <p:tgtEl>
                          <p:spTgt spid="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" grpId="0" animBg="1"/>
      <p:bldP spid="13" grpId="0" build="p">
        <p:tmplLst>
          <p:tmpl lvl="1">
            <p:tnLst>
              <p:par>
                <p:cTn presetID="53" presetClass="entr" presetSubtype="16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300" fill="hold"/>
                        <p:tgtEl>
                          <p:spTgt spid="13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300" fill="hold"/>
                        <p:tgtEl>
                          <p:spTgt spid="13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300"/>
                        <p:tgtEl>
                          <p:spTgt spid="1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6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6"/>
                        </p:tgtEl>
                      </p:cBhvr>
                    </p:animEffect>
                    <p:anim calcmode="lin" valueType="num">
                      <p:cBhvr>
                        <p:cTn dur="500" fill="hold"/>
                        <p:tgtEl>
                          <p:spTgt spid="2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2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7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8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72" grpId="0" animBg="1"/>
      <p:bldP spid="73" grpId="0" build="p">
        <p:tmplLst>
          <p:tmpl lvl="1">
            <p:tnLst>
              <p:par>
                <p:cTn presetID="53" presetClass="entr" presetSubtype="16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300" fill="hold"/>
                        <p:tgtEl>
                          <p:spTgt spid="73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300" fill="hold"/>
                        <p:tgtEl>
                          <p:spTgt spid="73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300"/>
                        <p:tgtEl>
                          <p:spTgt spid="7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74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74"/>
                        </p:tgtEl>
                      </p:cBhvr>
                    </p:animEffect>
                    <p:anim calcmode="lin" valueType="num">
                      <p:cBhvr>
                        <p:cTn dur="500" fill="hold"/>
                        <p:tgtEl>
                          <p:spTgt spid="74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74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75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8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7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76" grpId="0" animBg="1"/>
      <p:bldP spid="77" grpId="0" build="p">
        <p:tmplLst>
          <p:tmpl lvl="1">
            <p:tnLst>
              <p:par>
                <p:cTn presetID="53" presetClass="entr" presetSubtype="16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300" fill="hold"/>
                        <p:tgtEl>
                          <p:spTgt spid="77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300" fill="hold"/>
                        <p:tgtEl>
                          <p:spTgt spid="77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300"/>
                        <p:tgtEl>
                          <p:spTgt spid="7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78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78"/>
                        </p:tgtEl>
                      </p:cBhvr>
                    </p:animEffect>
                    <p:anim calcmode="lin" valueType="num">
                      <p:cBhvr>
                        <p:cTn dur="500" fill="hold"/>
                        <p:tgtEl>
                          <p:spTgt spid="7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7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79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8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7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8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400"/>
                        <p:tgtEl>
                          <p:spTgt spid="28"/>
                        </p:tgtEl>
                      </p:cBhvr>
                    </p:animEffect>
                    <p:anim calcmode="lin" valueType="num">
                      <p:cBhvr>
                        <p:cTn dur="400" fill="hold"/>
                        <p:tgtEl>
                          <p:spTgt spid="2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400" fill="hold"/>
                        <p:tgtEl>
                          <p:spTgt spid="2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9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400"/>
                        <p:tgtEl>
                          <p:spTgt spid="29"/>
                        </p:tgtEl>
                      </p:cBhvr>
                    </p:animEffect>
                    <p:anim calcmode="lin" valueType="num">
                      <p:cBhvr>
                        <p:cTn dur="400" fill="hold"/>
                        <p:tgtEl>
                          <p:spTgt spid="2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400" fill="hold"/>
                        <p:tgtEl>
                          <p:spTgt spid="2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0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400"/>
                        <p:tgtEl>
                          <p:spTgt spid="30"/>
                        </p:tgtEl>
                      </p:cBhvr>
                    </p:animEffect>
                    <p:anim calcmode="lin" valueType="num">
                      <p:cBhvr>
                        <p:cTn dur="400" fill="hold"/>
                        <p:tgtEl>
                          <p:spTgt spid="30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400" fill="hold"/>
                        <p:tgtEl>
                          <p:spTgt spid="30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conic lis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/>
          <p:cNvSpPr>
            <a:spLocks noGrp="1"/>
          </p:cNvSpPr>
          <p:nvPr>
            <p:ph type="body" sz="quarter" idx="10" hasCustomPrompt="1"/>
          </p:nvPr>
        </p:nvSpPr>
        <p:spPr>
          <a:xfrm>
            <a:off x="452438" y="270483"/>
            <a:ext cx="8229600" cy="359817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500" b="1">
                <a:solidFill>
                  <a:schemeClr val="tx1">
                    <a:lumMod val="75000"/>
                    <a:lumOff val="25000"/>
                  </a:schemeClr>
                </a:solidFill>
                <a:latin typeface="Lato Light"/>
                <a:cs typeface="Lato Light"/>
              </a:defRPr>
            </a:lvl1pPr>
          </a:lstStyle>
          <a:p>
            <a:pPr lvl="0"/>
            <a:r>
              <a:rPr lang="es-ES_tradnl" dirty="0"/>
              <a:t>Text </a:t>
            </a:r>
            <a:r>
              <a:rPr lang="es-ES_tradnl" dirty="0" err="1"/>
              <a:t>example</a:t>
            </a:r>
            <a:endParaRPr lang="es-ES_tradnl" dirty="0"/>
          </a:p>
        </p:txBody>
      </p:sp>
      <p:sp>
        <p:nvSpPr>
          <p:cNvPr id="9" name="Text Placeholder 7"/>
          <p:cNvSpPr>
            <a:spLocks noGrp="1"/>
          </p:cNvSpPr>
          <p:nvPr>
            <p:ph type="body" sz="quarter" idx="11" hasCustomPrompt="1"/>
          </p:nvPr>
        </p:nvSpPr>
        <p:spPr>
          <a:xfrm>
            <a:off x="452438" y="689252"/>
            <a:ext cx="8229600" cy="190376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accent3"/>
                </a:solidFill>
                <a:latin typeface="Lato Light"/>
                <a:cs typeface="Lato Light"/>
              </a:defRPr>
            </a:lvl1pPr>
          </a:lstStyle>
          <a:p>
            <a:pPr lvl="0"/>
            <a:r>
              <a:rPr lang="es-ES_tradnl" dirty="0" err="1"/>
              <a:t>Subtitle</a:t>
            </a:r>
            <a:r>
              <a:rPr lang="es-ES_tradnl" dirty="0"/>
              <a:t> </a:t>
            </a:r>
            <a:r>
              <a:rPr lang="es-ES_tradnl" dirty="0" err="1"/>
              <a:t>Example</a:t>
            </a:r>
            <a:endParaRPr lang="es-ES_tradnl" dirty="0"/>
          </a:p>
        </p:txBody>
      </p:sp>
      <p:sp>
        <p:nvSpPr>
          <p:cNvPr id="3" name="Rounded Rectangle 2"/>
          <p:cNvSpPr/>
          <p:nvPr userDrawn="1"/>
        </p:nvSpPr>
        <p:spPr>
          <a:xfrm>
            <a:off x="452438" y="1429481"/>
            <a:ext cx="652462" cy="652462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 Placeholder 7"/>
          <p:cNvSpPr>
            <a:spLocks noGrp="1"/>
          </p:cNvSpPr>
          <p:nvPr>
            <p:ph type="body" sz="quarter" idx="39" hasCustomPrompt="1"/>
          </p:nvPr>
        </p:nvSpPr>
        <p:spPr>
          <a:xfrm>
            <a:off x="513294" y="1467581"/>
            <a:ext cx="528106" cy="562099"/>
          </a:xfrm>
          <a:prstGeom prst="rect">
            <a:avLst/>
          </a:prstGeom>
        </p:spPr>
        <p:txBody>
          <a:bodyPr vert="horz" lIns="0" tIns="103884" rIns="0" bIns="103884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>
                <a:solidFill>
                  <a:schemeClr val="bg1"/>
                </a:solidFill>
                <a:latin typeface="FontAwesome"/>
                <a:cs typeface="FontAwesome"/>
              </a:defRPr>
            </a:lvl1pPr>
          </a:lstStyle>
          <a:p>
            <a:pPr lvl="0"/>
            <a:r>
              <a:rPr lang="es-ES_tradnl" dirty="0" err="1"/>
              <a:t>icon</a:t>
            </a:r>
            <a:endParaRPr lang="es-ES_tradnl" dirty="0"/>
          </a:p>
        </p:txBody>
      </p:sp>
      <p:sp>
        <p:nvSpPr>
          <p:cNvPr id="26" name="Text Placeholder 7"/>
          <p:cNvSpPr>
            <a:spLocks noGrp="1"/>
          </p:cNvSpPr>
          <p:nvPr>
            <p:ph type="body" sz="quarter" idx="19" hasCustomPrompt="1"/>
          </p:nvPr>
        </p:nvSpPr>
        <p:spPr>
          <a:xfrm>
            <a:off x="1354138" y="1286933"/>
            <a:ext cx="3090862" cy="366790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="0">
                <a:solidFill>
                  <a:schemeClr val="tx1">
                    <a:lumMod val="50000"/>
                    <a:lumOff val="50000"/>
                  </a:schemeClr>
                </a:solidFill>
                <a:latin typeface="Lato Light"/>
                <a:cs typeface="Lato Light"/>
              </a:defRPr>
            </a:lvl1pPr>
          </a:lstStyle>
          <a:p>
            <a:pPr lvl="0"/>
            <a:r>
              <a:rPr lang="es-ES_tradnl" dirty="0" err="1"/>
              <a:t>Subtitle</a:t>
            </a:r>
            <a:r>
              <a:rPr lang="es-ES_tradnl" dirty="0"/>
              <a:t> </a:t>
            </a:r>
            <a:r>
              <a:rPr lang="es-ES_tradnl" dirty="0" err="1"/>
              <a:t>Example</a:t>
            </a:r>
            <a:endParaRPr lang="es-ES_tradnl" dirty="0"/>
          </a:p>
        </p:txBody>
      </p:sp>
      <p:sp>
        <p:nvSpPr>
          <p:cNvPr id="27" name="Text Placeholder 2"/>
          <p:cNvSpPr>
            <a:spLocks noGrp="1"/>
          </p:cNvSpPr>
          <p:nvPr>
            <p:ph type="body" sz="quarter" idx="16" hasCustomPrompt="1"/>
          </p:nvPr>
        </p:nvSpPr>
        <p:spPr>
          <a:xfrm>
            <a:off x="1354139" y="1687591"/>
            <a:ext cx="3090861" cy="649977"/>
          </a:xfrm>
          <a:prstGeom prst="rect">
            <a:avLst/>
          </a:prstGeom>
        </p:spPr>
        <p:txBody>
          <a:bodyPr vert="horz" lIns="0" tIns="0" rIns="0" bIns="0"/>
          <a:lstStyle>
            <a:lvl1pPr marL="0" indent="0" algn="l">
              <a:lnSpc>
                <a:spcPct val="130000"/>
              </a:lnSpc>
              <a:buNone/>
              <a:defRPr sz="900" baseline="0">
                <a:solidFill>
                  <a:schemeClr val="tx1">
                    <a:lumMod val="50000"/>
                    <a:lumOff val="50000"/>
                  </a:schemeClr>
                </a:solidFill>
                <a:latin typeface="Lato Regular"/>
                <a:cs typeface="Lato Regular"/>
              </a:defRPr>
            </a:lvl1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tortor</a:t>
            </a:r>
            <a:r>
              <a:rPr lang="en-US" dirty="0"/>
              <a:t>, </a:t>
            </a:r>
            <a:r>
              <a:rPr lang="en-US" dirty="0" err="1"/>
              <a:t>mattis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dapibus</a:t>
            </a:r>
            <a:r>
              <a:rPr lang="en-US" dirty="0"/>
              <a:t> vitae, </a:t>
            </a:r>
            <a:r>
              <a:rPr lang="en-US" dirty="0" err="1"/>
              <a:t>euismod</a:t>
            </a:r>
            <a:r>
              <a:rPr lang="en-US" dirty="0"/>
              <a:t>  </a:t>
            </a:r>
            <a:r>
              <a:rPr lang="en-US" dirty="0" err="1"/>
              <a:t>purusaecenas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lacus </a:t>
            </a:r>
            <a:r>
              <a:rPr lang="en-US" dirty="0" err="1"/>
              <a:t>nec</a:t>
            </a:r>
            <a:r>
              <a:rPr lang="en-US" dirty="0"/>
              <a:t> </a:t>
            </a:r>
            <a:r>
              <a:rPr lang="en-US" dirty="0" err="1"/>
              <a:t>mauris</a:t>
            </a:r>
            <a:r>
              <a:rPr lang="en-US" dirty="0"/>
              <a:t> </a:t>
            </a:r>
            <a:r>
              <a:rPr lang="en-US" dirty="0" err="1"/>
              <a:t>feugiat</a:t>
            </a:r>
            <a:r>
              <a:rPr lang="en-US" dirty="0"/>
              <a:t> </a:t>
            </a:r>
            <a:r>
              <a:rPr lang="en-US" dirty="0" err="1"/>
              <a:t>tristique</a:t>
            </a:r>
            <a:r>
              <a:rPr lang="en-US" dirty="0"/>
              <a:t> et in </a:t>
            </a:r>
            <a:r>
              <a:rPr lang="en-US" dirty="0" err="1"/>
              <a:t>metus</a:t>
            </a:r>
            <a:r>
              <a:rPr lang="en-US" dirty="0"/>
              <a:t>. </a:t>
            </a:r>
          </a:p>
        </p:txBody>
      </p:sp>
      <p:sp>
        <p:nvSpPr>
          <p:cNvPr id="32" name="Rounded Rectangle 31"/>
          <p:cNvSpPr/>
          <p:nvPr userDrawn="1"/>
        </p:nvSpPr>
        <p:spPr>
          <a:xfrm>
            <a:off x="452438" y="2661381"/>
            <a:ext cx="652462" cy="652462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ext Placeholder 7"/>
          <p:cNvSpPr>
            <a:spLocks noGrp="1"/>
          </p:cNvSpPr>
          <p:nvPr>
            <p:ph type="body" sz="quarter" idx="43" hasCustomPrompt="1"/>
          </p:nvPr>
        </p:nvSpPr>
        <p:spPr>
          <a:xfrm>
            <a:off x="513294" y="2699481"/>
            <a:ext cx="528106" cy="562099"/>
          </a:xfrm>
          <a:prstGeom prst="rect">
            <a:avLst/>
          </a:prstGeom>
        </p:spPr>
        <p:txBody>
          <a:bodyPr vert="horz" lIns="0" tIns="103884" rIns="0" bIns="103884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>
                <a:solidFill>
                  <a:schemeClr val="bg1"/>
                </a:solidFill>
                <a:latin typeface="FontAwesome"/>
                <a:cs typeface="FontAwesome"/>
              </a:defRPr>
            </a:lvl1pPr>
          </a:lstStyle>
          <a:p>
            <a:pPr lvl="0"/>
            <a:r>
              <a:rPr lang="es-ES_tradnl" dirty="0" err="1"/>
              <a:t>icon</a:t>
            </a:r>
            <a:endParaRPr lang="es-ES_tradnl" dirty="0"/>
          </a:p>
        </p:txBody>
      </p:sp>
      <p:sp>
        <p:nvSpPr>
          <p:cNvPr id="34" name="Text Placeholder 7"/>
          <p:cNvSpPr>
            <a:spLocks noGrp="1"/>
          </p:cNvSpPr>
          <p:nvPr>
            <p:ph type="body" sz="quarter" idx="44" hasCustomPrompt="1"/>
          </p:nvPr>
        </p:nvSpPr>
        <p:spPr>
          <a:xfrm>
            <a:off x="1354138" y="2518833"/>
            <a:ext cx="3090862" cy="366790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="0">
                <a:solidFill>
                  <a:schemeClr val="tx1">
                    <a:lumMod val="50000"/>
                    <a:lumOff val="50000"/>
                  </a:schemeClr>
                </a:solidFill>
                <a:latin typeface="Lato Light"/>
                <a:cs typeface="Lato Light"/>
              </a:defRPr>
            </a:lvl1pPr>
          </a:lstStyle>
          <a:p>
            <a:pPr lvl="0"/>
            <a:r>
              <a:rPr lang="es-ES_tradnl" dirty="0" err="1"/>
              <a:t>Subtitle</a:t>
            </a:r>
            <a:r>
              <a:rPr lang="es-ES_tradnl" dirty="0"/>
              <a:t> </a:t>
            </a:r>
            <a:r>
              <a:rPr lang="es-ES_tradnl" dirty="0" err="1"/>
              <a:t>Example</a:t>
            </a:r>
            <a:endParaRPr lang="es-ES_tradnl" dirty="0"/>
          </a:p>
        </p:txBody>
      </p:sp>
      <p:sp>
        <p:nvSpPr>
          <p:cNvPr id="35" name="Text Placeholder 2"/>
          <p:cNvSpPr>
            <a:spLocks noGrp="1"/>
          </p:cNvSpPr>
          <p:nvPr>
            <p:ph type="body" sz="quarter" idx="45" hasCustomPrompt="1"/>
          </p:nvPr>
        </p:nvSpPr>
        <p:spPr>
          <a:xfrm>
            <a:off x="1354139" y="2919491"/>
            <a:ext cx="3090861" cy="649977"/>
          </a:xfrm>
          <a:prstGeom prst="rect">
            <a:avLst/>
          </a:prstGeom>
        </p:spPr>
        <p:txBody>
          <a:bodyPr vert="horz" lIns="0" tIns="0" rIns="0" bIns="0"/>
          <a:lstStyle>
            <a:lvl1pPr marL="0" indent="0" algn="l">
              <a:lnSpc>
                <a:spcPct val="130000"/>
              </a:lnSpc>
              <a:buNone/>
              <a:defRPr sz="900" baseline="0">
                <a:solidFill>
                  <a:schemeClr val="tx1">
                    <a:lumMod val="50000"/>
                    <a:lumOff val="50000"/>
                  </a:schemeClr>
                </a:solidFill>
                <a:latin typeface="Lato Regular"/>
                <a:cs typeface="Lato Regular"/>
              </a:defRPr>
            </a:lvl1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tortor</a:t>
            </a:r>
            <a:r>
              <a:rPr lang="en-US" dirty="0"/>
              <a:t>, </a:t>
            </a:r>
            <a:r>
              <a:rPr lang="en-US" dirty="0" err="1"/>
              <a:t>mattis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dapibus</a:t>
            </a:r>
            <a:r>
              <a:rPr lang="en-US" dirty="0"/>
              <a:t> vitae, </a:t>
            </a:r>
            <a:r>
              <a:rPr lang="en-US" dirty="0" err="1"/>
              <a:t>euismod</a:t>
            </a:r>
            <a:r>
              <a:rPr lang="en-US" dirty="0"/>
              <a:t>  </a:t>
            </a:r>
            <a:r>
              <a:rPr lang="en-US" dirty="0" err="1"/>
              <a:t>purusaecenas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lacus </a:t>
            </a:r>
            <a:r>
              <a:rPr lang="en-US" dirty="0" err="1"/>
              <a:t>nec</a:t>
            </a:r>
            <a:r>
              <a:rPr lang="en-US" dirty="0"/>
              <a:t> </a:t>
            </a:r>
            <a:r>
              <a:rPr lang="en-US" dirty="0" err="1"/>
              <a:t>mauris</a:t>
            </a:r>
            <a:r>
              <a:rPr lang="en-US" dirty="0"/>
              <a:t> </a:t>
            </a:r>
            <a:r>
              <a:rPr lang="en-US" dirty="0" err="1"/>
              <a:t>feugiat</a:t>
            </a:r>
            <a:r>
              <a:rPr lang="en-US" dirty="0"/>
              <a:t> </a:t>
            </a:r>
            <a:r>
              <a:rPr lang="en-US" dirty="0" err="1"/>
              <a:t>tristique</a:t>
            </a:r>
            <a:r>
              <a:rPr lang="en-US" dirty="0"/>
              <a:t> et in </a:t>
            </a:r>
            <a:r>
              <a:rPr lang="en-US" dirty="0" err="1"/>
              <a:t>metus</a:t>
            </a:r>
            <a:r>
              <a:rPr lang="en-US" dirty="0"/>
              <a:t>. </a:t>
            </a:r>
          </a:p>
        </p:txBody>
      </p:sp>
      <p:sp>
        <p:nvSpPr>
          <p:cNvPr id="40" name="Rounded Rectangle 39"/>
          <p:cNvSpPr/>
          <p:nvPr userDrawn="1"/>
        </p:nvSpPr>
        <p:spPr>
          <a:xfrm>
            <a:off x="452438" y="3893281"/>
            <a:ext cx="652462" cy="652462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Text Placeholder 7"/>
          <p:cNvSpPr>
            <a:spLocks noGrp="1"/>
          </p:cNvSpPr>
          <p:nvPr>
            <p:ph type="body" sz="quarter" idx="49" hasCustomPrompt="1"/>
          </p:nvPr>
        </p:nvSpPr>
        <p:spPr>
          <a:xfrm>
            <a:off x="513294" y="3931381"/>
            <a:ext cx="528106" cy="562099"/>
          </a:xfrm>
          <a:prstGeom prst="rect">
            <a:avLst/>
          </a:prstGeom>
        </p:spPr>
        <p:txBody>
          <a:bodyPr vert="horz" lIns="0" tIns="103884" rIns="0" bIns="103884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>
                <a:solidFill>
                  <a:schemeClr val="bg1"/>
                </a:solidFill>
                <a:latin typeface="FontAwesome"/>
                <a:cs typeface="FontAwesome"/>
              </a:defRPr>
            </a:lvl1pPr>
          </a:lstStyle>
          <a:p>
            <a:pPr lvl="0"/>
            <a:r>
              <a:rPr lang="es-ES_tradnl" dirty="0" err="1"/>
              <a:t>icon</a:t>
            </a:r>
            <a:endParaRPr lang="es-ES_tradnl" dirty="0"/>
          </a:p>
        </p:txBody>
      </p:sp>
      <p:sp>
        <p:nvSpPr>
          <p:cNvPr id="42" name="Text Placeholder 7"/>
          <p:cNvSpPr>
            <a:spLocks noGrp="1"/>
          </p:cNvSpPr>
          <p:nvPr>
            <p:ph type="body" sz="quarter" idx="50" hasCustomPrompt="1"/>
          </p:nvPr>
        </p:nvSpPr>
        <p:spPr>
          <a:xfrm>
            <a:off x="1354138" y="3750733"/>
            <a:ext cx="3090862" cy="366790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="0">
                <a:solidFill>
                  <a:schemeClr val="tx1">
                    <a:lumMod val="50000"/>
                    <a:lumOff val="50000"/>
                  </a:schemeClr>
                </a:solidFill>
                <a:latin typeface="Lato Light"/>
                <a:cs typeface="Lato Light"/>
              </a:defRPr>
            </a:lvl1pPr>
          </a:lstStyle>
          <a:p>
            <a:pPr lvl="0"/>
            <a:r>
              <a:rPr lang="es-ES_tradnl" dirty="0" err="1"/>
              <a:t>Subtitle</a:t>
            </a:r>
            <a:r>
              <a:rPr lang="es-ES_tradnl" dirty="0"/>
              <a:t> </a:t>
            </a:r>
            <a:r>
              <a:rPr lang="es-ES_tradnl" dirty="0" err="1"/>
              <a:t>Example</a:t>
            </a:r>
            <a:endParaRPr lang="es-ES_tradnl" dirty="0"/>
          </a:p>
        </p:txBody>
      </p:sp>
      <p:sp>
        <p:nvSpPr>
          <p:cNvPr id="43" name="Text Placeholder 2"/>
          <p:cNvSpPr>
            <a:spLocks noGrp="1"/>
          </p:cNvSpPr>
          <p:nvPr>
            <p:ph type="body" sz="quarter" idx="51" hasCustomPrompt="1"/>
          </p:nvPr>
        </p:nvSpPr>
        <p:spPr>
          <a:xfrm>
            <a:off x="1354139" y="4151391"/>
            <a:ext cx="3090861" cy="649977"/>
          </a:xfrm>
          <a:prstGeom prst="rect">
            <a:avLst/>
          </a:prstGeom>
        </p:spPr>
        <p:txBody>
          <a:bodyPr vert="horz" lIns="0" tIns="0" rIns="0" bIns="0"/>
          <a:lstStyle>
            <a:lvl1pPr marL="0" indent="0" algn="l">
              <a:lnSpc>
                <a:spcPct val="130000"/>
              </a:lnSpc>
              <a:buNone/>
              <a:defRPr sz="900" baseline="0">
                <a:solidFill>
                  <a:schemeClr val="tx1">
                    <a:lumMod val="50000"/>
                    <a:lumOff val="50000"/>
                  </a:schemeClr>
                </a:solidFill>
                <a:latin typeface="Lato Regular"/>
                <a:cs typeface="Lato Regular"/>
              </a:defRPr>
            </a:lvl1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tortor</a:t>
            </a:r>
            <a:r>
              <a:rPr lang="en-US" dirty="0"/>
              <a:t>, </a:t>
            </a:r>
            <a:r>
              <a:rPr lang="en-US" dirty="0" err="1"/>
              <a:t>mattis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dapibus</a:t>
            </a:r>
            <a:r>
              <a:rPr lang="en-US" dirty="0"/>
              <a:t> vitae, </a:t>
            </a:r>
            <a:r>
              <a:rPr lang="en-US" dirty="0" err="1"/>
              <a:t>euismod</a:t>
            </a:r>
            <a:r>
              <a:rPr lang="en-US" dirty="0"/>
              <a:t>  </a:t>
            </a:r>
            <a:r>
              <a:rPr lang="en-US" dirty="0" err="1"/>
              <a:t>purusaecenas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lacus </a:t>
            </a:r>
            <a:r>
              <a:rPr lang="en-US" dirty="0" err="1"/>
              <a:t>nec</a:t>
            </a:r>
            <a:r>
              <a:rPr lang="en-US" dirty="0"/>
              <a:t> </a:t>
            </a:r>
            <a:r>
              <a:rPr lang="en-US" dirty="0" err="1"/>
              <a:t>mauris</a:t>
            </a:r>
            <a:r>
              <a:rPr lang="en-US" dirty="0"/>
              <a:t> </a:t>
            </a:r>
            <a:r>
              <a:rPr lang="en-US" dirty="0" err="1"/>
              <a:t>feugiat</a:t>
            </a:r>
            <a:r>
              <a:rPr lang="en-US" dirty="0"/>
              <a:t> </a:t>
            </a:r>
            <a:r>
              <a:rPr lang="en-US" dirty="0" err="1"/>
              <a:t>tristique</a:t>
            </a:r>
            <a:r>
              <a:rPr lang="en-US" dirty="0"/>
              <a:t> et in </a:t>
            </a:r>
            <a:r>
              <a:rPr lang="en-US" dirty="0" err="1"/>
              <a:t>metus</a:t>
            </a:r>
            <a:r>
              <a:rPr lang="en-US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11586564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4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700"/>
                            </p:stCondLst>
                            <p:childTnLst>
                              <p:par>
                                <p:cTn id="16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4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4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100"/>
                            </p:stCondLst>
                            <p:childTnLst>
                              <p:par>
                                <p:cTn id="2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3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3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2400"/>
                            </p:stCondLst>
                            <p:childTnLst>
                              <p:par>
                                <p:cTn id="36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4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4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2800"/>
                            </p:stCondLst>
                            <p:childTnLst>
                              <p:par>
                                <p:cTn id="4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300" fill="hold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300" fill="hold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300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4100"/>
                            </p:stCondLst>
                            <p:childTnLst>
                              <p:par>
                                <p:cTn id="56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" dur="4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4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4500"/>
                            </p:stCondLst>
                            <p:childTnLst>
                              <p:par>
                                <p:cTn id="6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4" dur="300" fill="hold"/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300" fill="hold"/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6" dur="300"/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400"/>
                        <p:tgtEl>
                          <p:spTgt spid="8"/>
                        </p:tgtEl>
                      </p:cBhvr>
                    </p:animEffect>
                    <p:anim calcmode="lin" valueType="num">
                      <p:cBhvr>
                        <p:cTn dur="400" fill="hold"/>
                        <p:tgtEl>
                          <p:spTgt spid="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400" fill="hold"/>
                        <p:tgtEl>
                          <p:spTgt spid="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9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9"/>
                        </p:tgtEl>
                      </p:cBhvr>
                    </p:animEffect>
                    <p:anim calcmode="lin" valueType="num">
                      <p:cBhvr>
                        <p:cTn dur="500" fill="hold"/>
                        <p:tgtEl>
                          <p:spTgt spid="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" grpId="0" animBg="1"/>
      <p:bldP spid="13" grpId="0" build="p">
        <p:tmplLst>
          <p:tmpl lvl="1">
            <p:tnLst>
              <p:par>
                <p:cTn presetID="53" presetClass="entr" presetSubtype="16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300" fill="hold"/>
                        <p:tgtEl>
                          <p:spTgt spid="13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300" fill="hold"/>
                        <p:tgtEl>
                          <p:spTgt spid="13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300"/>
                        <p:tgtEl>
                          <p:spTgt spid="1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6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6"/>
                        </p:tgtEl>
                      </p:cBhvr>
                    </p:animEffect>
                    <p:anim calcmode="lin" valueType="num">
                      <p:cBhvr>
                        <p:cTn dur="500" fill="hold"/>
                        <p:tgtEl>
                          <p:spTgt spid="2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2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7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8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2" grpId="0" animBg="1"/>
      <p:bldP spid="33" grpId="0" build="p">
        <p:tmplLst>
          <p:tmpl lvl="1">
            <p:tnLst>
              <p:par>
                <p:cTn presetID="53" presetClass="entr" presetSubtype="16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300" fill="hold"/>
                        <p:tgtEl>
                          <p:spTgt spid="33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300" fill="hold"/>
                        <p:tgtEl>
                          <p:spTgt spid="33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300"/>
                        <p:tgtEl>
                          <p:spTgt spid="3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4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4"/>
                        </p:tgtEl>
                      </p:cBhvr>
                    </p:animEffect>
                    <p:anim calcmode="lin" valueType="num">
                      <p:cBhvr>
                        <p:cTn dur="500" fill="hold"/>
                        <p:tgtEl>
                          <p:spTgt spid="34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34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5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8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0" grpId="0" animBg="1"/>
      <p:bldP spid="41" grpId="0" build="p">
        <p:tmplLst>
          <p:tmpl lvl="1">
            <p:tnLst>
              <p:par>
                <p:cTn presetID="53" presetClass="entr" presetSubtype="16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300" fill="hold"/>
                        <p:tgtEl>
                          <p:spTgt spid="41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300" fill="hold"/>
                        <p:tgtEl>
                          <p:spTgt spid="41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300"/>
                        <p:tgtEl>
                          <p:spTgt spid="4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2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2"/>
                        </p:tgtEl>
                      </p:cBhvr>
                    </p:animEffect>
                    <p:anim calcmode="lin" valueType="num">
                      <p:cBhvr>
                        <p:cTn dur="500" fill="hold"/>
                        <p:tgtEl>
                          <p:spTgt spid="4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4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3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8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3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conic lis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/>
          <p:cNvSpPr>
            <a:spLocks noGrp="1"/>
          </p:cNvSpPr>
          <p:nvPr>
            <p:ph type="body" sz="quarter" idx="10" hasCustomPrompt="1"/>
          </p:nvPr>
        </p:nvSpPr>
        <p:spPr>
          <a:xfrm>
            <a:off x="452438" y="270483"/>
            <a:ext cx="8229600" cy="359817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500" b="1">
                <a:solidFill>
                  <a:schemeClr val="tx1">
                    <a:lumMod val="75000"/>
                    <a:lumOff val="25000"/>
                  </a:schemeClr>
                </a:solidFill>
                <a:latin typeface="Lato Light"/>
                <a:cs typeface="Lato Light"/>
              </a:defRPr>
            </a:lvl1pPr>
          </a:lstStyle>
          <a:p>
            <a:pPr lvl="0"/>
            <a:r>
              <a:rPr lang="es-ES_tradnl" dirty="0"/>
              <a:t>Text </a:t>
            </a:r>
            <a:r>
              <a:rPr lang="es-ES_tradnl" dirty="0" err="1"/>
              <a:t>example</a:t>
            </a:r>
            <a:endParaRPr lang="es-ES_tradnl" dirty="0"/>
          </a:p>
        </p:txBody>
      </p:sp>
      <p:sp>
        <p:nvSpPr>
          <p:cNvPr id="9" name="Text Placeholder 7"/>
          <p:cNvSpPr>
            <a:spLocks noGrp="1"/>
          </p:cNvSpPr>
          <p:nvPr>
            <p:ph type="body" sz="quarter" idx="11" hasCustomPrompt="1"/>
          </p:nvPr>
        </p:nvSpPr>
        <p:spPr>
          <a:xfrm>
            <a:off x="452438" y="689252"/>
            <a:ext cx="8229600" cy="190376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accent3"/>
                </a:solidFill>
                <a:latin typeface="Lato Light"/>
                <a:cs typeface="Lato Light"/>
              </a:defRPr>
            </a:lvl1pPr>
          </a:lstStyle>
          <a:p>
            <a:pPr lvl="0"/>
            <a:r>
              <a:rPr lang="es-ES_tradnl" dirty="0" err="1"/>
              <a:t>Subtitle</a:t>
            </a:r>
            <a:r>
              <a:rPr lang="es-ES_tradnl" dirty="0"/>
              <a:t> </a:t>
            </a:r>
            <a:r>
              <a:rPr lang="es-ES_tradnl" dirty="0" err="1"/>
              <a:t>Example</a:t>
            </a:r>
            <a:endParaRPr lang="es-ES_tradnl" dirty="0"/>
          </a:p>
        </p:txBody>
      </p:sp>
      <p:sp>
        <p:nvSpPr>
          <p:cNvPr id="3" name="Rounded Rectangle 2"/>
          <p:cNvSpPr/>
          <p:nvPr userDrawn="1"/>
        </p:nvSpPr>
        <p:spPr>
          <a:xfrm>
            <a:off x="8029576" y="1543781"/>
            <a:ext cx="652462" cy="652462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 Placeholder 7"/>
          <p:cNvSpPr>
            <a:spLocks noGrp="1"/>
          </p:cNvSpPr>
          <p:nvPr>
            <p:ph type="body" sz="quarter" idx="39" hasCustomPrompt="1"/>
          </p:nvPr>
        </p:nvSpPr>
        <p:spPr>
          <a:xfrm>
            <a:off x="8090432" y="1581881"/>
            <a:ext cx="528106" cy="562099"/>
          </a:xfrm>
          <a:prstGeom prst="rect">
            <a:avLst/>
          </a:prstGeom>
        </p:spPr>
        <p:txBody>
          <a:bodyPr vert="horz" lIns="0" tIns="103884" rIns="0" bIns="103884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>
                <a:solidFill>
                  <a:schemeClr val="bg1"/>
                </a:solidFill>
                <a:latin typeface="FontAwesome"/>
                <a:cs typeface="FontAwesome"/>
              </a:defRPr>
            </a:lvl1pPr>
          </a:lstStyle>
          <a:p>
            <a:pPr lvl="0"/>
            <a:r>
              <a:rPr lang="es-ES_tradnl" dirty="0" err="1"/>
              <a:t>icon</a:t>
            </a:r>
            <a:endParaRPr lang="es-ES_tradnl" dirty="0"/>
          </a:p>
        </p:txBody>
      </p:sp>
      <p:sp>
        <p:nvSpPr>
          <p:cNvPr id="26" name="Text Placeholder 7"/>
          <p:cNvSpPr>
            <a:spLocks noGrp="1"/>
          </p:cNvSpPr>
          <p:nvPr>
            <p:ph type="body" sz="quarter" idx="19" hasCustomPrompt="1"/>
          </p:nvPr>
        </p:nvSpPr>
        <p:spPr>
          <a:xfrm>
            <a:off x="4816476" y="1401233"/>
            <a:ext cx="3090862" cy="366790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="0">
                <a:solidFill>
                  <a:schemeClr val="tx1">
                    <a:lumMod val="50000"/>
                    <a:lumOff val="50000"/>
                  </a:schemeClr>
                </a:solidFill>
                <a:latin typeface="Lato Light"/>
                <a:cs typeface="Lato Light"/>
              </a:defRPr>
            </a:lvl1pPr>
          </a:lstStyle>
          <a:p>
            <a:pPr lvl="0"/>
            <a:r>
              <a:rPr lang="es-ES_tradnl" dirty="0" err="1"/>
              <a:t>Subtitle</a:t>
            </a:r>
            <a:r>
              <a:rPr lang="es-ES_tradnl" dirty="0"/>
              <a:t> </a:t>
            </a:r>
            <a:r>
              <a:rPr lang="es-ES_tradnl" dirty="0" err="1"/>
              <a:t>Example</a:t>
            </a:r>
            <a:endParaRPr lang="es-ES_tradnl" dirty="0"/>
          </a:p>
        </p:txBody>
      </p:sp>
      <p:sp>
        <p:nvSpPr>
          <p:cNvPr id="27" name="Text Placeholder 2"/>
          <p:cNvSpPr>
            <a:spLocks noGrp="1"/>
          </p:cNvSpPr>
          <p:nvPr>
            <p:ph type="body" sz="quarter" idx="16" hasCustomPrompt="1"/>
          </p:nvPr>
        </p:nvSpPr>
        <p:spPr>
          <a:xfrm>
            <a:off x="4816477" y="1801891"/>
            <a:ext cx="3090861" cy="649977"/>
          </a:xfrm>
          <a:prstGeom prst="rect">
            <a:avLst/>
          </a:prstGeom>
        </p:spPr>
        <p:txBody>
          <a:bodyPr vert="horz" lIns="0" tIns="0" rIns="0" bIns="0"/>
          <a:lstStyle>
            <a:lvl1pPr marL="0" indent="0" algn="r">
              <a:lnSpc>
                <a:spcPct val="130000"/>
              </a:lnSpc>
              <a:buNone/>
              <a:defRPr sz="900" baseline="0">
                <a:solidFill>
                  <a:schemeClr val="tx1">
                    <a:lumMod val="50000"/>
                    <a:lumOff val="50000"/>
                  </a:schemeClr>
                </a:solidFill>
                <a:latin typeface="Lato Regular"/>
                <a:cs typeface="Lato Regular"/>
              </a:defRPr>
            </a:lvl1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tortor</a:t>
            </a:r>
            <a:r>
              <a:rPr lang="en-US" dirty="0"/>
              <a:t>, </a:t>
            </a:r>
            <a:r>
              <a:rPr lang="en-US" dirty="0" err="1"/>
              <a:t>mattis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dapibus</a:t>
            </a:r>
            <a:r>
              <a:rPr lang="en-US" dirty="0"/>
              <a:t> vitae, </a:t>
            </a:r>
            <a:r>
              <a:rPr lang="en-US" dirty="0" err="1"/>
              <a:t>euismod</a:t>
            </a:r>
            <a:r>
              <a:rPr lang="en-US" dirty="0"/>
              <a:t>  </a:t>
            </a:r>
            <a:r>
              <a:rPr lang="en-US" dirty="0" err="1"/>
              <a:t>purusaecenas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lacus </a:t>
            </a:r>
            <a:r>
              <a:rPr lang="en-US" dirty="0" err="1"/>
              <a:t>nec</a:t>
            </a:r>
            <a:r>
              <a:rPr lang="en-US" dirty="0"/>
              <a:t> </a:t>
            </a:r>
            <a:r>
              <a:rPr lang="en-US" dirty="0" err="1"/>
              <a:t>mauris</a:t>
            </a:r>
            <a:r>
              <a:rPr lang="en-US" dirty="0"/>
              <a:t> </a:t>
            </a:r>
            <a:r>
              <a:rPr lang="en-US" dirty="0" err="1"/>
              <a:t>feugiat</a:t>
            </a:r>
            <a:r>
              <a:rPr lang="en-US" dirty="0"/>
              <a:t> </a:t>
            </a:r>
            <a:r>
              <a:rPr lang="en-US" dirty="0" err="1"/>
              <a:t>tristique</a:t>
            </a:r>
            <a:r>
              <a:rPr lang="en-US" dirty="0"/>
              <a:t> et in </a:t>
            </a:r>
            <a:r>
              <a:rPr lang="en-US" dirty="0" err="1"/>
              <a:t>metus</a:t>
            </a:r>
            <a:r>
              <a:rPr lang="en-US" dirty="0"/>
              <a:t>. </a:t>
            </a:r>
          </a:p>
        </p:txBody>
      </p:sp>
      <p:sp>
        <p:nvSpPr>
          <p:cNvPr id="32" name="Rounded Rectangle 31"/>
          <p:cNvSpPr/>
          <p:nvPr userDrawn="1"/>
        </p:nvSpPr>
        <p:spPr>
          <a:xfrm>
            <a:off x="8029576" y="2775681"/>
            <a:ext cx="652462" cy="652462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ext Placeholder 7"/>
          <p:cNvSpPr>
            <a:spLocks noGrp="1"/>
          </p:cNvSpPr>
          <p:nvPr>
            <p:ph type="body" sz="quarter" idx="43" hasCustomPrompt="1"/>
          </p:nvPr>
        </p:nvSpPr>
        <p:spPr>
          <a:xfrm>
            <a:off x="8090432" y="2813781"/>
            <a:ext cx="528106" cy="562099"/>
          </a:xfrm>
          <a:prstGeom prst="rect">
            <a:avLst/>
          </a:prstGeom>
        </p:spPr>
        <p:txBody>
          <a:bodyPr vert="horz" lIns="0" tIns="103884" rIns="0" bIns="103884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>
                <a:solidFill>
                  <a:schemeClr val="bg1"/>
                </a:solidFill>
                <a:latin typeface="FontAwesome"/>
                <a:cs typeface="FontAwesome"/>
              </a:defRPr>
            </a:lvl1pPr>
          </a:lstStyle>
          <a:p>
            <a:pPr lvl="0"/>
            <a:r>
              <a:rPr lang="es-ES_tradnl" dirty="0" err="1"/>
              <a:t>icon</a:t>
            </a:r>
            <a:endParaRPr lang="es-ES_tradnl" dirty="0"/>
          </a:p>
        </p:txBody>
      </p:sp>
      <p:sp>
        <p:nvSpPr>
          <p:cNvPr id="34" name="Text Placeholder 7"/>
          <p:cNvSpPr>
            <a:spLocks noGrp="1"/>
          </p:cNvSpPr>
          <p:nvPr>
            <p:ph type="body" sz="quarter" idx="44" hasCustomPrompt="1"/>
          </p:nvPr>
        </p:nvSpPr>
        <p:spPr>
          <a:xfrm>
            <a:off x="4816476" y="2633133"/>
            <a:ext cx="3090862" cy="366790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="0">
                <a:solidFill>
                  <a:schemeClr val="tx1">
                    <a:lumMod val="50000"/>
                    <a:lumOff val="50000"/>
                  </a:schemeClr>
                </a:solidFill>
                <a:latin typeface="Lato Light"/>
                <a:cs typeface="Lato Light"/>
              </a:defRPr>
            </a:lvl1pPr>
          </a:lstStyle>
          <a:p>
            <a:pPr lvl="0"/>
            <a:r>
              <a:rPr lang="es-ES_tradnl" dirty="0" err="1"/>
              <a:t>Subtitle</a:t>
            </a:r>
            <a:r>
              <a:rPr lang="es-ES_tradnl" dirty="0"/>
              <a:t> </a:t>
            </a:r>
            <a:r>
              <a:rPr lang="es-ES_tradnl" dirty="0" err="1"/>
              <a:t>Example</a:t>
            </a:r>
            <a:endParaRPr lang="es-ES_tradnl" dirty="0"/>
          </a:p>
        </p:txBody>
      </p:sp>
      <p:sp>
        <p:nvSpPr>
          <p:cNvPr id="35" name="Text Placeholder 2"/>
          <p:cNvSpPr>
            <a:spLocks noGrp="1"/>
          </p:cNvSpPr>
          <p:nvPr>
            <p:ph type="body" sz="quarter" idx="45" hasCustomPrompt="1"/>
          </p:nvPr>
        </p:nvSpPr>
        <p:spPr>
          <a:xfrm>
            <a:off x="4816477" y="3033791"/>
            <a:ext cx="3090861" cy="649977"/>
          </a:xfrm>
          <a:prstGeom prst="rect">
            <a:avLst/>
          </a:prstGeom>
        </p:spPr>
        <p:txBody>
          <a:bodyPr vert="horz" lIns="0" tIns="0" rIns="0" bIns="0"/>
          <a:lstStyle>
            <a:lvl1pPr marL="0" indent="0" algn="r">
              <a:lnSpc>
                <a:spcPct val="130000"/>
              </a:lnSpc>
              <a:buNone/>
              <a:defRPr sz="900" baseline="0">
                <a:solidFill>
                  <a:schemeClr val="tx1">
                    <a:lumMod val="50000"/>
                    <a:lumOff val="50000"/>
                  </a:schemeClr>
                </a:solidFill>
                <a:latin typeface="Lato Regular"/>
                <a:cs typeface="Lato Regular"/>
              </a:defRPr>
            </a:lvl1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tortor</a:t>
            </a:r>
            <a:r>
              <a:rPr lang="en-US" dirty="0"/>
              <a:t>, </a:t>
            </a:r>
            <a:r>
              <a:rPr lang="en-US" dirty="0" err="1"/>
              <a:t>mattis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dapibus</a:t>
            </a:r>
            <a:r>
              <a:rPr lang="en-US" dirty="0"/>
              <a:t> vitae, </a:t>
            </a:r>
            <a:r>
              <a:rPr lang="en-US" dirty="0" err="1"/>
              <a:t>euismod</a:t>
            </a:r>
            <a:r>
              <a:rPr lang="en-US" dirty="0"/>
              <a:t>  </a:t>
            </a:r>
            <a:r>
              <a:rPr lang="en-US" dirty="0" err="1"/>
              <a:t>purusaecenas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lacus </a:t>
            </a:r>
            <a:r>
              <a:rPr lang="en-US" dirty="0" err="1"/>
              <a:t>nec</a:t>
            </a:r>
            <a:r>
              <a:rPr lang="en-US" dirty="0"/>
              <a:t> </a:t>
            </a:r>
            <a:r>
              <a:rPr lang="en-US" dirty="0" err="1"/>
              <a:t>mauris</a:t>
            </a:r>
            <a:r>
              <a:rPr lang="en-US" dirty="0"/>
              <a:t> </a:t>
            </a:r>
            <a:r>
              <a:rPr lang="en-US" dirty="0" err="1"/>
              <a:t>feugiat</a:t>
            </a:r>
            <a:r>
              <a:rPr lang="en-US" dirty="0"/>
              <a:t> </a:t>
            </a:r>
            <a:r>
              <a:rPr lang="en-US" dirty="0" err="1"/>
              <a:t>tristique</a:t>
            </a:r>
            <a:r>
              <a:rPr lang="en-US" dirty="0"/>
              <a:t> et in </a:t>
            </a:r>
            <a:r>
              <a:rPr lang="en-US" dirty="0" err="1"/>
              <a:t>metus</a:t>
            </a:r>
            <a:r>
              <a:rPr lang="en-US" dirty="0"/>
              <a:t>. </a:t>
            </a:r>
          </a:p>
        </p:txBody>
      </p:sp>
      <p:sp>
        <p:nvSpPr>
          <p:cNvPr id="40" name="Rounded Rectangle 39"/>
          <p:cNvSpPr/>
          <p:nvPr userDrawn="1"/>
        </p:nvSpPr>
        <p:spPr>
          <a:xfrm>
            <a:off x="8029576" y="4007581"/>
            <a:ext cx="652462" cy="652462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Text Placeholder 7"/>
          <p:cNvSpPr>
            <a:spLocks noGrp="1"/>
          </p:cNvSpPr>
          <p:nvPr>
            <p:ph type="body" sz="quarter" idx="49" hasCustomPrompt="1"/>
          </p:nvPr>
        </p:nvSpPr>
        <p:spPr>
          <a:xfrm>
            <a:off x="8090432" y="4045681"/>
            <a:ext cx="528106" cy="562099"/>
          </a:xfrm>
          <a:prstGeom prst="rect">
            <a:avLst/>
          </a:prstGeom>
        </p:spPr>
        <p:txBody>
          <a:bodyPr vert="horz" lIns="0" tIns="103884" rIns="0" bIns="103884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>
                <a:solidFill>
                  <a:schemeClr val="bg1"/>
                </a:solidFill>
                <a:latin typeface="FontAwesome"/>
                <a:cs typeface="FontAwesome"/>
              </a:defRPr>
            </a:lvl1pPr>
          </a:lstStyle>
          <a:p>
            <a:pPr lvl="0"/>
            <a:r>
              <a:rPr lang="es-ES_tradnl" dirty="0" err="1"/>
              <a:t>icon</a:t>
            </a:r>
            <a:endParaRPr lang="es-ES_tradnl" dirty="0"/>
          </a:p>
        </p:txBody>
      </p:sp>
      <p:sp>
        <p:nvSpPr>
          <p:cNvPr id="42" name="Text Placeholder 7"/>
          <p:cNvSpPr>
            <a:spLocks noGrp="1"/>
          </p:cNvSpPr>
          <p:nvPr>
            <p:ph type="body" sz="quarter" idx="50" hasCustomPrompt="1"/>
          </p:nvPr>
        </p:nvSpPr>
        <p:spPr>
          <a:xfrm>
            <a:off x="4816476" y="3865033"/>
            <a:ext cx="3090862" cy="366790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="0">
                <a:solidFill>
                  <a:schemeClr val="tx1">
                    <a:lumMod val="50000"/>
                    <a:lumOff val="50000"/>
                  </a:schemeClr>
                </a:solidFill>
                <a:latin typeface="Lato Light"/>
                <a:cs typeface="Lato Light"/>
              </a:defRPr>
            </a:lvl1pPr>
          </a:lstStyle>
          <a:p>
            <a:pPr lvl="0"/>
            <a:r>
              <a:rPr lang="es-ES_tradnl" dirty="0" err="1"/>
              <a:t>Subtitle</a:t>
            </a:r>
            <a:r>
              <a:rPr lang="es-ES_tradnl" dirty="0"/>
              <a:t> </a:t>
            </a:r>
            <a:r>
              <a:rPr lang="es-ES_tradnl" dirty="0" err="1"/>
              <a:t>Example</a:t>
            </a:r>
            <a:endParaRPr lang="es-ES_tradnl" dirty="0"/>
          </a:p>
        </p:txBody>
      </p:sp>
      <p:sp>
        <p:nvSpPr>
          <p:cNvPr id="43" name="Text Placeholder 2"/>
          <p:cNvSpPr>
            <a:spLocks noGrp="1"/>
          </p:cNvSpPr>
          <p:nvPr>
            <p:ph type="body" sz="quarter" idx="51" hasCustomPrompt="1"/>
          </p:nvPr>
        </p:nvSpPr>
        <p:spPr>
          <a:xfrm>
            <a:off x="4816477" y="4265691"/>
            <a:ext cx="3090861" cy="649977"/>
          </a:xfrm>
          <a:prstGeom prst="rect">
            <a:avLst/>
          </a:prstGeom>
        </p:spPr>
        <p:txBody>
          <a:bodyPr vert="horz" lIns="0" tIns="0" rIns="0" bIns="0"/>
          <a:lstStyle>
            <a:lvl1pPr marL="0" indent="0" algn="r">
              <a:lnSpc>
                <a:spcPct val="130000"/>
              </a:lnSpc>
              <a:buNone/>
              <a:defRPr sz="900" baseline="0">
                <a:solidFill>
                  <a:schemeClr val="tx1">
                    <a:lumMod val="50000"/>
                    <a:lumOff val="50000"/>
                  </a:schemeClr>
                </a:solidFill>
                <a:latin typeface="Lato Regular"/>
                <a:cs typeface="Lato Regular"/>
              </a:defRPr>
            </a:lvl1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tortor</a:t>
            </a:r>
            <a:r>
              <a:rPr lang="en-US" dirty="0"/>
              <a:t>, </a:t>
            </a:r>
            <a:r>
              <a:rPr lang="en-US" dirty="0" err="1"/>
              <a:t>mattis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dapibus</a:t>
            </a:r>
            <a:r>
              <a:rPr lang="en-US" dirty="0"/>
              <a:t> vitae, </a:t>
            </a:r>
            <a:r>
              <a:rPr lang="en-US" dirty="0" err="1"/>
              <a:t>euismod</a:t>
            </a:r>
            <a:r>
              <a:rPr lang="en-US" dirty="0"/>
              <a:t>  </a:t>
            </a:r>
            <a:r>
              <a:rPr lang="en-US" dirty="0" err="1"/>
              <a:t>purusaecenas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lacus </a:t>
            </a:r>
            <a:r>
              <a:rPr lang="en-US" dirty="0" err="1"/>
              <a:t>nec</a:t>
            </a:r>
            <a:r>
              <a:rPr lang="en-US" dirty="0"/>
              <a:t> </a:t>
            </a:r>
            <a:r>
              <a:rPr lang="en-US" dirty="0" err="1"/>
              <a:t>mauris</a:t>
            </a:r>
            <a:r>
              <a:rPr lang="en-US" dirty="0"/>
              <a:t> </a:t>
            </a:r>
            <a:r>
              <a:rPr lang="en-US" dirty="0" err="1"/>
              <a:t>feugiat</a:t>
            </a:r>
            <a:r>
              <a:rPr lang="en-US" dirty="0"/>
              <a:t> </a:t>
            </a:r>
            <a:r>
              <a:rPr lang="en-US" dirty="0" err="1"/>
              <a:t>tristique</a:t>
            </a:r>
            <a:r>
              <a:rPr lang="en-US" dirty="0"/>
              <a:t> et in </a:t>
            </a:r>
            <a:r>
              <a:rPr lang="en-US" dirty="0" err="1"/>
              <a:t>metus</a:t>
            </a:r>
            <a:r>
              <a:rPr lang="en-US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4846331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4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700"/>
                            </p:stCondLst>
                            <p:childTnLst>
                              <p:par>
                                <p:cTn id="16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4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4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100"/>
                            </p:stCondLst>
                            <p:childTnLst>
                              <p:par>
                                <p:cTn id="2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3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3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2400"/>
                            </p:stCondLst>
                            <p:childTnLst>
                              <p:par>
                                <p:cTn id="36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4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4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2800"/>
                            </p:stCondLst>
                            <p:childTnLst>
                              <p:par>
                                <p:cTn id="4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300" fill="hold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300" fill="hold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300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4100"/>
                            </p:stCondLst>
                            <p:childTnLst>
                              <p:par>
                                <p:cTn id="56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" dur="4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4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4500"/>
                            </p:stCondLst>
                            <p:childTnLst>
                              <p:par>
                                <p:cTn id="6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4" dur="300" fill="hold"/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300" fill="hold"/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6" dur="300"/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400"/>
                        <p:tgtEl>
                          <p:spTgt spid="8"/>
                        </p:tgtEl>
                      </p:cBhvr>
                    </p:animEffect>
                    <p:anim calcmode="lin" valueType="num">
                      <p:cBhvr>
                        <p:cTn dur="400" fill="hold"/>
                        <p:tgtEl>
                          <p:spTgt spid="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400" fill="hold"/>
                        <p:tgtEl>
                          <p:spTgt spid="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9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9"/>
                        </p:tgtEl>
                      </p:cBhvr>
                    </p:animEffect>
                    <p:anim calcmode="lin" valueType="num">
                      <p:cBhvr>
                        <p:cTn dur="500" fill="hold"/>
                        <p:tgtEl>
                          <p:spTgt spid="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" grpId="0" animBg="1"/>
      <p:bldP spid="13" grpId="0" build="p">
        <p:tmplLst>
          <p:tmpl lvl="1">
            <p:tnLst>
              <p:par>
                <p:cTn presetID="53" presetClass="entr" presetSubtype="16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300" fill="hold"/>
                        <p:tgtEl>
                          <p:spTgt spid="13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300" fill="hold"/>
                        <p:tgtEl>
                          <p:spTgt spid="13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300"/>
                        <p:tgtEl>
                          <p:spTgt spid="1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6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6"/>
                        </p:tgtEl>
                      </p:cBhvr>
                    </p:animEffect>
                    <p:anim calcmode="lin" valueType="num">
                      <p:cBhvr>
                        <p:cTn dur="500" fill="hold"/>
                        <p:tgtEl>
                          <p:spTgt spid="2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2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7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8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2" grpId="0" animBg="1"/>
      <p:bldP spid="33" grpId="0" build="p">
        <p:tmplLst>
          <p:tmpl lvl="1">
            <p:tnLst>
              <p:par>
                <p:cTn presetID="53" presetClass="entr" presetSubtype="16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300" fill="hold"/>
                        <p:tgtEl>
                          <p:spTgt spid="33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300" fill="hold"/>
                        <p:tgtEl>
                          <p:spTgt spid="33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300"/>
                        <p:tgtEl>
                          <p:spTgt spid="3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4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4"/>
                        </p:tgtEl>
                      </p:cBhvr>
                    </p:animEffect>
                    <p:anim calcmode="lin" valueType="num">
                      <p:cBhvr>
                        <p:cTn dur="500" fill="hold"/>
                        <p:tgtEl>
                          <p:spTgt spid="34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34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5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8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0" grpId="0" animBg="1"/>
      <p:bldP spid="41" grpId="0" build="p">
        <p:tmplLst>
          <p:tmpl lvl="1">
            <p:tnLst>
              <p:par>
                <p:cTn presetID="53" presetClass="entr" presetSubtype="16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300" fill="hold"/>
                        <p:tgtEl>
                          <p:spTgt spid="41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300" fill="hold"/>
                        <p:tgtEl>
                          <p:spTgt spid="41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300"/>
                        <p:tgtEl>
                          <p:spTgt spid="4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2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2"/>
                        </p:tgtEl>
                      </p:cBhvr>
                    </p:animEffect>
                    <p:anim calcmode="lin" valueType="num">
                      <p:cBhvr>
                        <p:cTn dur="500" fill="hold"/>
                        <p:tgtEl>
                          <p:spTgt spid="4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4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3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8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3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/>
          <p:cNvSpPr>
            <a:spLocks noGrp="1"/>
          </p:cNvSpPr>
          <p:nvPr>
            <p:ph type="body" sz="quarter" idx="10" hasCustomPrompt="1"/>
          </p:nvPr>
        </p:nvSpPr>
        <p:spPr>
          <a:xfrm>
            <a:off x="452438" y="270483"/>
            <a:ext cx="8229600" cy="359817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500" b="1">
                <a:solidFill>
                  <a:schemeClr val="tx1">
                    <a:lumMod val="75000"/>
                    <a:lumOff val="25000"/>
                  </a:schemeClr>
                </a:solidFill>
                <a:latin typeface="Lato Light"/>
                <a:cs typeface="Lato Light"/>
              </a:defRPr>
            </a:lvl1pPr>
          </a:lstStyle>
          <a:p>
            <a:pPr lvl="0"/>
            <a:r>
              <a:rPr lang="es-ES_tradnl" dirty="0"/>
              <a:t>Text </a:t>
            </a:r>
            <a:r>
              <a:rPr lang="es-ES_tradnl" dirty="0" err="1"/>
              <a:t>example</a:t>
            </a:r>
            <a:endParaRPr lang="es-ES_tradnl" dirty="0"/>
          </a:p>
        </p:txBody>
      </p:sp>
      <p:sp>
        <p:nvSpPr>
          <p:cNvPr id="9" name="Text Placeholder 7"/>
          <p:cNvSpPr>
            <a:spLocks noGrp="1"/>
          </p:cNvSpPr>
          <p:nvPr>
            <p:ph type="body" sz="quarter" idx="11" hasCustomPrompt="1"/>
          </p:nvPr>
        </p:nvSpPr>
        <p:spPr>
          <a:xfrm>
            <a:off x="452438" y="689252"/>
            <a:ext cx="8229600" cy="190376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accent3"/>
                </a:solidFill>
                <a:latin typeface="Lato Light"/>
                <a:cs typeface="Lato Light"/>
              </a:defRPr>
            </a:lvl1pPr>
          </a:lstStyle>
          <a:p>
            <a:pPr lvl="0"/>
            <a:r>
              <a:rPr lang="es-ES_tradnl" dirty="0" err="1"/>
              <a:t>Subtitle</a:t>
            </a:r>
            <a:r>
              <a:rPr lang="es-ES_tradnl" dirty="0"/>
              <a:t> </a:t>
            </a:r>
            <a:r>
              <a:rPr lang="es-ES_tradnl" dirty="0" err="1"/>
              <a:t>Example</a:t>
            </a:r>
            <a:endParaRPr lang="es-ES_tradnl" dirty="0"/>
          </a:p>
        </p:txBody>
      </p:sp>
      <p:sp>
        <p:nvSpPr>
          <p:cNvPr id="11" name="Picture Placeholder 2"/>
          <p:cNvSpPr>
            <a:spLocks noGrp="1"/>
          </p:cNvSpPr>
          <p:nvPr>
            <p:ph type="pic" sz="quarter" idx="17"/>
          </p:nvPr>
        </p:nvSpPr>
        <p:spPr>
          <a:xfrm>
            <a:off x="427039" y="1388534"/>
            <a:ext cx="1574804" cy="1574804"/>
          </a:xfrm>
          <a:custGeom>
            <a:avLst/>
            <a:gdLst/>
            <a:ahLst/>
            <a:cxnLst/>
            <a:rect l="l" t="t" r="r" b="b"/>
            <a:pathLst>
              <a:path w="2133600" h="2133600">
                <a:moveTo>
                  <a:pt x="355607" y="0"/>
                </a:moveTo>
                <a:lnTo>
                  <a:pt x="1777993" y="0"/>
                </a:lnTo>
                <a:cubicBezTo>
                  <a:pt x="1974389" y="0"/>
                  <a:pt x="2133600" y="159211"/>
                  <a:pt x="2133600" y="355607"/>
                </a:cubicBezTo>
                <a:lnTo>
                  <a:pt x="2133600" y="1777993"/>
                </a:lnTo>
                <a:cubicBezTo>
                  <a:pt x="2133600" y="1974389"/>
                  <a:pt x="1974389" y="2133600"/>
                  <a:pt x="1777993" y="2133600"/>
                </a:cubicBezTo>
                <a:lnTo>
                  <a:pt x="355607" y="2133600"/>
                </a:lnTo>
                <a:cubicBezTo>
                  <a:pt x="159211" y="2133600"/>
                  <a:pt x="0" y="1974389"/>
                  <a:pt x="0" y="1777993"/>
                </a:cubicBezTo>
                <a:lnTo>
                  <a:pt x="0" y="355607"/>
                </a:lnTo>
                <a:cubicBezTo>
                  <a:pt x="0" y="159211"/>
                  <a:pt x="159211" y="0"/>
                  <a:pt x="355607" y="0"/>
                </a:cubicBezTo>
                <a:close/>
              </a:path>
            </a:pathLst>
          </a:custGeom>
          <a:effectLst/>
        </p:spPr>
        <p:txBody>
          <a:bodyPr vert="horz" lIns="95057" tIns="47529" rIns="95057" bIns="47529"/>
          <a:lstStyle>
            <a:lvl1pPr marL="0" indent="0" algn="ctr">
              <a:buNone/>
              <a:defRPr sz="900">
                <a:solidFill>
                  <a:srgbClr val="7F7F7F"/>
                </a:solidFill>
                <a:latin typeface="Lato Regular"/>
                <a:cs typeface="Lato Regular"/>
              </a:defRPr>
            </a:lvl1pPr>
          </a:lstStyle>
          <a:p>
            <a:endParaRPr lang="en-US" dirty="0"/>
          </a:p>
        </p:txBody>
      </p:sp>
      <p:sp>
        <p:nvSpPr>
          <p:cNvPr id="14" name="Text Placeholder 7"/>
          <p:cNvSpPr>
            <a:spLocks noGrp="1"/>
          </p:cNvSpPr>
          <p:nvPr>
            <p:ph type="body" sz="quarter" idx="18" hasCustomPrompt="1"/>
          </p:nvPr>
        </p:nvSpPr>
        <p:spPr>
          <a:xfrm>
            <a:off x="427038" y="3097909"/>
            <a:ext cx="1574804" cy="359817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baseline="0">
                <a:solidFill>
                  <a:schemeClr val="tx1">
                    <a:lumMod val="75000"/>
                    <a:lumOff val="25000"/>
                  </a:schemeClr>
                </a:solidFill>
                <a:latin typeface="Lato Light"/>
                <a:cs typeface="Lato Light"/>
              </a:defRPr>
            </a:lvl1pPr>
          </a:lstStyle>
          <a:p>
            <a:pPr lvl="0"/>
            <a:r>
              <a:rPr lang="es-ES_tradnl" dirty="0" err="1"/>
              <a:t>Name</a:t>
            </a:r>
            <a:r>
              <a:rPr lang="es-ES_tradnl" dirty="0"/>
              <a:t> </a:t>
            </a:r>
            <a:r>
              <a:rPr lang="es-ES_tradnl" dirty="0" err="1"/>
              <a:t>here</a:t>
            </a:r>
            <a:endParaRPr lang="es-ES_tradnl" dirty="0"/>
          </a:p>
        </p:txBody>
      </p:sp>
      <p:sp>
        <p:nvSpPr>
          <p:cNvPr id="15" name="Text Placeholder 7"/>
          <p:cNvSpPr>
            <a:spLocks noGrp="1"/>
          </p:cNvSpPr>
          <p:nvPr>
            <p:ph type="body" sz="quarter" idx="19" hasCustomPrompt="1"/>
          </p:nvPr>
        </p:nvSpPr>
        <p:spPr>
          <a:xfrm>
            <a:off x="427038" y="3465879"/>
            <a:ext cx="1574804" cy="190376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accent3"/>
                </a:solidFill>
                <a:latin typeface="Lato Light"/>
                <a:cs typeface="Lato Light"/>
              </a:defRPr>
            </a:lvl1pPr>
          </a:lstStyle>
          <a:p>
            <a:pPr lvl="0"/>
            <a:r>
              <a:rPr lang="es-ES_tradnl" dirty="0" err="1"/>
              <a:t>Subtitle</a:t>
            </a:r>
            <a:r>
              <a:rPr lang="es-ES_tradnl" dirty="0"/>
              <a:t> </a:t>
            </a:r>
            <a:r>
              <a:rPr lang="es-ES_tradnl" dirty="0" err="1"/>
              <a:t>Example</a:t>
            </a:r>
            <a:endParaRPr lang="es-ES_tradnl" dirty="0"/>
          </a:p>
        </p:txBody>
      </p:sp>
      <p:sp>
        <p:nvSpPr>
          <p:cNvPr id="16" name="Text Placeholder 2"/>
          <p:cNvSpPr>
            <a:spLocks noGrp="1"/>
          </p:cNvSpPr>
          <p:nvPr>
            <p:ph type="body" sz="quarter" idx="16" hasCustomPrompt="1"/>
          </p:nvPr>
        </p:nvSpPr>
        <p:spPr>
          <a:xfrm>
            <a:off x="427039" y="3723989"/>
            <a:ext cx="1574804" cy="649977"/>
          </a:xfrm>
          <a:prstGeom prst="rect">
            <a:avLst/>
          </a:prstGeom>
        </p:spPr>
        <p:txBody>
          <a:bodyPr vert="horz" lIns="0" tIns="0" rIns="0" bIns="0"/>
          <a:lstStyle>
            <a:lvl1pPr marL="0" indent="0" algn="ctr">
              <a:lnSpc>
                <a:spcPct val="130000"/>
              </a:lnSpc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  <a:latin typeface="Lato Regular"/>
                <a:cs typeface="Lato Regular"/>
              </a:defRPr>
            </a:lvl1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tortor</a:t>
            </a:r>
            <a:r>
              <a:rPr lang="en-US" dirty="0"/>
              <a:t>, </a:t>
            </a:r>
            <a:r>
              <a:rPr lang="en-US" dirty="0" err="1"/>
              <a:t>mattis</a:t>
            </a:r>
            <a:endParaRPr lang="en-US" dirty="0"/>
          </a:p>
        </p:txBody>
      </p:sp>
      <p:sp>
        <p:nvSpPr>
          <p:cNvPr id="17" name="Text Placeholder 7"/>
          <p:cNvSpPr>
            <a:spLocks noGrp="1"/>
          </p:cNvSpPr>
          <p:nvPr>
            <p:ph type="body" sz="quarter" idx="39" hasCustomPrompt="1"/>
          </p:nvPr>
        </p:nvSpPr>
        <p:spPr>
          <a:xfrm>
            <a:off x="1004133" y="4390901"/>
            <a:ext cx="493333" cy="467234"/>
          </a:xfrm>
          <a:prstGeom prst="rect">
            <a:avLst/>
          </a:prstGeom>
        </p:spPr>
        <p:txBody>
          <a:bodyPr vert="horz" lIns="0" tIns="103884" rIns="0" bIns="103884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b="1">
                <a:solidFill>
                  <a:schemeClr val="bg1">
                    <a:lumMod val="65000"/>
                  </a:schemeClr>
                </a:solidFill>
                <a:latin typeface="FontAwesome"/>
                <a:cs typeface="FontAwesome"/>
              </a:defRPr>
            </a:lvl1pPr>
          </a:lstStyle>
          <a:p>
            <a:pPr lvl="0"/>
            <a:r>
              <a:rPr lang="es-ES_tradnl" dirty="0" err="1"/>
              <a:t>icon</a:t>
            </a:r>
            <a:endParaRPr lang="es-ES_tradnl" dirty="0"/>
          </a:p>
        </p:txBody>
      </p:sp>
      <p:sp>
        <p:nvSpPr>
          <p:cNvPr id="18" name="Picture Placeholder 2"/>
          <p:cNvSpPr>
            <a:spLocks noGrp="1"/>
          </p:cNvSpPr>
          <p:nvPr>
            <p:ph type="pic" sz="quarter" idx="40"/>
          </p:nvPr>
        </p:nvSpPr>
        <p:spPr>
          <a:xfrm>
            <a:off x="2594505" y="1388534"/>
            <a:ext cx="1574804" cy="1574804"/>
          </a:xfrm>
          <a:custGeom>
            <a:avLst/>
            <a:gdLst/>
            <a:ahLst/>
            <a:cxnLst/>
            <a:rect l="l" t="t" r="r" b="b"/>
            <a:pathLst>
              <a:path w="2133600" h="2133600">
                <a:moveTo>
                  <a:pt x="355607" y="0"/>
                </a:moveTo>
                <a:lnTo>
                  <a:pt x="1777993" y="0"/>
                </a:lnTo>
                <a:cubicBezTo>
                  <a:pt x="1974389" y="0"/>
                  <a:pt x="2133600" y="159211"/>
                  <a:pt x="2133600" y="355607"/>
                </a:cubicBezTo>
                <a:lnTo>
                  <a:pt x="2133600" y="1777993"/>
                </a:lnTo>
                <a:cubicBezTo>
                  <a:pt x="2133600" y="1974389"/>
                  <a:pt x="1974389" y="2133600"/>
                  <a:pt x="1777993" y="2133600"/>
                </a:cubicBezTo>
                <a:lnTo>
                  <a:pt x="355607" y="2133600"/>
                </a:lnTo>
                <a:cubicBezTo>
                  <a:pt x="159211" y="2133600"/>
                  <a:pt x="0" y="1974389"/>
                  <a:pt x="0" y="1777993"/>
                </a:cubicBezTo>
                <a:lnTo>
                  <a:pt x="0" y="355607"/>
                </a:lnTo>
                <a:cubicBezTo>
                  <a:pt x="0" y="159211"/>
                  <a:pt x="159211" y="0"/>
                  <a:pt x="355607" y="0"/>
                </a:cubicBezTo>
                <a:close/>
              </a:path>
            </a:pathLst>
          </a:custGeom>
          <a:effectLst/>
        </p:spPr>
        <p:txBody>
          <a:bodyPr vert="horz" lIns="95057" tIns="47529" rIns="95057" bIns="47529"/>
          <a:lstStyle>
            <a:lvl1pPr marL="0" indent="0" algn="ctr">
              <a:buNone/>
              <a:defRPr sz="900">
                <a:solidFill>
                  <a:srgbClr val="7F7F7F"/>
                </a:solidFill>
                <a:latin typeface="Lato Regular"/>
                <a:cs typeface="Lato Regular"/>
              </a:defRPr>
            </a:lvl1pPr>
          </a:lstStyle>
          <a:p>
            <a:endParaRPr lang="en-US" dirty="0"/>
          </a:p>
        </p:txBody>
      </p:sp>
      <p:sp>
        <p:nvSpPr>
          <p:cNvPr id="19" name="Text Placeholder 7"/>
          <p:cNvSpPr>
            <a:spLocks noGrp="1"/>
          </p:cNvSpPr>
          <p:nvPr>
            <p:ph type="body" sz="quarter" idx="41" hasCustomPrompt="1"/>
          </p:nvPr>
        </p:nvSpPr>
        <p:spPr>
          <a:xfrm>
            <a:off x="2594504" y="3097909"/>
            <a:ext cx="1574804" cy="359817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baseline="0">
                <a:solidFill>
                  <a:schemeClr val="tx1">
                    <a:lumMod val="75000"/>
                    <a:lumOff val="25000"/>
                  </a:schemeClr>
                </a:solidFill>
                <a:latin typeface="Lato Light"/>
                <a:cs typeface="Lato Light"/>
              </a:defRPr>
            </a:lvl1pPr>
          </a:lstStyle>
          <a:p>
            <a:pPr lvl="0"/>
            <a:r>
              <a:rPr lang="es-ES_tradnl" dirty="0" err="1"/>
              <a:t>Name</a:t>
            </a:r>
            <a:r>
              <a:rPr lang="es-ES_tradnl" dirty="0"/>
              <a:t> </a:t>
            </a:r>
            <a:r>
              <a:rPr lang="es-ES_tradnl" dirty="0" err="1"/>
              <a:t>here</a:t>
            </a:r>
            <a:endParaRPr lang="es-ES_tradnl" dirty="0"/>
          </a:p>
        </p:txBody>
      </p:sp>
      <p:sp>
        <p:nvSpPr>
          <p:cNvPr id="20" name="Text Placeholder 7"/>
          <p:cNvSpPr>
            <a:spLocks noGrp="1"/>
          </p:cNvSpPr>
          <p:nvPr>
            <p:ph type="body" sz="quarter" idx="42" hasCustomPrompt="1"/>
          </p:nvPr>
        </p:nvSpPr>
        <p:spPr>
          <a:xfrm>
            <a:off x="2594504" y="3465879"/>
            <a:ext cx="1574804" cy="190376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accent3"/>
                </a:solidFill>
                <a:latin typeface="Lato Light"/>
                <a:cs typeface="Lato Light"/>
              </a:defRPr>
            </a:lvl1pPr>
          </a:lstStyle>
          <a:p>
            <a:pPr lvl="0"/>
            <a:r>
              <a:rPr lang="es-ES_tradnl" dirty="0" err="1"/>
              <a:t>Subtitle</a:t>
            </a:r>
            <a:r>
              <a:rPr lang="es-ES_tradnl" dirty="0"/>
              <a:t> </a:t>
            </a:r>
            <a:r>
              <a:rPr lang="es-ES_tradnl" dirty="0" err="1"/>
              <a:t>Example</a:t>
            </a:r>
            <a:endParaRPr lang="es-ES_tradnl" dirty="0"/>
          </a:p>
        </p:txBody>
      </p:sp>
      <p:sp>
        <p:nvSpPr>
          <p:cNvPr id="21" name="Text Placeholder 2"/>
          <p:cNvSpPr>
            <a:spLocks noGrp="1"/>
          </p:cNvSpPr>
          <p:nvPr>
            <p:ph type="body" sz="quarter" idx="43" hasCustomPrompt="1"/>
          </p:nvPr>
        </p:nvSpPr>
        <p:spPr>
          <a:xfrm>
            <a:off x="2594505" y="3723989"/>
            <a:ext cx="1574804" cy="649977"/>
          </a:xfrm>
          <a:prstGeom prst="rect">
            <a:avLst/>
          </a:prstGeom>
        </p:spPr>
        <p:txBody>
          <a:bodyPr vert="horz" lIns="0" tIns="0" rIns="0" bIns="0"/>
          <a:lstStyle>
            <a:lvl1pPr marL="0" indent="0" algn="ctr">
              <a:lnSpc>
                <a:spcPct val="130000"/>
              </a:lnSpc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  <a:latin typeface="Lato Regular"/>
                <a:cs typeface="Lato Regular"/>
              </a:defRPr>
            </a:lvl1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tortor</a:t>
            </a:r>
            <a:r>
              <a:rPr lang="en-US" dirty="0"/>
              <a:t>, </a:t>
            </a:r>
            <a:r>
              <a:rPr lang="en-US" dirty="0" err="1"/>
              <a:t>mattis</a:t>
            </a:r>
            <a:endParaRPr lang="en-US" dirty="0"/>
          </a:p>
        </p:txBody>
      </p:sp>
      <p:sp>
        <p:nvSpPr>
          <p:cNvPr id="22" name="Text Placeholder 7"/>
          <p:cNvSpPr>
            <a:spLocks noGrp="1"/>
          </p:cNvSpPr>
          <p:nvPr>
            <p:ph type="body" sz="quarter" idx="44" hasCustomPrompt="1"/>
          </p:nvPr>
        </p:nvSpPr>
        <p:spPr>
          <a:xfrm>
            <a:off x="3171599" y="4390901"/>
            <a:ext cx="493333" cy="467234"/>
          </a:xfrm>
          <a:prstGeom prst="rect">
            <a:avLst/>
          </a:prstGeom>
        </p:spPr>
        <p:txBody>
          <a:bodyPr vert="horz" lIns="0" tIns="103884" rIns="0" bIns="103884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b="1">
                <a:solidFill>
                  <a:schemeClr val="bg1">
                    <a:lumMod val="65000"/>
                  </a:schemeClr>
                </a:solidFill>
                <a:latin typeface="FontAwesome"/>
                <a:cs typeface="FontAwesome"/>
              </a:defRPr>
            </a:lvl1pPr>
          </a:lstStyle>
          <a:p>
            <a:pPr lvl="0"/>
            <a:r>
              <a:rPr lang="es-ES_tradnl" dirty="0" err="1"/>
              <a:t>icon</a:t>
            </a:r>
            <a:endParaRPr lang="es-ES_tradnl" dirty="0"/>
          </a:p>
        </p:txBody>
      </p:sp>
      <p:sp>
        <p:nvSpPr>
          <p:cNvPr id="23" name="Picture Placeholder 2"/>
          <p:cNvSpPr>
            <a:spLocks noGrp="1"/>
          </p:cNvSpPr>
          <p:nvPr>
            <p:ph type="pic" sz="quarter" idx="45"/>
          </p:nvPr>
        </p:nvSpPr>
        <p:spPr>
          <a:xfrm>
            <a:off x="4846635" y="1388534"/>
            <a:ext cx="1574804" cy="1574804"/>
          </a:xfrm>
          <a:custGeom>
            <a:avLst/>
            <a:gdLst/>
            <a:ahLst/>
            <a:cxnLst/>
            <a:rect l="l" t="t" r="r" b="b"/>
            <a:pathLst>
              <a:path w="2133600" h="2133600">
                <a:moveTo>
                  <a:pt x="355607" y="0"/>
                </a:moveTo>
                <a:lnTo>
                  <a:pt x="1777993" y="0"/>
                </a:lnTo>
                <a:cubicBezTo>
                  <a:pt x="1974389" y="0"/>
                  <a:pt x="2133600" y="159211"/>
                  <a:pt x="2133600" y="355607"/>
                </a:cubicBezTo>
                <a:lnTo>
                  <a:pt x="2133600" y="1777993"/>
                </a:lnTo>
                <a:cubicBezTo>
                  <a:pt x="2133600" y="1974389"/>
                  <a:pt x="1974389" y="2133600"/>
                  <a:pt x="1777993" y="2133600"/>
                </a:cubicBezTo>
                <a:lnTo>
                  <a:pt x="355607" y="2133600"/>
                </a:lnTo>
                <a:cubicBezTo>
                  <a:pt x="159211" y="2133600"/>
                  <a:pt x="0" y="1974389"/>
                  <a:pt x="0" y="1777993"/>
                </a:cubicBezTo>
                <a:lnTo>
                  <a:pt x="0" y="355607"/>
                </a:lnTo>
                <a:cubicBezTo>
                  <a:pt x="0" y="159211"/>
                  <a:pt x="159211" y="0"/>
                  <a:pt x="355607" y="0"/>
                </a:cubicBezTo>
                <a:close/>
              </a:path>
            </a:pathLst>
          </a:custGeom>
          <a:effectLst/>
        </p:spPr>
        <p:txBody>
          <a:bodyPr vert="horz" lIns="95057" tIns="47529" rIns="95057" bIns="47529"/>
          <a:lstStyle>
            <a:lvl1pPr marL="0" indent="0" algn="ctr">
              <a:buNone/>
              <a:defRPr sz="900">
                <a:solidFill>
                  <a:srgbClr val="7F7F7F"/>
                </a:solidFill>
                <a:latin typeface="Lato Regular"/>
                <a:cs typeface="Lato Regular"/>
              </a:defRPr>
            </a:lvl1pPr>
          </a:lstStyle>
          <a:p>
            <a:endParaRPr lang="en-US" dirty="0"/>
          </a:p>
        </p:txBody>
      </p:sp>
      <p:sp>
        <p:nvSpPr>
          <p:cNvPr id="24" name="Text Placeholder 7"/>
          <p:cNvSpPr>
            <a:spLocks noGrp="1"/>
          </p:cNvSpPr>
          <p:nvPr>
            <p:ph type="body" sz="quarter" idx="46" hasCustomPrompt="1"/>
          </p:nvPr>
        </p:nvSpPr>
        <p:spPr>
          <a:xfrm>
            <a:off x="4846634" y="3097909"/>
            <a:ext cx="1574804" cy="359817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baseline="0">
                <a:solidFill>
                  <a:schemeClr val="tx1">
                    <a:lumMod val="75000"/>
                    <a:lumOff val="25000"/>
                  </a:schemeClr>
                </a:solidFill>
                <a:latin typeface="Lato Light"/>
                <a:cs typeface="Lato Light"/>
              </a:defRPr>
            </a:lvl1pPr>
          </a:lstStyle>
          <a:p>
            <a:pPr lvl="0"/>
            <a:r>
              <a:rPr lang="es-ES_tradnl" dirty="0" err="1"/>
              <a:t>Name</a:t>
            </a:r>
            <a:r>
              <a:rPr lang="es-ES_tradnl" dirty="0"/>
              <a:t> </a:t>
            </a:r>
            <a:r>
              <a:rPr lang="es-ES_tradnl" dirty="0" err="1"/>
              <a:t>here</a:t>
            </a:r>
            <a:endParaRPr lang="es-ES_tradnl" dirty="0"/>
          </a:p>
        </p:txBody>
      </p:sp>
      <p:sp>
        <p:nvSpPr>
          <p:cNvPr id="25" name="Text Placeholder 7"/>
          <p:cNvSpPr>
            <a:spLocks noGrp="1"/>
          </p:cNvSpPr>
          <p:nvPr>
            <p:ph type="body" sz="quarter" idx="47" hasCustomPrompt="1"/>
          </p:nvPr>
        </p:nvSpPr>
        <p:spPr>
          <a:xfrm>
            <a:off x="4846634" y="3465879"/>
            <a:ext cx="1574804" cy="190376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accent3"/>
                </a:solidFill>
                <a:latin typeface="Lato Light"/>
                <a:cs typeface="Lato Light"/>
              </a:defRPr>
            </a:lvl1pPr>
          </a:lstStyle>
          <a:p>
            <a:pPr lvl="0"/>
            <a:r>
              <a:rPr lang="es-ES_tradnl" dirty="0" err="1"/>
              <a:t>Subtitle</a:t>
            </a:r>
            <a:r>
              <a:rPr lang="es-ES_tradnl" dirty="0"/>
              <a:t> </a:t>
            </a:r>
            <a:r>
              <a:rPr lang="es-ES_tradnl" dirty="0" err="1"/>
              <a:t>Example</a:t>
            </a:r>
            <a:endParaRPr lang="es-ES_tradnl" dirty="0"/>
          </a:p>
        </p:txBody>
      </p:sp>
      <p:sp>
        <p:nvSpPr>
          <p:cNvPr id="26" name="Text Placeholder 2"/>
          <p:cNvSpPr>
            <a:spLocks noGrp="1"/>
          </p:cNvSpPr>
          <p:nvPr>
            <p:ph type="body" sz="quarter" idx="48" hasCustomPrompt="1"/>
          </p:nvPr>
        </p:nvSpPr>
        <p:spPr>
          <a:xfrm>
            <a:off x="4846635" y="3723989"/>
            <a:ext cx="1574804" cy="649977"/>
          </a:xfrm>
          <a:prstGeom prst="rect">
            <a:avLst/>
          </a:prstGeom>
        </p:spPr>
        <p:txBody>
          <a:bodyPr vert="horz" lIns="0" tIns="0" rIns="0" bIns="0"/>
          <a:lstStyle>
            <a:lvl1pPr marL="0" indent="0" algn="ctr">
              <a:lnSpc>
                <a:spcPct val="130000"/>
              </a:lnSpc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  <a:latin typeface="Lato Regular"/>
                <a:cs typeface="Lato Regular"/>
              </a:defRPr>
            </a:lvl1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tortor</a:t>
            </a:r>
            <a:r>
              <a:rPr lang="en-US" dirty="0"/>
              <a:t>, </a:t>
            </a:r>
            <a:r>
              <a:rPr lang="en-US" dirty="0" err="1"/>
              <a:t>mattis</a:t>
            </a:r>
            <a:endParaRPr lang="en-US" dirty="0"/>
          </a:p>
        </p:txBody>
      </p:sp>
      <p:sp>
        <p:nvSpPr>
          <p:cNvPr id="27" name="Text Placeholder 7"/>
          <p:cNvSpPr>
            <a:spLocks noGrp="1"/>
          </p:cNvSpPr>
          <p:nvPr>
            <p:ph type="body" sz="quarter" idx="49" hasCustomPrompt="1"/>
          </p:nvPr>
        </p:nvSpPr>
        <p:spPr>
          <a:xfrm>
            <a:off x="5423729" y="4390901"/>
            <a:ext cx="493333" cy="467234"/>
          </a:xfrm>
          <a:prstGeom prst="rect">
            <a:avLst/>
          </a:prstGeom>
        </p:spPr>
        <p:txBody>
          <a:bodyPr vert="horz" lIns="0" tIns="103884" rIns="0" bIns="103884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b="1">
                <a:solidFill>
                  <a:schemeClr val="bg1">
                    <a:lumMod val="65000"/>
                  </a:schemeClr>
                </a:solidFill>
                <a:latin typeface="FontAwesome"/>
                <a:cs typeface="FontAwesome"/>
              </a:defRPr>
            </a:lvl1pPr>
          </a:lstStyle>
          <a:p>
            <a:pPr lvl="0"/>
            <a:r>
              <a:rPr lang="es-ES_tradnl" dirty="0" err="1"/>
              <a:t>icon</a:t>
            </a:r>
            <a:endParaRPr lang="es-ES_tradnl" dirty="0"/>
          </a:p>
        </p:txBody>
      </p:sp>
      <p:sp>
        <p:nvSpPr>
          <p:cNvPr id="28" name="Picture Placeholder 2"/>
          <p:cNvSpPr>
            <a:spLocks noGrp="1"/>
          </p:cNvSpPr>
          <p:nvPr>
            <p:ph type="pic" sz="quarter" idx="50"/>
          </p:nvPr>
        </p:nvSpPr>
        <p:spPr>
          <a:xfrm>
            <a:off x="7107234" y="1388534"/>
            <a:ext cx="1574804" cy="1574804"/>
          </a:xfrm>
          <a:custGeom>
            <a:avLst/>
            <a:gdLst/>
            <a:ahLst/>
            <a:cxnLst/>
            <a:rect l="l" t="t" r="r" b="b"/>
            <a:pathLst>
              <a:path w="2133600" h="2133600">
                <a:moveTo>
                  <a:pt x="355607" y="0"/>
                </a:moveTo>
                <a:lnTo>
                  <a:pt x="1777993" y="0"/>
                </a:lnTo>
                <a:cubicBezTo>
                  <a:pt x="1974389" y="0"/>
                  <a:pt x="2133600" y="159211"/>
                  <a:pt x="2133600" y="355607"/>
                </a:cubicBezTo>
                <a:lnTo>
                  <a:pt x="2133600" y="1777993"/>
                </a:lnTo>
                <a:cubicBezTo>
                  <a:pt x="2133600" y="1974389"/>
                  <a:pt x="1974389" y="2133600"/>
                  <a:pt x="1777993" y="2133600"/>
                </a:cubicBezTo>
                <a:lnTo>
                  <a:pt x="355607" y="2133600"/>
                </a:lnTo>
                <a:cubicBezTo>
                  <a:pt x="159211" y="2133600"/>
                  <a:pt x="0" y="1974389"/>
                  <a:pt x="0" y="1777993"/>
                </a:cubicBezTo>
                <a:lnTo>
                  <a:pt x="0" y="355607"/>
                </a:lnTo>
                <a:cubicBezTo>
                  <a:pt x="0" y="159211"/>
                  <a:pt x="159211" y="0"/>
                  <a:pt x="355607" y="0"/>
                </a:cubicBezTo>
                <a:close/>
              </a:path>
            </a:pathLst>
          </a:custGeom>
          <a:effectLst/>
        </p:spPr>
        <p:txBody>
          <a:bodyPr vert="horz" lIns="95057" tIns="47529" rIns="95057" bIns="47529"/>
          <a:lstStyle>
            <a:lvl1pPr marL="0" indent="0" algn="ctr">
              <a:buNone/>
              <a:defRPr sz="900">
                <a:solidFill>
                  <a:srgbClr val="7F7F7F"/>
                </a:solidFill>
                <a:latin typeface="Lato Regular"/>
                <a:cs typeface="Lato Regular"/>
              </a:defRPr>
            </a:lvl1pPr>
          </a:lstStyle>
          <a:p>
            <a:endParaRPr lang="en-US" dirty="0"/>
          </a:p>
        </p:txBody>
      </p:sp>
      <p:sp>
        <p:nvSpPr>
          <p:cNvPr id="29" name="Text Placeholder 7"/>
          <p:cNvSpPr>
            <a:spLocks noGrp="1"/>
          </p:cNvSpPr>
          <p:nvPr>
            <p:ph type="body" sz="quarter" idx="51" hasCustomPrompt="1"/>
          </p:nvPr>
        </p:nvSpPr>
        <p:spPr>
          <a:xfrm>
            <a:off x="7107233" y="3097909"/>
            <a:ext cx="1574804" cy="359817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baseline="0">
                <a:solidFill>
                  <a:schemeClr val="tx1">
                    <a:lumMod val="75000"/>
                    <a:lumOff val="25000"/>
                  </a:schemeClr>
                </a:solidFill>
                <a:latin typeface="Lato Light"/>
                <a:cs typeface="Lato Light"/>
              </a:defRPr>
            </a:lvl1pPr>
          </a:lstStyle>
          <a:p>
            <a:pPr lvl="0"/>
            <a:r>
              <a:rPr lang="es-ES_tradnl" dirty="0" err="1"/>
              <a:t>Name</a:t>
            </a:r>
            <a:r>
              <a:rPr lang="es-ES_tradnl" dirty="0"/>
              <a:t> </a:t>
            </a:r>
            <a:r>
              <a:rPr lang="es-ES_tradnl" dirty="0" err="1"/>
              <a:t>here</a:t>
            </a:r>
            <a:endParaRPr lang="es-ES_tradnl" dirty="0"/>
          </a:p>
        </p:txBody>
      </p:sp>
      <p:sp>
        <p:nvSpPr>
          <p:cNvPr id="30" name="Text Placeholder 7"/>
          <p:cNvSpPr>
            <a:spLocks noGrp="1"/>
          </p:cNvSpPr>
          <p:nvPr>
            <p:ph type="body" sz="quarter" idx="52" hasCustomPrompt="1"/>
          </p:nvPr>
        </p:nvSpPr>
        <p:spPr>
          <a:xfrm>
            <a:off x="7107233" y="3465879"/>
            <a:ext cx="1574804" cy="190376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accent3"/>
                </a:solidFill>
                <a:latin typeface="Lato Light"/>
                <a:cs typeface="Lato Light"/>
              </a:defRPr>
            </a:lvl1pPr>
          </a:lstStyle>
          <a:p>
            <a:pPr lvl="0"/>
            <a:r>
              <a:rPr lang="es-ES_tradnl" dirty="0" err="1"/>
              <a:t>Subtitle</a:t>
            </a:r>
            <a:r>
              <a:rPr lang="es-ES_tradnl" dirty="0"/>
              <a:t> </a:t>
            </a:r>
            <a:r>
              <a:rPr lang="es-ES_tradnl" dirty="0" err="1"/>
              <a:t>Example</a:t>
            </a:r>
            <a:endParaRPr lang="es-ES_tradnl" dirty="0"/>
          </a:p>
        </p:txBody>
      </p:sp>
      <p:sp>
        <p:nvSpPr>
          <p:cNvPr id="31" name="Text Placeholder 2"/>
          <p:cNvSpPr>
            <a:spLocks noGrp="1"/>
          </p:cNvSpPr>
          <p:nvPr>
            <p:ph type="body" sz="quarter" idx="53" hasCustomPrompt="1"/>
          </p:nvPr>
        </p:nvSpPr>
        <p:spPr>
          <a:xfrm>
            <a:off x="7107234" y="3723989"/>
            <a:ext cx="1574804" cy="649977"/>
          </a:xfrm>
          <a:prstGeom prst="rect">
            <a:avLst/>
          </a:prstGeom>
        </p:spPr>
        <p:txBody>
          <a:bodyPr vert="horz" lIns="0" tIns="0" rIns="0" bIns="0"/>
          <a:lstStyle>
            <a:lvl1pPr marL="0" indent="0" algn="ctr">
              <a:lnSpc>
                <a:spcPct val="130000"/>
              </a:lnSpc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  <a:latin typeface="Lato Regular"/>
                <a:cs typeface="Lato Regular"/>
              </a:defRPr>
            </a:lvl1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tortor</a:t>
            </a:r>
            <a:r>
              <a:rPr lang="en-US" dirty="0"/>
              <a:t>, </a:t>
            </a:r>
            <a:r>
              <a:rPr lang="en-US" dirty="0" err="1"/>
              <a:t>mattis</a:t>
            </a:r>
            <a:endParaRPr lang="en-US" dirty="0"/>
          </a:p>
        </p:txBody>
      </p:sp>
      <p:sp>
        <p:nvSpPr>
          <p:cNvPr id="32" name="Text Placeholder 7"/>
          <p:cNvSpPr>
            <a:spLocks noGrp="1"/>
          </p:cNvSpPr>
          <p:nvPr>
            <p:ph type="body" sz="quarter" idx="54" hasCustomPrompt="1"/>
          </p:nvPr>
        </p:nvSpPr>
        <p:spPr>
          <a:xfrm>
            <a:off x="7684328" y="4390901"/>
            <a:ext cx="493333" cy="467234"/>
          </a:xfrm>
          <a:prstGeom prst="rect">
            <a:avLst/>
          </a:prstGeom>
        </p:spPr>
        <p:txBody>
          <a:bodyPr vert="horz" lIns="0" tIns="103884" rIns="0" bIns="103884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b="1">
                <a:solidFill>
                  <a:schemeClr val="bg1">
                    <a:lumMod val="65000"/>
                  </a:schemeClr>
                </a:solidFill>
                <a:latin typeface="FontAwesome"/>
                <a:cs typeface="FontAwesome"/>
              </a:defRPr>
            </a:lvl1pPr>
          </a:lstStyle>
          <a:p>
            <a:pPr lvl="0"/>
            <a:r>
              <a:rPr lang="es-ES_tradnl" dirty="0" err="1"/>
              <a:t>icon</a:t>
            </a:r>
            <a:endParaRPr lang="es-ES_tradnl" dirty="0"/>
          </a:p>
        </p:txBody>
      </p:sp>
      <p:cxnSp>
        <p:nvCxnSpPr>
          <p:cNvPr id="3" name="Straight Connector 2"/>
          <p:cNvCxnSpPr/>
          <p:nvPr userDrawn="1"/>
        </p:nvCxnSpPr>
        <p:spPr>
          <a:xfrm>
            <a:off x="2298700" y="1388534"/>
            <a:ext cx="0" cy="3455999"/>
          </a:xfrm>
          <a:prstGeom prst="line">
            <a:avLst/>
          </a:prstGeom>
          <a:ln w="3175" cmpd="sng">
            <a:solidFill>
              <a:schemeClr val="bg1">
                <a:lumMod val="85000"/>
              </a:schemeClr>
            </a:solidFill>
            <a:prstDash val="dash"/>
            <a:headEnd type="none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/>
          <p:cNvCxnSpPr/>
          <p:nvPr userDrawn="1"/>
        </p:nvCxnSpPr>
        <p:spPr>
          <a:xfrm>
            <a:off x="4508500" y="1388534"/>
            <a:ext cx="0" cy="3455999"/>
          </a:xfrm>
          <a:prstGeom prst="line">
            <a:avLst/>
          </a:prstGeom>
          <a:ln w="3175" cmpd="sng">
            <a:solidFill>
              <a:schemeClr val="bg1">
                <a:lumMod val="85000"/>
              </a:schemeClr>
            </a:solidFill>
            <a:prstDash val="dash"/>
            <a:headEnd type="none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/>
          <p:cNvCxnSpPr/>
          <p:nvPr userDrawn="1"/>
        </p:nvCxnSpPr>
        <p:spPr>
          <a:xfrm>
            <a:off x="6769100" y="1388534"/>
            <a:ext cx="0" cy="3455999"/>
          </a:xfrm>
          <a:prstGeom prst="line">
            <a:avLst/>
          </a:prstGeom>
          <a:ln w="3175" cmpd="sng">
            <a:solidFill>
              <a:schemeClr val="bg1">
                <a:lumMod val="85000"/>
              </a:schemeClr>
            </a:solidFill>
            <a:prstDash val="dash"/>
            <a:headEnd type="none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162840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4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700"/>
                            </p:stCondLst>
                            <p:childTnLst>
                              <p:par>
                                <p:cTn id="16" presetID="53" presetClass="entr" presetSubtype="16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6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4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4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2000"/>
                            </p:stCondLst>
                            <p:childTnLst>
                              <p:par>
                                <p:cTn id="3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300" fill="hold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300" fill="hold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2300"/>
                            </p:stCondLst>
                            <p:childTnLst>
                              <p:par>
                                <p:cTn id="4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2800"/>
                            </p:stCondLst>
                            <p:childTnLst>
                              <p:par>
                                <p:cTn id="45" presetID="53" presetClass="entr" presetSubtype="16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4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400" fill="hold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400" fill="hold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4100"/>
                            </p:stCondLst>
                            <p:childTnLst>
                              <p:par>
                                <p:cTn id="64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6" dur="300" fill="hold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300" fill="hold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" dur="3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4400"/>
                            </p:stCondLst>
                            <p:childTnLst>
                              <p:par>
                                <p:cTn id="7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4900"/>
                            </p:stCondLst>
                            <p:childTnLst>
                              <p:par>
                                <p:cTn id="74" presetID="53" presetClass="entr" presetSubtype="16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7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400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2" dur="400" fill="hold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400" fill="hold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6200"/>
                            </p:stCondLst>
                            <p:childTnLst>
                              <p:par>
                                <p:cTn id="9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5" dur="300" fill="hold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300" fill="hold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7" dur="300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" fill="hold">
                            <p:stCondLst>
                              <p:cond delay="6500"/>
                            </p:stCondLst>
                            <p:childTnLst>
                              <p:par>
                                <p:cTn id="9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1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2" fill="hold">
                            <p:stCondLst>
                              <p:cond delay="7000"/>
                            </p:stCondLst>
                            <p:childTnLst>
                              <p:par>
                                <p:cTn id="103" presetID="53" presetClass="entr" presetSubtype="16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0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5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400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1" dur="400" fill="hold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2" dur="400" fill="hold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3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6" dur="500" fill="hold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7" dur="500" fill="hold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8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1" fill="hold">
                            <p:stCondLst>
                              <p:cond delay="8300"/>
                            </p:stCondLst>
                            <p:childTnLst>
                              <p:par>
                                <p:cTn id="12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4" dur="300" fill="hold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5" dur="300" fill="hold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6" dur="300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400"/>
                        <p:tgtEl>
                          <p:spTgt spid="8"/>
                        </p:tgtEl>
                      </p:cBhvr>
                    </p:animEffect>
                    <p:anim calcmode="lin" valueType="num">
                      <p:cBhvr>
                        <p:cTn dur="400" fill="hold"/>
                        <p:tgtEl>
                          <p:spTgt spid="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400" fill="hold"/>
                        <p:tgtEl>
                          <p:spTgt spid="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9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9"/>
                        </p:tgtEl>
                      </p:cBhvr>
                    </p:animEffect>
                    <p:anim calcmode="lin" valueType="num">
                      <p:cBhvr>
                        <p:cTn dur="500" fill="hold"/>
                        <p:tgtEl>
                          <p:spTgt spid="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1" grpId="0"/>
      <p:bldP spid="14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400"/>
                        <p:tgtEl>
                          <p:spTgt spid="14"/>
                        </p:tgtEl>
                      </p:cBhvr>
                    </p:animEffect>
                    <p:anim calcmode="lin" valueType="num">
                      <p:cBhvr>
                        <p:cTn dur="400" fill="hold"/>
                        <p:tgtEl>
                          <p:spTgt spid="14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400" fill="hold"/>
                        <p:tgtEl>
                          <p:spTgt spid="14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5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5"/>
                        </p:tgtEl>
                      </p:cBhvr>
                    </p:animEffect>
                    <p:anim calcmode="lin" valueType="num">
                      <p:cBhvr>
                        <p:cTn dur="500" fill="hold"/>
                        <p:tgtEl>
                          <p:spTgt spid="1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1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6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8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7" grpId="0" build="p">
        <p:tmplLst>
          <p:tmpl lvl="1">
            <p:tnLst>
              <p:par>
                <p:cTn presetID="53" presetClass="entr" presetSubtype="16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300" fill="hold"/>
                        <p:tgtEl>
                          <p:spTgt spid="17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300" fill="hold"/>
                        <p:tgtEl>
                          <p:spTgt spid="17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300"/>
                        <p:tgtEl>
                          <p:spTgt spid="1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8" grpId="0"/>
      <p:bldP spid="19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400"/>
                        <p:tgtEl>
                          <p:spTgt spid="19"/>
                        </p:tgtEl>
                      </p:cBhvr>
                    </p:animEffect>
                    <p:anim calcmode="lin" valueType="num">
                      <p:cBhvr>
                        <p:cTn dur="400" fill="hold"/>
                        <p:tgtEl>
                          <p:spTgt spid="1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400" fill="hold"/>
                        <p:tgtEl>
                          <p:spTgt spid="1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0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0"/>
                        </p:tgtEl>
                      </p:cBhvr>
                    </p:animEffect>
                    <p:anim calcmode="lin" valueType="num">
                      <p:cBhvr>
                        <p:cTn dur="500" fill="hold"/>
                        <p:tgtEl>
                          <p:spTgt spid="20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20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1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8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2" grpId="0" build="p">
        <p:tmplLst>
          <p:tmpl lvl="1">
            <p:tnLst>
              <p:par>
                <p:cTn presetID="53" presetClass="entr" presetSubtype="16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300" fill="hold"/>
                        <p:tgtEl>
                          <p:spTgt spid="22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300" fill="hold"/>
                        <p:tgtEl>
                          <p:spTgt spid="22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300"/>
                        <p:tgtEl>
                          <p:spTgt spid="2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3" grpId="0"/>
      <p:bldP spid="24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400"/>
                        <p:tgtEl>
                          <p:spTgt spid="24"/>
                        </p:tgtEl>
                      </p:cBhvr>
                    </p:animEffect>
                    <p:anim calcmode="lin" valueType="num">
                      <p:cBhvr>
                        <p:cTn dur="400" fill="hold"/>
                        <p:tgtEl>
                          <p:spTgt spid="24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400" fill="hold"/>
                        <p:tgtEl>
                          <p:spTgt spid="24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5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5"/>
                        </p:tgtEl>
                      </p:cBhvr>
                    </p:animEffect>
                    <p:anim calcmode="lin" valueType="num">
                      <p:cBhvr>
                        <p:cTn dur="500" fill="hold"/>
                        <p:tgtEl>
                          <p:spTgt spid="2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2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6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8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7" grpId="0" build="p">
        <p:tmplLst>
          <p:tmpl lvl="1">
            <p:tnLst>
              <p:par>
                <p:cTn presetID="53" presetClass="entr" presetSubtype="16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300" fill="hold"/>
                        <p:tgtEl>
                          <p:spTgt spid="27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300" fill="hold"/>
                        <p:tgtEl>
                          <p:spTgt spid="27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300"/>
                        <p:tgtEl>
                          <p:spTgt spid="2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8" grpId="0"/>
      <p:bldP spid="29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400"/>
                        <p:tgtEl>
                          <p:spTgt spid="29"/>
                        </p:tgtEl>
                      </p:cBhvr>
                    </p:animEffect>
                    <p:anim calcmode="lin" valueType="num">
                      <p:cBhvr>
                        <p:cTn dur="400" fill="hold"/>
                        <p:tgtEl>
                          <p:spTgt spid="2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400" fill="hold"/>
                        <p:tgtEl>
                          <p:spTgt spid="2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0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0"/>
                        </p:tgtEl>
                      </p:cBhvr>
                    </p:animEffect>
                    <p:anim calcmode="lin" valueType="num">
                      <p:cBhvr>
                        <p:cTn dur="500" fill="hold"/>
                        <p:tgtEl>
                          <p:spTgt spid="30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30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1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8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2" grpId="0" build="p">
        <p:tmplLst>
          <p:tmpl lvl="1">
            <p:tnLst>
              <p:par>
                <p:cTn presetID="53" presetClass="entr" presetSubtype="16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300" fill="hold"/>
                        <p:tgtEl>
                          <p:spTgt spid="32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300" fill="hold"/>
                        <p:tgtEl>
                          <p:spTgt spid="32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300"/>
                        <p:tgtEl>
                          <p:spTgt spid="32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/>
          <p:cNvSpPr>
            <a:spLocks noGrp="1"/>
          </p:cNvSpPr>
          <p:nvPr>
            <p:ph type="body" sz="quarter" idx="10" hasCustomPrompt="1"/>
          </p:nvPr>
        </p:nvSpPr>
        <p:spPr>
          <a:xfrm>
            <a:off x="452438" y="270483"/>
            <a:ext cx="8229600" cy="359817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500" b="1">
                <a:solidFill>
                  <a:schemeClr val="tx1">
                    <a:lumMod val="75000"/>
                    <a:lumOff val="25000"/>
                  </a:schemeClr>
                </a:solidFill>
                <a:latin typeface="Lato Light"/>
                <a:cs typeface="Lato Light"/>
              </a:defRPr>
            </a:lvl1pPr>
          </a:lstStyle>
          <a:p>
            <a:pPr lvl="0"/>
            <a:r>
              <a:rPr lang="es-ES_tradnl" dirty="0"/>
              <a:t>Text </a:t>
            </a:r>
            <a:r>
              <a:rPr lang="es-ES_tradnl" dirty="0" err="1"/>
              <a:t>example</a:t>
            </a:r>
            <a:endParaRPr lang="es-ES_tradnl" dirty="0"/>
          </a:p>
        </p:txBody>
      </p:sp>
      <p:sp>
        <p:nvSpPr>
          <p:cNvPr id="9" name="Text Placeholder 7"/>
          <p:cNvSpPr>
            <a:spLocks noGrp="1"/>
          </p:cNvSpPr>
          <p:nvPr>
            <p:ph type="body" sz="quarter" idx="11" hasCustomPrompt="1"/>
          </p:nvPr>
        </p:nvSpPr>
        <p:spPr>
          <a:xfrm>
            <a:off x="452438" y="689252"/>
            <a:ext cx="8229600" cy="190376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accent3"/>
                </a:solidFill>
                <a:latin typeface="Lato Light"/>
                <a:cs typeface="Lato Light"/>
              </a:defRPr>
            </a:lvl1pPr>
          </a:lstStyle>
          <a:p>
            <a:pPr lvl="0"/>
            <a:r>
              <a:rPr lang="es-ES_tradnl" dirty="0" err="1"/>
              <a:t>Subtitle</a:t>
            </a:r>
            <a:r>
              <a:rPr lang="es-ES_tradnl" dirty="0"/>
              <a:t> </a:t>
            </a:r>
            <a:r>
              <a:rPr lang="es-ES_tradnl" dirty="0" err="1"/>
              <a:t>Example</a:t>
            </a:r>
            <a:endParaRPr lang="es-ES_tradnl" dirty="0"/>
          </a:p>
        </p:txBody>
      </p:sp>
      <p:sp>
        <p:nvSpPr>
          <p:cNvPr id="33" name="Picture Placeholder 2"/>
          <p:cNvSpPr>
            <a:spLocks noGrp="1"/>
          </p:cNvSpPr>
          <p:nvPr>
            <p:ph type="pic" sz="quarter" idx="17"/>
          </p:nvPr>
        </p:nvSpPr>
        <p:spPr>
          <a:xfrm>
            <a:off x="698504" y="1322917"/>
            <a:ext cx="1465260" cy="1490134"/>
          </a:xfrm>
          <a:prstGeom prst="rect">
            <a:avLst/>
          </a:prstGeom>
          <a:effectLst/>
        </p:spPr>
        <p:txBody>
          <a:bodyPr vert="horz" lIns="95057" tIns="47529" rIns="95057" bIns="47529"/>
          <a:lstStyle>
            <a:lvl1pPr marL="0" indent="0" algn="ctr">
              <a:buNone/>
              <a:defRPr sz="900">
                <a:solidFill>
                  <a:srgbClr val="7F7F7F"/>
                </a:solidFill>
                <a:latin typeface="Lato Regular"/>
                <a:cs typeface="Lato Regular"/>
              </a:defRPr>
            </a:lvl1pPr>
          </a:lstStyle>
          <a:p>
            <a:endParaRPr lang="en-US" dirty="0"/>
          </a:p>
        </p:txBody>
      </p:sp>
      <p:sp>
        <p:nvSpPr>
          <p:cNvPr id="3" name="Rectangle 2"/>
          <p:cNvSpPr/>
          <p:nvPr userDrawn="1"/>
        </p:nvSpPr>
        <p:spPr>
          <a:xfrm>
            <a:off x="698503" y="2813050"/>
            <a:ext cx="1465260" cy="1016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 Placeholder 7"/>
          <p:cNvSpPr>
            <a:spLocks noGrp="1"/>
          </p:cNvSpPr>
          <p:nvPr>
            <p:ph type="body" sz="quarter" idx="18" hasCustomPrompt="1"/>
          </p:nvPr>
        </p:nvSpPr>
        <p:spPr>
          <a:xfrm>
            <a:off x="698503" y="3023825"/>
            <a:ext cx="1465259" cy="359817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baseline="0">
                <a:solidFill>
                  <a:schemeClr val="tx1">
                    <a:lumMod val="75000"/>
                    <a:lumOff val="25000"/>
                  </a:schemeClr>
                </a:solidFill>
                <a:latin typeface="Lato Light"/>
                <a:cs typeface="Lato Light"/>
              </a:defRPr>
            </a:lvl1pPr>
          </a:lstStyle>
          <a:p>
            <a:pPr lvl="0"/>
            <a:r>
              <a:rPr lang="es-ES_tradnl" dirty="0" err="1"/>
              <a:t>Name</a:t>
            </a:r>
            <a:r>
              <a:rPr lang="es-ES_tradnl" dirty="0"/>
              <a:t> </a:t>
            </a:r>
            <a:r>
              <a:rPr lang="es-ES_tradnl" dirty="0" err="1"/>
              <a:t>here</a:t>
            </a:r>
            <a:endParaRPr lang="es-ES_tradnl" dirty="0"/>
          </a:p>
        </p:txBody>
      </p:sp>
      <p:sp>
        <p:nvSpPr>
          <p:cNvPr id="35" name="Text Placeholder 7"/>
          <p:cNvSpPr>
            <a:spLocks noGrp="1"/>
          </p:cNvSpPr>
          <p:nvPr>
            <p:ph type="body" sz="quarter" idx="19" hasCustomPrompt="1"/>
          </p:nvPr>
        </p:nvSpPr>
        <p:spPr>
          <a:xfrm>
            <a:off x="698503" y="3391795"/>
            <a:ext cx="1465259" cy="190376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accent3"/>
                </a:solidFill>
                <a:latin typeface="Lato Light"/>
                <a:cs typeface="Lato Light"/>
              </a:defRPr>
            </a:lvl1pPr>
          </a:lstStyle>
          <a:p>
            <a:pPr lvl="0"/>
            <a:r>
              <a:rPr lang="es-ES_tradnl" dirty="0" err="1"/>
              <a:t>Subtitle</a:t>
            </a:r>
            <a:r>
              <a:rPr lang="es-ES_tradnl" dirty="0"/>
              <a:t> </a:t>
            </a:r>
            <a:r>
              <a:rPr lang="es-ES_tradnl" dirty="0" err="1"/>
              <a:t>Example</a:t>
            </a:r>
            <a:endParaRPr lang="es-ES_tradnl" dirty="0"/>
          </a:p>
        </p:txBody>
      </p:sp>
      <p:sp>
        <p:nvSpPr>
          <p:cNvPr id="36" name="Text Placeholder 2"/>
          <p:cNvSpPr>
            <a:spLocks noGrp="1"/>
          </p:cNvSpPr>
          <p:nvPr>
            <p:ph type="body" sz="quarter" idx="16" hasCustomPrompt="1"/>
          </p:nvPr>
        </p:nvSpPr>
        <p:spPr>
          <a:xfrm>
            <a:off x="698504" y="3649905"/>
            <a:ext cx="1465259" cy="649977"/>
          </a:xfrm>
          <a:prstGeom prst="rect">
            <a:avLst/>
          </a:prstGeom>
        </p:spPr>
        <p:txBody>
          <a:bodyPr vert="horz" lIns="0" tIns="0" rIns="0" bIns="0"/>
          <a:lstStyle>
            <a:lvl1pPr marL="0" indent="0" algn="ctr">
              <a:lnSpc>
                <a:spcPct val="130000"/>
              </a:lnSpc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  <a:latin typeface="Lato Regular"/>
                <a:cs typeface="Lato Regular"/>
              </a:defRPr>
            </a:lvl1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tortor</a:t>
            </a:r>
            <a:r>
              <a:rPr lang="en-US" dirty="0"/>
              <a:t>, </a:t>
            </a:r>
            <a:r>
              <a:rPr lang="en-US" dirty="0" err="1"/>
              <a:t>mattis</a:t>
            </a:r>
            <a:endParaRPr lang="en-US" dirty="0"/>
          </a:p>
        </p:txBody>
      </p:sp>
      <p:sp>
        <p:nvSpPr>
          <p:cNvPr id="37" name="Text Placeholder 7"/>
          <p:cNvSpPr>
            <a:spLocks noGrp="1"/>
          </p:cNvSpPr>
          <p:nvPr>
            <p:ph type="body" sz="quarter" idx="39" hasCustomPrompt="1"/>
          </p:nvPr>
        </p:nvSpPr>
        <p:spPr>
          <a:xfrm>
            <a:off x="1262899" y="4316817"/>
            <a:ext cx="459016" cy="467234"/>
          </a:xfrm>
          <a:prstGeom prst="rect">
            <a:avLst/>
          </a:prstGeom>
        </p:spPr>
        <p:txBody>
          <a:bodyPr vert="horz" lIns="0" tIns="103884" rIns="0" bIns="103884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b="1">
                <a:solidFill>
                  <a:schemeClr val="bg1">
                    <a:lumMod val="65000"/>
                  </a:schemeClr>
                </a:solidFill>
                <a:latin typeface="FontAwesome"/>
                <a:cs typeface="FontAwesome"/>
              </a:defRPr>
            </a:lvl1pPr>
          </a:lstStyle>
          <a:p>
            <a:pPr lvl="0"/>
            <a:r>
              <a:rPr lang="es-ES_tradnl" dirty="0" err="1"/>
              <a:t>icon</a:t>
            </a:r>
            <a:endParaRPr lang="es-ES_tradnl" dirty="0"/>
          </a:p>
        </p:txBody>
      </p:sp>
      <p:sp>
        <p:nvSpPr>
          <p:cNvPr id="38" name="Picture Placeholder 2"/>
          <p:cNvSpPr>
            <a:spLocks noGrp="1"/>
          </p:cNvSpPr>
          <p:nvPr>
            <p:ph type="pic" sz="quarter" idx="40"/>
          </p:nvPr>
        </p:nvSpPr>
        <p:spPr>
          <a:xfrm>
            <a:off x="2707483" y="1322918"/>
            <a:ext cx="1465260" cy="1490134"/>
          </a:xfrm>
          <a:prstGeom prst="rect">
            <a:avLst/>
          </a:prstGeom>
          <a:effectLst/>
        </p:spPr>
        <p:txBody>
          <a:bodyPr vert="horz" lIns="95057" tIns="47529" rIns="95057" bIns="47529"/>
          <a:lstStyle>
            <a:lvl1pPr marL="0" indent="0" algn="ctr">
              <a:buNone/>
              <a:defRPr sz="900">
                <a:solidFill>
                  <a:srgbClr val="7F7F7F"/>
                </a:solidFill>
                <a:latin typeface="Lato Regular"/>
                <a:cs typeface="Lato Regular"/>
              </a:defRPr>
            </a:lvl1pPr>
          </a:lstStyle>
          <a:p>
            <a:endParaRPr lang="en-US" dirty="0"/>
          </a:p>
        </p:txBody>
      </p:sp>
      <p:sp>
        <p:nvSpPr>
          <p:cNvPr id="39" name="Rectangle 38"/>
          <p:cNvSpPr/>
          <p:nvPr userDrawn="1"/>
        </p:nvSpPr>
        <p:spPr>
          <a:xfrm>
            <a:off x="2707482" y="2813051"/>
            <a:ext cx="1465260" cy="10160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Text Placeholder 7"/>
          <p:cNvSpPr>
            <a:spLocks noGrp="1"/>
          </p:cNvSpPr>
          <p:nvPr>
            <p:ph type="body" sz="quarter" idx="41" hasCustomPrompt="1"/>
          </p:nvPr>
        </p:nvSpPr>
        <p:spPr>
          <a:xfrm>
            <a:off x="2707482" y="3023826"/>
            <a:ext cx="1465259" cy="359817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baseline="0">
                <a:solidFill>
                  <a:schemeClr val="tx1">
                    <a:lumMod val="75000"/>
                    <a:lumOff val="25000"/>
                  </a:schemeClr>
                </a:solidFill>
                <a:latin typeface="Lato Light"/>
                <a:cs typeface="Lato Light"/>
              </a:defRPr>
            </a:lvl1pPr>
          </a:lstStyle>
          <a:p>
            <a:pPr lvl="0"/>
            <a:r>
              <a:rPr lang="es-ES_tradnl" dirty="0" err="1"/>
              <a:t>Name</a:t>
            </a:r>
            <a:r>
              <a:rPr lang="es-ES_tradnl" dirty="0"/>
              <a:t> </a:t>
            </a:r>
            <a:r>
              <a:rPr lang="es-ES_tradnl" dirty="0" err="1"/>
              <a:t>here</a:t>
            </a:r>
            <a:endParaRPr lang="es-ES_tradnl" dirty="0"/>
          </a:p>
        </p:txBody>
      </p:sp>
      <p:sp>
        <p:nvSpPr>
          <p:cNvPr id="41" name="Text Placeholder 7"/>
          <p:cNvSpPr>
            <a:spLocks noGrp="1"/>
          </p:cNvSpPr>
          <p:nvPr>
            <p:ph type="body" sz="quarter" idx="42" hasCustomPrompt="1"/>
          </p:nvPr>
        </p:nvSpPr>
        <p:spPr>
          <a:xfrm>
            <a:off x="2707482" y="3391796"/>
            <a:ext cx="1465259" cy="190376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accent3"/>
                </a:solidFill>
                <a:latin typeface="Lato Light"/>
                <a:cs typeface="Lato Light"/>
              </a:defRPr>
            </a:lvl1pPr>
          </a:lstStyle>
          <a:p>
            <a:pPr lvl="0"/>
            <a:r>
              <a:rPr lang="es-ES_tradnl" dirty="0" err="1"/>
              <a:t>Subtitle</a:t>
            </a:r>
            <a:r>
              <a:rPr lang="es-ES_tradnl" dirty="0"/>
              <a:t> </a:t>
            </a:r>
            <a:r>
              <a:rPr lang="es-ES_tradnl" dirty="0" err="1"/>
              <a:t>Example</a:t>
            </a:r>
            <a:endParaRPr lang="es-ES_tradnl" dirty="0"/>
          </a:p>
        </p:txBody>
      </p:sp>
      <p:sp>
        <p:nvSpPr>
          <p:cNvPr id="42" name="Text Placeholder 2"/>
          <p:cNvSpPr>
            <a:spLocks noGrp="1"/>
          </p:cNvSpPr>
          <p:nvPr>
            <p:ph type="body" sz="quarter" idx="43" hasCustomPrompt="1"/>
          </p:nvPr>
        </p:nvSpPr>
        <p:spPr>
          <a:xfrm>
            <a:off x="2707483" y="3649906"/>
            <a:ext cx="1465259" cy="649977"/>
          </a:xfrm>
          <a:prstGeom prst="rect">
            <a:avLst/>
          </a:prstGeom>
        </p:spPr>
        <p:txBody>
          <a:bodyPr vert="horz" lIns="0" tIns="0" rIns="0" bIns="0"/>
          <a:lstStyle>
            <a:lvl1pPr marL="0" indent="0" algn="ctr">
              <a:lnSpc>
                <a:spcPct val="130000"/>
              </a:lnSpc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  <a:latin typeface="Lato Regular"/>
                <a:cs typeface="Lato Regular"/>
              </a:defRPr>
            </a:lvl1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tortor</a:t>
            </a:r>
            <a:r>
              <a:rPr lang="en-US" dirty="0"/>
              <a:t>, </a:t>
            </a:r>
            <a:r>
              <a:rPr lang="en-US" dirty="0" err="1"/>
              <a:t>mattis</a:t>
            </a:r>
            <a:endParaRPr lang="en-US" dirty="0"/>
          </a:p>
        </p:txBody>
      </p:sp>
      <p:sp>
        <p:nvSpPr>
          <p:cNvPr id="43" name="Text Placeholder 7"/>
          <p:cNvSpPr>
            <a:spLocks noGrp="1"/>
          </p:cNvSpPr>
          <p:nvPr>
            <p:ph type="body" sz="quarter" idx="44" hasCustomPrompt="1"/>
          </p:nvPr>
        </p:nvSpPr>
        <p:spPr>
          <a:xfrm>
            <a:off x="3271878" y="4316818"/>
            <a:ext cx="459016" cy="467234"/>
          </a:xfrm>
          <a:prstGeom prst="rect">
            <a:avLst/>
          </a:prstGeom>
        </p:spPr>
        <p:txBody>
          <a:bodyPr vert="horz" lIns="0" tIns="103884" rIns="0" bIns="103884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b="1">
                <a:solidFill>
                  <a:schemeClr val="bg1">
                    <a:lumMod val="65000"/>
                  </a:schemeClr>
                </a:solidFill>
                <a:latin typeface="FontAwesome"/>
                <a:cs typeface="FontAwesome"/>
              </a:defRPr>
            </a:lvl1pPr>
          </a:lstStyle>
          <a:p>
            <a:pPr lvl="0"/>
            <a:r>
              <a:rPr lang="es-ES_tradnl" dirty="0" err="1"/>
              <a:t>icon</a:t>
            </a:r>
            <a:endParaRPr lang="es-ES_tradnl" dirty="0"/>
          </a:p>
        </p:txBody>
      </p:sp>
      <p:sp>
        <p:nvSpPr>
          <p:cNvPr id="44" name="Picture Placeholder 2"/>
          <p:cNvSpPr>
            <a:spLocks noGrp="1"/>
          </p:cNvSpPr>
          <p:nvPr>
            <p:ph type="pic" sz="quarter" idx="45"/>
          </p:nvPr>
        </p:nvSpPr>
        <p:spPr>
          <a:xfrm>
            <a:off x="4716466" y="1316567"/>
            <a:ext cx="1465260" cy="1490134"/>
          </a:xfrm>
          <a:prstGeom prst="rect">
            <a:avLst/>
          </a:prstGeom>
          <a:effectLst/>
        </p:spPr>
        <p:txBody>
          <a:bodyPr vert="horz" lIns="95057" tIns="47529" rIns="95057" bIns="47529"/>
          <a:lstStyle>
            <a:lvl1pPr marL="0" indent="0" algn="ctr">
              <a:buNone/>
              <a:defRPr sz="900">
                <a:solidFill>
                  <a:srgbClr val="7F7F7F"/>
                </a:solidFill>
                <a:latin typeface="Lato Regular"/>
                <a:cs typeface="Lato Regular"/>
              </a:defRPr>
            </a:lvl1pPr>
          </a:lstStyle>
          <a:p>
            <a:endParaRPr lang="en-US" dirty="0"/>
          </a:p>
        </p:txBody>
      </p:sp>
      <p:sp>
        <p:nvSpPr>
          <p:cNvPr id="45" name="Rectangle 44"/>
          <p:cNvSpPr/>
          <p:nvPr userDrawn="1"/>
        </p:nvSpPr>
        <p:spPr>
          <a:xfrm>
            <a:off x="4716465" y="2806700"/>
            <a:ext cx="1465260" cy="1016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Text Placeholder 7"/>
          <p:cNvSpPr>
            <a:spLocks noGrp="1"/>
          </p:cNvSpPr>
          <p:nvPr>
            <p:ph type="body" sz="quarter" idx="46" hasCustomPrompt="1"/>
          </p:nvPr>
        </p:nvSpPr>
        <p:spPr>
          <a:xfrm>
            <a:off x="4716465" y="3017475"/>
            <a:ext cx="1465259" cy="359817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baseline="0">
                <a:solidFill>
                  <a:schemeClr val="tx1">
                    <a:lumMod val="75000"/>
                    <a:lumOff val="25000"/>
                  </a:schemeClr>
                </a:solidFill>
                <a:latin typeface="Lato Light"/>
                <a:cs typeface="Lato Light"/>
              </a:defRPr>
            </a:lvl1pPr>
          </a:lstStyle>
          <a:p>
            <a:pPr lvl="0"/>
            <a:r>
              <a:rPr lang="es-ES_tradnl" dirty="0" err="1"/>
              <a:t>Name</a:t>
            </a:r>
            <a:r>
              <a:rPr lang="es-ES_tradnl" dirty="0"/>
              <a:t> </a:t>
            </a:r>
            <a:r>
              <a:rPr lang="es-ES_tradnl" dirty="0" err="1"/>
              <a:t>here</a:t>
            </a:r>
            <a:endParaRPr lang="es-ES_tradnl" dirty="0"/>
          </a:p>
        </p:txBody>
      </p:sp>
      <p:sp>
        <p:nvSpPr>
          <p:cNvPr id="47" name="Text Placeholder 7"/>
          <p:cNvSpPr>
            <a:spLocks noGrp="1"/>
          </p:cNvSpPr>
          <p:nvPr>
            <p:ph type="body" sz="quarter" idx="47" hasCustomPrompt="1"/>
          </p:nvPr>
        </p:nvSpPr>
        <p:spPr>
          <a:xfrm>
            <a:off x="4716465" y="3385445"/>
            <a:ext cx="1465259" cy="190376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accent3"/>
                </a:solidFill>
                <a:latin typeface="Lato Light"/>
                <a:cs typeface="Lato Light"/>
              </a:defRPr>
            </a:lvl1pPr>
          </a:lstStyle>
          <a:p>
            <a:pPr lvl="0"/>
            <a:r>
              <a:rPr lang="es-ES_tradnl" dirty="0" err="1"/>
              <a:t>Subtitle</a:t>
            </a:r>
            <a:r>
              <a:rPr lang="es-ES_tradnl" dirty="0"/>
              <a:t> </a:t>
            </a:r>
            <a:r>
              <a:rPr lang="es-ES_tradnl" dirty="0" err="1"/>
              <a:t>Example</a:t>
            </a:r>
            <a:endParaRPr lang="es-ES_tradnl" dirty="0"/>
          </a:p>
        </p:txBody>
      </p:sp>
      <p:sp>
        <p:nvSpPr>
          <p:cNvPr id="48" name="Text Placeholder 2"/>
          <p:cNvSpPr>
            <a:spLocks noGrp="1"/>
          </p:cNvSpPr>
          <p:nvPr>
            <p:ph type="body" sz="quarter" idx="48" hasCustomPrompt="1"/>
          </p:nvPr>
        </p:nvSpPr>
        <p:spPr>
          <a:xfrm>
            <a:off x="4716466" y="3643555"/>
            <a:ext cx="1465259" cy="649977"/>
          </a:xfrm>
          <a:prstGeom prst="rect">
            <a:avLst/>
          </a:prstGeom>
        </p:spPr>
        <p:txBody>
          <a:bodyPr vert="horz" lIns="0" tIns="0" rIns="0" bIns="0"/>
          <a:lstStyle>
            <a:lvl1pPr marL="0" indent="0" algn="ctr">
              <a:lnSpc>
                <a:spcPct val="130000"/>
              </a:lnSpc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  <a:latin typeface="Lato Regular"/>
                <a:cs typeface="Lato Regular"/>
              </a:defRPr>
            </a:lvl1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tortor</a:t>
            </a:r>
            <a:r>
              <a:rPr lang="en-US" dirty="0"/>
              <a:t>, </a:t>
            </a:r>
            <a:r>
              <a:rPr lang="en-US" dirty="0" err="1"/>
              <a:t>mattis</a:t>
            </a:r>
            <a:endParaRPr lang="en-US" dirty="0"/>
          </a:p>
        </p:txBody>
      </p:sp>
      <p:sp>
        <p:nvSpPr>
          <p:cNvPr id="49" name="Text Placeholder 7"/>
          <p:cNvSpPr>
            <a:spLocks noGrp="1"/>
          </p:cNvSpPr>
          <p:nvPr>
            <p:ph type="body" sz="quarter" idx="49" hasCustomPrompt="1"/>
          </p:nvPr>
        </p:nvSpPr>
        <p:spPr>
          <a:xfrm>
            <a:off x="5280861" y="4310467"/>
            <a:ext cx="459016" cy="467234"/>
          </a:xfrm>
          <a:prstGeom prst="rect">
            <a:avLst/>
          </a:prstGeom>
        </p:spPr>
        <p:txBody>
          <a:bodyPr vert="horz" lIns="0" tIns="103884" rIns="0" bIns="103884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b="1">
                <a:solidFill>
                  <a:schemeClr val="bg1">
                    <a:lumMod val="65000"/>
                  </a:schemeClr>
                </a:solidFill>
                <a:latin typeface="FontAwesome"/>
                <a:cs typeface="FontAwesome"/>
              </a:defRPr>
            </a:lvl1pPr>
          </a:lstStyle>
          <a:p>
            <a:pPr lvl="0"/>
            <a:r>
              <a:rPr lang="es-ES_tradnl" dirty="0" err="1"/>
              <a:t>icon</a:t>
            </a:r>
            <a:endParaRPr lang="es-ES_tradnl" dirty="0"/>
          </a:p>
        </p:txBody>
      </p:sp>
      <p:sp>
        <p:nvSpPr>
          <p:cNvPr id="50" name="Picture Placeholder 2"/>
          <p:cNvSpPr>
            <a:spLocks noGrp="1"/>
          </p:cNvSpPr>
          <p:nvPr>
            <p:ph type="pic" sz="quarter" idx="50"/>
          </p:nvPr>
        </p:nvSpPr>
        <p:spPr>
          <a:xfrm>
            <a:off x="6725444" y="1303868"/>
            <a:ext cx="1465260" cy="1490134"/>
          </a:xfrm>
          <a:prstGeom prst="rect">
            <a:avLst/>
          </a:prstGeom>
          <a:effectLst/>
        </p:spPr>
        <p:txBody>
          <a:bodyPr vert="horz" lIns="95057" tIns="47529" rIns="95057" bIns="47529"/>
          <a:lstStyle>
            <a:lvl1pPr marL="0" indent="0" algn="ctr">
              <a:buNone/>
              <a:defRPr sz="900">
                <a:solidFill>
                  <a:srgbClr val="7F7F7F"/>
                </a:solidFill>
                <a:latin typeface="Lato Regular"/>
                <a:cs typeface="Lato Regular"/>
              </a:defRPr>
            </a:lvl1pPr>
          </a:lstStyle>
          <a:p>
            <a:endParaRPr lang="en-US" dirty="0"/>
          </a:p>
        </p:txBody>
      </p:sp>
      <p:sp>
        <p:nvSpPr>
          <p:cNvPr id="51" name="Rectangle 50"/>
          <p:cNvSpPr/>
          <p:nvPr userDrawn="1"/>
        </p:nvSpPr>
        <p:spPr>
          <a:xfrm>
            <a:off x="6725443" y="2794001"/>
            <a:ext cx="1465260" cy="10160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Text Placeholder 7"/>
          <p:cNvSpPr>
            <a:spLocks noGrp="1"/>
          </p:cNvSpPr>
          <p:nvPr>
            <p:ph type="body" sz="quarter" idx="51" hasCustomPrompt="1"/>
          </p:nvPr>
        </p:nvSpPr>
        <p:spPr>
          <a:xfrm>
            <a:off x="6725443" y="3004776"/>
            <a:ext cx="1465259" cy="359817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baseline="0">
                <a:solidFill>
                  <a:schemeClr val="tx1">
                    <a:lumMod val="75000"/>
                    <a:lumOff val="25000"/>
                  </a:schemeClr>
                </a:solidFill>
                <a:latin typeface="Lato Light"/>
                <a:cs typeface="Lato Light"/>
              </a:defRPr>
            </a:lvl1pPr>
          </a:lstStyle>
          <a:p>
            <a:pPr lvl="0"/>
            <a:r>
              <a:rPr lang="es-ES_tradnl" dirty="0" err="1"/>
              <a:t>Name</a:t>
            </a:r>
            <a:r>
              <a:rPr lang="es-ES_tradnl" dirty="0"/>
              <a:t> </a:t>
            </a:r>
            <a:r>
              <a:rPr lang="es-ES_tradnl" dirty="0" err="1"/>
              <a:t>here</a:t>
            </a:r>
            <a:endParaRPr lang="es-ES_tradnl" dirty="0"/>
          </a:p>
        </p:txBody>
      </p:sp>
      <p:sp>
        <p:nvSpPr>
          <p:cNvPr id="53" name="Text Placeholder 7"/>
          <p:cNvSpPr>
            <a:spLocks noGrp="1"/>
          </p:cNvSpPr>
          <p:nvPr>
            <p:ph type="body" sz="quarter" idx="52" hasCustomPrompt="1"/>
          </p:nvPr>
        </p:nvSpPr>
        <p:spPr>
          <a:xfrm>
            <a:off x="6725443" y="3372746"/>
            <a:ext cx="1465259" cy="190376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accent3"/>
                </a:solidFill>
                <a:latin typeface="Lato Light"/>
                <a:cs typeface="Lato Light"/>
              </a:defRPr>
            </a:lvl1pPr>
          </a:lstStyle>
          <a:p>
            <a:pPr lvl="0"/>
            <a:r>
              <a:rPr lang="es-ES_tradnl" dirty="0" err="1"/>
              <a:t>Subtitle</a:t>
            </a:r>
            <a:r>
              <a:rPr lang="es-ES_tradnl" dirty="0"/>
              <a:t> </a:t>
            </a:r>
            <a:r>
              <a:rPr lang="es-ES_tradnl" dirty="0" err="1"/>
              <a:t>Example</a:t>
            </a:r>
            <a:endParaRPr lang="es-ES_tradnl" dirty="0"/>
          </a:p>
        </p:txBody>
      </p:sp>
      <p:sp>
        <p:nvSpPr>
          <p:cNvPr id="54" name="Text Placeholder 2"/>
          <p:cNvSpPr>
            <a:spLocks noGrp="1"/>
          </p:cNvSpPr>
          <p:nvPr>
            <p:ph type="body" sz="quarter" idx="53" hasCustomPrompt="1"/>
          </p:nvPr>
        </p:nvSpPr>
        <p:spPr>
          <a:xfrm>
            <a:off x="6725444" y="3630856"/>
            <a:ext cx="1465259" cy="649977"/>
          </a:xfrm>
          <a:prstGeom prst="rect">
            <a:avLst/>
          </a:prstGeom>
        </p:spPr>
        <p:txBody>
          <a:bodyPr vert="horz" lIns="0" tIns="0" rIns="0" bIns="0"/>
          <a:lstStyle>
            <a:lvl1pPr marL="0" indent="0" algn="ctr">
              <a:lnSpc>
                <a:spcPct val="130000"/>
              </a:lnSpc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  <a:latin typeface="Lato Regular"/>
                <a:cs typeface="Lato Regular"/>
              </a:defRPr>
            </a:lvl1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tortor</a:t>
            </a:r>
            <a:r>
              <a:rPr lang="en-US" dirty="0"/>
              <a:t>, </a:t>
            </a:r>
            <a:r>
              <a:rPr lang="en-US" dirty="0" err="1"/>
              <a:t>mattis</a:t>
            </a:r>
            <a:endParaRPr lang="en-US" dirty="0"/>
          </a:p>
        </p:txBody>
      </p:sp>
      <p:sp>
        <p:nvSpPr>
          <p:cNvPr id="55" name="Text Placeholder 7"/>
          <p:cNvSpPr>
            <a:spLocks noGrp="1"/>
          </p:cNvSpPr>
          <p:nvPr>
            <p:ph type="body" sz="quarter" idx="54" hasCustomPrompt="1"/>
          </p:nvPr>
        </p:nvSpPr>
        <p:spPr>
          <a:xfrm>
            <a:off x="7289839" y="4297768"/>
            <a:ext cx="459016" cy="467234"/>
          </a:xfrm>
          <a:prstGeom prst="rect">
            <a:avLst/>
          </a:prstGeom>
        </p:spPr>
        <p:txBody>
          <a:bodyPr vert="horz" lIns="0" tIns="103884" rIns="0" bIns="103884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b="1">
                <a:solidFill>
                  <a:schemeClr val="bg1">
                    <a:lumMod val="65000"/>
                  </a:schemeClr>
                </a:solidFill>
                <a:latin typeface="FontAwesome"/>
                <a:cs typeface="FontAwesome"/>
              </a:defRPr>
            </a:lvl1pPr>
          </a:lstStyle>
          <a:p>
            <a:pPr lvl="0"/>
            <a:r>
              <a:rPr lang="es-ES_tradnl" dirty="0" err="1"/>
              <a:t>icon</a:t>
            </a:r>
            <a:endParaRPr lang="es-ES_tradnl" dirty="0"/>
          </a:p>
        </p:txBody>
      </p:sp>
    </p:spTree>
    <p:extLst>
      <p:ext uri="{BB962C8B-B14F-4D97-AF65-F5344CB8AC3E}">
        <p14:creationId xmlns:p14="http://schemas.microsoft.com/office/powerpoint/2010/main" val="39133989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4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400"/>
                        <p:tgtEl>
                          <p:spTgt spid="8"/>
                        </p:tgtEl>
                      </p:cBhvr>
                    </p:animEffect>
                    <p:anim calcmode="lin" valueType="num">
                      <p:cBhvr>
                        <p:cTn dur="400" fill="hold"/>
                        <p:tgtEl>
                          <p:spTgt spid="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400" fill="hold"/>
                        <p:tgtEl>
                          <p:spTgt spid="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9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9"/>
                        </p:tgtEl>
                      </p:cBhvr>
                    </p:animEffect>
                    <p:anim calcmode="lin" valueType="num">
                      <p:cBhvr>
                        <p:cTn dur="500" fill="hold"/>
                        <p:tgtEl>
                          <p:spTgt spid="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member zo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/>
          <p:cNvSpPr>
            <a:spLocks noGrp="1"/>
          </p:cNvSpPr>
          <p:nvPr>
            <p:ph type="body" sz="quarter" idx="10" hasCustomPrompt="1"/>
          </p:nvPr>
        </p:nvSpPr>
        <p:spPr>
          <a:xfrm>
            <a:off x="452438" y="270483"/>
            <a:ext cx="8229600" cy="359817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500" b="1">
                <a:solidFill>
                  <a:schemeClr val="tx1">
                    <a:lumMod val="75000"/>
                    <a:lumOff val="25000"/>
                  </a:schemeClr>
                </a:solidFill>
                <a:latin typeface="Lato Light"/>
                <a:cs typeface="Lato Light"/>
              </a:defRPr>
            </a:lvl1pPr>
          </a:lstStyle>
          <a:p>
            <a:pPr lvl="0"/>
            <a:r>
              <a:rPr lang="es-ES_tradnl" dirty="0"/>
              <a:t>Text </a:t>
            </a:r>
            <a:r>
              <a:rPr lang="es-ES_tradnl" dirty="0" err="1"/>
              <a:t>example</a:t>
            </a:r>
            <a:endParaRPr lang="es-ES_tradnl" dirty="0"/>
          </a:p>
        </p:txBody>
      </p:sp>
      <p:sp>
        <p:nvSpPr>
          <p:cNvPr id="9" name="Text Placeholder 7"/>
          <p:cNvSpPr>
            <a:spLocks noGrp="1"/>
          </p:cNvSpPr>
          <p:nvPr>
            <p:ph type="body" sz="quarter" idx="11" hasCustomPrompt="1"/>
          </p:nvPr>
        </p:nvSpPr>
        <p:spPr>
          <a:xfrm>
            <a:off x="452438" y="689252"/>
            <a:ext cx="8229600" cy="190376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accent3"/>
                </a:solidFill>
                <a:latin typeface="Lato Light"/>
                <a:cs typeface="Lato Light"/>
              </a:defRPr>
            </a:lvl1pPr>
          </a:lstStyle>
          <a:p>
            <a:pPr lvl="0"/>
            <a:r>
              <a:rPr lang="es-ES_tradnl" dirty="0" err="1"/>
              <a:t>Subtitle</a:t>
            </a:r>
            <a:r>
              <a:rPr lang="es-ES_tradnl" dirty="0"/>
              <a:t> </a:t>
            </a:r>
            <a:r>
              <a:rPr lang="es-ES_tradnl" dirty="0" err="1"/>
              <a:t>Example</a:t>
            </a:r>
            <a:endParaRPr lang="es-ES_tradnl" dirty="0"/>
          </a:p>
        </p:txBody>
      </p:sp>
      <p:sp>
        <p:nvSpPr>
          <p:cNvPr id="33" name="Picture Placeholder 2"/>
          <p:cNvSpPr>
            <a:spLocks noGrp="1"/>
          </p:cNvSpPr>
          <p:nvPr>
            <p:ph type="pic" sz="quarter" idx="17"/>
          </p:nvPr>
        </p:nvSpPr>
        <p:spPr>
          <a:xfrm>
            <a:off x="427039" y="1371601"/>
            <a:ext cx="1465260" cy="1490134"/>
          </a:xfrm>
          <a:prstGeom prst="rect">
            <a:avLst/>
          </a:prstGeom>
          <a:effectLst/>
        </p:spPr>
        <p:txBody>
          <a:bodyPr vert="horz" lIns="95057" tIns="47529" rIns="95057" bIns="47529"/>
          <a:lstStyle>
            <a:lvl1pPr marL="0" indent="0" algn="ctr">
              <a:buNone/>
              <a:defRPr sz="900">
                <a:solidFill>
                  <a:srgbClr val="7F7F7F"/>
                </a:solidFill>
                <a:latin typeface="Lato Regular"/>
                <a:cs typeface="Lato Regular"/>
              </a:defRPr>
            </a:lvl1pPr>
          </a:lstStyle>
          <a:p>
            <a:endParaRPr lang="en-US" dirty="0"/>
          </a:p>
        </p:txBody>
      </p:sp>
      <p:sp>
        <p:nvSpPr>
          <p:cNvPr id="3" name="Rectangle 2"/>
          <p:cNvSpPr/>
          <p:nvPr userDrawn="1"/>
        </p:nvSpPr>
        <p:spPr>
          <a:xfrm>
            <a:off x="427038" y="2861734"/>
            <a:ext cx="1465260" cy="1016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 Placeholder 7"/>
          <p:cNvSpPr>
            <a:spLocks noGrp="1"/>
          </p:cNvSpPr>
          <p:nvPr>
            <p:ph type="body" sz="quarter" idx="18" hasCustomPrompt="1"/>
          </p:nvPr>
        </p:nvSpPr>
        <p:spPr>
          <a:xfrm>
            <a:off x="427038" y="3072509"/>
            <a:ext cx="1465259" cy="359817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baseline="0">
                <a:solidFill>
                  <a:schemeClr val="tx1">
                    <a:lumMod val="75000"/>
                    <a:lumOff val="25000"/>
                  </a:schemeClr>
                </a:solidFill>
                <a:latin typeface="Lato Light"/>
                <a:cs typeface="Lato Light"/>
              </a:defRPr>
            </a:lvl1pPr>
          </a:lstStyle>
          <a:p>
            <a:pPr lvl="0"/>
            <a:r>
              <a:rPr lang="es-ES_tradnl" dirty="0" err="1"/>
              <a:t>Name</a:t>
            </a:r>
            <a:r>
              <a:rPr lang="es-ES_tradnl" dirty="0"/>
              <a:t> </a:t>
            </a:r>
            <a:r>
              <a:rPr lang="es-ES_tradnl" dirty="0" err="1"/>
              <a:t>here</a:t>
            </a:r>
            <a:endParaRPr lang="es-ES_tradnl" dirty="0"/>
          </a:p>
        </p:txBody>
      </p:sp>
      <p:sp>
        <p:nvSpPr>
          <p:cNvPr id="35" name="Text Placeholder 7"/>
          <p:cNvSpPr>
            <a:spLocks noGrp="1"/>
          </p:cNvSpPr>
          <p:nvPr>
            <p:ph type="body" sz="quarter" idx="19" hasCustomPrompt="1"/>
          </p:nvPr>
        </p:nvSpPr>
        <p:spPr>
          <a:xfrm>
            <a:off x="427038" y="3440479"/>
            <a:ext cx="1465259" cy="190376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accent3"/>
                </a:solidFill>
                <a:latin typeface="Lato Light"/>
                <a:cs typeface="Lato Light"/>
              </a:defRPr>
            </a:lvl1pPr>
          </a:lstStyle>
          <a:p>
            <a:pPr lvl="0"/>
            <a:r>
              <a:rPr lang="es-ES_tradnl" dirty="0" err="1"/>
              <a:t>Subtitle</a:t>
            </a:r>
            <a:r>
              <a:rPr lang="es-ES_tradnl" dirty="0"/>
              <a:t> </a:t>
            </a:r>
            <a:r>
              <a:rPr lang="es-ES_tradnl" dirty="0" err="1"/>
              <a:t>Example</a:t>
            </a:r>
            <a:endParaRPr lang="es-ES_tradnl" dirty="0"/>
          </a:p>
        </p:txBody>
      </p:sp>
      <p:sp>
        <p:nvSpPr>
          <p:cNvPr id="36" name="Text Placeholder 2"/>
          <p:cNvSpPr>
            <a:spLocks noGrp="1"/>
          </p:cNvSpPr>
          <p:nvPr>
            <p:ph type="body" sz="quarter" idx="16" hasCustomPrompt="1"/>
          </p:nvPr>
        </p:nvSpPr>
        <p:spPr>
          <a:xfrm>
            <a:off x="427039" y="3698589"/>
            <a:ext cx="1465259" cy="649977"/>
          </a:xfrm>
          <a:prstGeom prst="rect">
            <a:avLst/>
          </a:prstGeom>
        </p:spPr>
        <p:txBody>
          <a:bodyPr vert="horz" lIns="0" tIns="0" rIns="0" bIns="0"/>
          <a:lstStyle>
            <a:lvl1pPr marL="0" indent="0" algn="ctr">
              <a:lnSpc>
                <a:spcPct val="130000"/>
              </a:lnSpc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  <a:latin typeface="Lato Regular"/>
                <a:cs typeface="Lato Regular"/>
              </a:defRPr>
            </a:lvl1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tortor</a:t>
            </a:r>
            <a:r>
              <a:rPr lang="en-US" dirty="0"/>
              <a:t>, </a:t>
            </a:r>
            <a:r>
              <a:rPr lang="en-US" dirty="0" err="1"/>
              <a:t>mattis</a:t>
            </a:r>
            <a:endParaRPr lang="en-US" dirty="0"/>
          </a:p>
        </p:txBody>
      </p:sp>
      <p:sp>
        <p:nvSpPr>
          <p:cNvPr id="37" name="Text Placeholder 7"/>
          <p:cNvSpPr>
            <a:spLocks noGrp="1"/>
          </p:cNvSpPr>
          <p:nvPr>
            <p:ph type="body" sz="quarter" idx="39" hasCustomPrompt="1"/>
          </p:nvPr>
        </p:nvSpPr>
        <p:spPr>
          <a:xfrm>
            <a:off x="991434" y="4365501"/>
            <a:ext cx="459016" cy="467234"/>
          </a:xfrm>
          <a:prstGeom prst="rect">
            <a:avLst/>
          </a:prstGeom>
        </p:spPr>
        <p:txBody>
          <a:bodyPr vert="horz" lIns="0" tIns="103884" rIns="0" bIns="103884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b="1">
                <a:solidFill>
                  <a:schemeClr val="bg1">
                    <a:lumMod val="65000"/>
                  </a:schemeClr>
                </a:solidFill>
                <a:latin typeface="FontAwesome"/>
                <a:cs typeface="FontAwesome"/>
              </a:defRPr>
            </a:lvl1pPr>
          </a:lstStyle>
          <a:p>
            <a:pPr lvl="0"/>
            <a:r>
              <a:rPr lang="es-ES_tradnl" dirty="0" err="1"/>
              <a:t>icon</a:t>
            </a:r>
            <a:endParaRPr lang="es-ES_tradnl" dirty="0"/>
          </a:p>
        </p:txBody>
      </p:sp>
      <p:sp>
        <p:nvSpPr>
          <p:cNvPr id="62" name="Text Placeholder 7"/>
          <p:cNvSpPr>
            <a:spLocks noGrp="1"/>
          </p:cNvSpPr>
          <p:nvPr>
            <p:ph type="body" sz="quarter" idx="40" hasCustomPrompt="1"/>
          </p:nvPr>
        </p:nvSpPr>
        <p:spPr>
          <a:xfrm>
            <a:off x="2157413" y="1358901"/>
            <a:ext cx="2948682" cy="359817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00" b="1">
                <a:solidFill>
                  <a:schemeClr val="tx1">
                    <a:lumMod val="75000"/>
                    <a:lumOff val="25000"/>
                  </a:schemeClr>
                </a:solidFill>
                <a:latin typeface="Lato Light"/>
                <a:cs typeface="Lato Light"/>
              </a:defRPr>
            </a:lvl1pPr>
          </a:lstStyle>
          <a:p>
            <a:pPr lvl="0"/>
            <a:r>
              <a:rPr lang="es-ES_tradnl" dirty="0" err="1"/>
              <a:t>About</a:t>
            </a:r>
            <a:r>
              <a:rPr lang="es-ES_tradnl" dirty="0"/>
              <a:t> Bryan</a:t>
            </a:r>
          </a:p>
        </p:txBody>
      </p:sp>
      <p:sp>
        <p:nvSpPr>
          <p:cNvPr id="63" name="Text Placeholder 7"/>
          <p:cNvSpPr>
            <a:spLocks noGrp="1"/>
          </p:cNvSpPr>
          <p:nvPr>
            <p:ph type="body" sz="quarter" idx="41" hasCustomPrompt="1"/>
          </p:nvPr>
        </p:nvSpPr>
        <p:spPr>
          <a:xfrm>
            <a:off x="2157412" y="1760733"/>
            <a:ext cx="2948683" cy="190376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accent3"/>
                </a:solidFill>
                <a:latin typeface="Lato Light"/>
                <a:cs typeface="Lato Light"/>
              </a:defRPr>
            </a:lvl1pPr>
          </a:lstStyle>
          <a:p>
            <a:pPr lvl="0"/>
            <a:r>
              <a:rPr lang="es-ES_tradnl" dirty="0" err="1"/>
              <a:t>Subtitle</a:t>
            </a:r>
            <a:r>
              <a:rPr lang="es-ES_tradnl" dirty="0"/>
              <a:t> </a:t>
            </a:r>
            <a:r>
              <a:rPr lang="es-ES_tradnl" dirty="0" err="1"/>
              <a:t>Example</a:t>
            </a:r>
            <a:r>
              <a:rPr lang="es-ES_tradnl" dirty="0"/>
              <a:t> </a:t>
            </a:r>
            <a:r>
              <a:rPr lang="es-ES_tradnl" dirty="0" err="1"/>
              <a:t>Here</a:t>
            </a:r>
            <a:endParaRPr lang="es-ES_tradnl" dirty="0"/>
          </a:p>
        </p:txBody>
      </p:sp>
      <p:sp>
        <p:nvSpPr>
          <p:cNvPr id="69" name="Text Placeholder 2"/>
          <p:cNvSpPr>
            <a:spLocks noGrp="1"/>
          </p:cNvSpPr>
          <p:nvPr>
            <p:ph type="body" sz="quarter" idx="42" hasCustomPrompt="1"/>
          </p:nvPr>
        </p:nvSpPr>
        <p:spPr>
          <a:xfrm>
            <a:off x="2172758" y="2036545"/>
            <a:ext cx="2932641" cy="2309822"/>
          </a:xfrm>
          <a:prstGeom prst="rect">
            <a:avLst/>
          </a:prstGeom>
        </p:spPr>
        <p:txBody>
          <a:bodyPr vert="horz" lIns="0" tIns="0" rIns="0" bIns="0"/>
          <a:lstStyle>
            <a:lvl1pPr marL="0" marR="0" indent="0" algn="just" defTabSz="405037" rtl="0" eaLnBrk="1" fontAlgn="auto" latinLnBrk="0" hangingPunct="1">
              <a:lnSpc>
                <a:spcPct val="13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900">
                <a:solidFill>
                  <a:schemeClr val="tx1">
                    <a:lumMod val="50000"/>
                    <a:lumOff val="50000"/>
                  </a:schemeClr>
                </a:solidFill>
                <a:latin typeface="Lato Regular"/>
                <a:cs typeface="Lato Regular"/>
              </a:defRPr>
            </a:lvl1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tortor</a:t>
            </a:r>
            <a:r>
              <a:rPr lang="en-US" dirty="0"/>
              <a:t>, </a:t>
            </a:r>
            <a:r>
              <a:rPr lang="en-US" dirty="0" err="1"/>
              <a:t>mattis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dapibus</a:t>
            </a:r>
            <a:r>
              <a:rPr lang="en-US" dirty="0"/>
              <a:t> vitae, </a:t>
            </a:r>
            <a:r>
              <a:rPr lang="en-US" dirty="0" err="1"/>
              <a:t>euismod</a:t>
            </a:r>
            <a:r>
              <a:rPr lang="en-US" dirty="0"/>
              <a:t>  </a:t>
            </a:r>
            <a:r>
              <a:rPr lang="en-US" dirty="0" err="1"/>
              <a:t>purus</a:t>
            </a:r>
            <a:r>
              <a:rPr lang="en-US" dirty="0"/>
              <a:t>. Maecenas </a:t>
            </a:r>
            <a:r>
              <a:rPr lang="en-US" dirty="0" err="1"/>
              <a:t>ut</a:t>
            </a:r>
            <a:r>
              <a:rPr lang="en-US" dirty="0"/>
              <a:t> lacus </a:t>
            </a:r>
            <a:r>
              <a:rPr lang="en-US" dirty="0" err="1"/>
              <a:t>nec</a:t>
            </a:r>
            <a:r>
              <a:rPr lang="en-US" dirty="0"/>
              <a:t> </a:t>
            </a:r>
            <a:r>
              <a:rPr lang="en-US" dirty="0" err="1"/>
              <a:t>mauris</a:t>
            </a:r>
            <a:r>
              <a:rPr lang="en-US" dirty="0"/>
              <a:t> </a:t>
            </a:r>
            <a:r>
              <a:rPr lang="en-US" dirty="0" err="1"/>
              <a:t>feugiat</a:t>
            </a:r>
            <a:r>
              <a:rPr lang="en-US" dirty="0"/>
              <a:t> </a:t>
            </a:r>
            <a:r>
              <a:rPr lang="en-US" dirty="0" err="1"/>
              <a:t>tristique</a:t>
            </a:r>
            <a:r>
              <a:rPr lang="en-US" dirty="0"/>
              <a:t> et in </a:t>
            </a:r>
            <a:r>
              <a:rPr lang="en-US" dirty="0" err="1"/>
              <a:t>metus</a:t>
            </a:r>
            <a:r>
              <a:rPr lang="en-US" dirty="0"/>
              <a:t>. </a:t>
            </a:r>
          </a:p>
          <a:p>
            <a:pPr lvl="0"/>
            <a:r>
              <a:rPr lang="en-US" dirty="0" err="1"/>
              <a:t>Duis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 </a:t>
            </a:r>
            <a:r>
              <a:rPr lang="en-US" dirty="0" err="1"/>
              <a:t>eros</a:t>
            </a:r>
            <a:r>
              <a:rPr lang="en-US" dirty="0"/>
              <a:t> </a:t>
            </a:r>
            <a:r>
              <a:rPr lang="en-US" dirty="0" err="1"/>
              <a:t>vel</a:t>
            </a:r>
            <a:r>
              <a:rPr lang="en-US" dirty="0"/>
              <a:t> </a:t>
            </a:r>
            <a:r>
              <a:rPr lang="en-US" dirty="0" err="1"/>
              <a:t>lectus</a:t>
            </a:r>
            <a:r>
              <a:rPr lang="en-US" dirty="0"/>
              <a:t> semper semper. </a:t>
            </a:r>
            <a:r>
              <a:rPr lang="en-US" dirty="0" err="1"/>
              <a:t>Nullam</a:t>
            </a:r>
            <a:r>
              <a:rPr lang="en-US" dirty="0"/>
              <a:t> </a:t>
            </a:r>
            <a:r>
              <a:rPr lang="en-US" dirty="0" err="1"/>
              <a:t>fus</a:t>
            </a:r>
            <a:r>
              <a:rPr lang="en-US" dirty="0"/>
              <a:t> </a:t>
            </a:r>
            <a:r>
              <a:rPr lang="en-US" dirty="0" err="1"/>
              <a:t>nisl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ligula </a:t>
            </a:r>
            <a:r>
              <a:rPr lang="en-US" dirty="0" err="1"/>
              <a:t>vestibulum</a:t>
            </a:r>
            <a:r>
              <a:rPr lang="en-US" dirty="0"/>
              <a:t>, </a:t>
            </a:r>
            <a:r>
              <a:rPr lang="en-US" dirty="0" err="1"/>
              <a:t>ut</a:t>
            </a:r>
            <a:r>
              <a:rPr lang="en-US" dirty="0"/>
              <a:t> semper ex </a:t>
            </a:r>
            <a:r>
              <a:rPr lang="en-US" dirty="0" err="1"/>
              <a:t>suscipit</a:t>
            </a:r>
            <a:r>
              <a:rPr lang="en-US" dirty="0"/>
              <a:t> </a:t>
            </a:r>
            <a:r>
              <a:rPr lang="en-US" dirty="0" err="1"/>
              <a:t>fringillascipit</a:t>
            </a:r>
            <a:r>
              <a:rPr lang="en-US" dirty="0"/>
              <a:t> </a:t>
            </a:r>
            <a:r>
              <a:rPr lang="en-US" dirty="0" err="1"/>
              <a:t>cursus</a:t>
            </a:r>
            <a:r>
              <a:rPr lang="en-US" dirty="0"/>
              <a:t>. </a:t>
            </a:r>
            <a:r>
              <a:rPr lang="en-US" dirty="0" err="1"/>
              <a:t>Aenean</a:t>
            </a:r>
            <a:r>
              <a:rPr lang="en-US" dirty="0"/>
              <a:t> </a:t>
            </a:r>
            <a:r>
              <a:rPr lang="en-US" dirty="0" err="1"/>
              <a:t>accumsan</a:t>
            </a:r>
            <a:r>
              <a:rPr lang="en-US" dirty="0"/>
              <a:t> </a:t>
            </a:r>
            <a:r>
              <a:rPr lang="en-US" dirty="0" err="1"/>
              <a:t>malesuada</a:t>
            </a:r>
            <a:r>
              <a:rPr lang="en-US" dirty="0"/>
              <a:t> </a:t>
            </a:r>
            <a:r>
              <a:rPr lang="en-US" dirty="0" err="1"/>
              <a:t>hendrerit</a:t>
            </a:r>
            <a:r>
              <a:rPr lang="en-US" dirty="0"/>
              <a:t>. </a:t>
            </a:r>
            <a:r>
              <a:rPr lang="en-US" dirty="0" err="1"/>
              <a:t>Morbi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dolor ante. </a:t>
            </a:r>
            <a:r>
              <a:rPr lang="en-US" dirty="0" err="1"/>
              <a:t>Duis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viverra</a:t>
            </a:r>
            <a:r>
              <a:rPr lang="en-US" dirty="0"/>
              <a:t> </a:t>
            </a:r>
            <a:r>
              <a:rPr lang="en-US" dirty="0" err="1"/>
              <a:t>urna</a:t>
            </a:r>
            <a:r>
              <a:rPr lang="en-US" dirty="0"/>
              <a:t>, in </a:t>
            </a:r>
            <a:r>
              <a:rPr lang="en-US" dirty="0" err="1"/>
              <a:t>ultricies</a:t>
            </a:r>
            <a:r>
              <a:rPr lang="en-US" dirty="0"/>
              <a:t> diam. </a:t>
            </a:r>
          </a:p>
          <a:p>
            <a:pPr marL="0" marR="0" lvl="0" indent="0" algn="just" defTabSz="405037" rtl="0" eaLnBrk="1" fontAlgn="auto" latinLnBrk="0" hangingPunct="1">
              <a:lnSpc>
                <a:spcPct val="13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tortor</a:t>
            </a:r>
            <a:r>
              <a:rPr lang="en-US" dirty="0"/>
              <a:t>, </a:t>
            </a:r>
            <a:r>
              <a:rPr lang="en-US" dirty="0" err="1"/>
              <a:t>mattis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dapibus</a:t>
            </a:r>
            <a:r>
              <a:rPr lang="en-US" dirty="0"/>
              <a:t> vitae, </a:t>
            </a:r>
            <a:r>
              <a:rPr lang="en-US" dirty="0" err="1"/>
              <a:t>euismod</a:t>
            </a:r>
            <a:r>
              <a:rPr lang="en-US" dirty="0"/>
              <a:t> non </a:t>
            </a:r>
            <a:r>
              <a:rPr lang="en-US" dirty="0" err="1"/>
              <a:t>purus</a:t>
            </a:r>
            <a:r>
              <a:rPr lang="en-US" dirty="0"/>
              <a:t>. Maecenas </a:t>
            </a:r>
            <a:r>
              <a:rPr lang="en-US" dirty="0" err="1"/>
              <a:t>ut</a:t>
            </a:r>
            <a:r>
              <a:rPr lang="en-US" dirty="0"/>
              <a:t> lacus </a:t>
            </a:r>
            <a:r>
              <a:rPr lang="en-US" dirty="0" err="1"/>
              <a:t>nec</a:t>
            </a:r>
            <a:r>
              <a:rPr lang="en-US" dirty="0"/>
              <a:t> </a:t>
            </a:r>
            <a:r>
              <a:rPr lang="en-US" dirty="0" err="1"/>
              <a:t>mauris</a:t>
            </a:r>
            <a:r>
              <a:rPr lang="en-US" dirty="0"/>
              <a:t> </a:t>
            </a:r>
            <a:r>
              <a:rPr lang="en-US" dirty="0" err="1"/>
              <a:t>feugiat</a:t>
            </a:r>
            <a:r>
              <a:rPr lang="en-US" dirty="0"/>
              <a:t> </a:t>
            </a:r>
            <a:r>
              <a:rPr lang="en-US" dirty="0" err="1"/>
              <a:t>tristique</a:t>
            </a:r>
            <a:r>
              <a:rPr lang="en-US" dirty="0"/>
              <a:t> et in </a:t>
            </a:r>
            <a:r>
              <a:rPr lang="en-US" dirty="0" err="1"/>
              <a:t>metus</a:t>
            </a:r>
            <a:r>
              <a:rPr lang="en-US" dirty="0"/>
              <a:t>. </a:t>
            </a:r>
          </a:p>
          <a:p>
            <a:pPr lvl="0"/>
            <a:endParaRPr lang="en-US" dirty="0"/>
          </a:p>
        </p:txBody>
      </p:sp>
      <p:sp>
        <p:nvSpPr>
          <p:cNvPr id="70" name="Text Placeholder 7"/>
          <p:cNvSpPr>
            <a:spLocks noGrp="1"/>
          </p:cNvSpPr>
          <p:nvPr>
            <p:ph type="body" sz="quarter" idx="43" hasCustomPrompt="1"/>
          </p:nvPr>
        </p:nvSpPr>
        <p:spPr>
          <a:xfrm>
            <a:off x="5733356" y="1358901"/>
            <a:ext cx="2948682" cy="359817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00" b="1">
                <a:solidFill>
                  <a:schemeClr val="tx1">
                    <a:lumMod val="75000"/>
                    <a:lumOff val="25000"/>
                  </a:schemeClr>
                </a:solidFill>
                <a:latin typeface="Lato Light"/>
                <a:cs typeface="Lato Light"/>
              </a:defRPr>
            </a:lvl1pPr>
          </a:lstStyle>
          <a:p>
            <a:pPr lvl="0"/>
            <a:r>
              <a:rPr lang="es-ES_tradnl" dirty="0" err="1"/>
              <a:t>Skills</a:t>
            </a:r>
            <a:endParaRPr lang="es-ES_tradnl" dirty="0"/>
          </a:p>
        </p:txBody>
      </p:sp>
      <p:sp>
        <p:nvSpPr>
          <p:cNvPr id="71" name="Rectangle 70"/>
          <p:cNvSpPr/>
          <p:nvPr userDrawn="1"/>
        </p:nvSpPr>
        <p:spPr>
          <a:xfrm>
            <a:off x="5733356" y="2231278"/>
            <a:ext cx="2948682" cy="179999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2" name="Rectangle 71"/>
          <p:cNvSpPr/>
          <p:nvPr userDrawn="1"/>
        </p:nvSpPr>
        <p:spPr>
          <a:xfrm>
            <a:off x="5733356" y="2834136"/>
            <a:ext cx="2948682" cy="179999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3" name="Rectangle 72"/>
          <p:cNvSpPr/>
          <p:nvPr userDrawn="1"/>
        </p:nvSpPr>
        <p:spPr>
          <a:xfrm>
            <a:off x="5733356" y="3445043"/>
            <a:ext cx="2948682" cy="179999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4" name="Rectangle 73"/>
          <p:cNvSpPr/>
          <p:nvPr userDrawn="1"/>
        </p:nvSpPr>
        <p:spPr>
          <a:xfrm>
            <a:off x="5733356" y="4092367"/>
            <a:ext cx="2948682" cy="179999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5" name="Text Placeholder 7"/>
          <p:cNvSpPr>
            <a:spLocks noGrp="1"/>
          </p:cNvSpPr>
          <p:nvPr>
            <p:ph type="body" sz="quarter" idx="44" hasCustomPrompt="1"/>
          </p:nvPr>
        </p:nvSpPr>
        <p:spPr>
          <a:xfrm>
            <a:off x="5733355" y="1951109"/>
            <a:ext cx="1467545" cy="190376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>
                    <a:lumMod val="65000"/>
                    <a:lumOff val="35000"/>
                  </a:schemeClr>
                </a:solidFill>
                <a:latin typeface="Lato Light"/>
                <a:cs typeface="Lato Light"/>
              </a:defRPr>
            </a:lvl1pPr>
          </a:lstStyle>
          <a:p>
            <a:pPr lvl="0"/>
            <a:r>
              <a:rPr lang="es-ES_tradnl" dirty="0" err="1"/>
              <a:t>Photoshop</a:t>
            </a:r>
            <a:endParaRPr lang="es-ES_tradnl" dirty="0"/>
          </a:p>
        </p:txBody>
      </p:sp>
      <p:sp>
        <p:nvSpPr>
          <p:cNvPr id="76" name="Text Placeholder 7"/>
          <p:cNvSpPr>
            <a:spLocks noGrp="1"/>
          </p:cNvSpPr>
          <p:nvPr>
            <p:ph type="body" sz="quarter" idx="45" hasCustomPrompt="1"/>
          </p:nvPr>
        </p:nvSpPr>
        <p:spPr>
          <a:xfrm>
            <a:off x="5733355" y="2568222"/>
            <a:ext cx="1467545" cy="190376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>
                    <a:lumMod val="65000"/>
                    <a:lumOff val="35000"/>
                  </a:schemeClr>
                </a:solidFill>
                <a:latin typeface="Lato Light"/>
                <a:cs typeface="Lato Light"/>
              </a:defRPr>
            </a:lvl1pPr>
          </a:lstStyle>
          <a:p>
            <a:pPr lvl="0"/>
            <a:r>
              <a:rPr lang="es-ES_tradnl" dirty="0" err="1"/>
              <a:t>Illustrator</a:t>
            </a:r>
            <a:endParaRPr lang="es-ES_tradnl" dirty="0"/>
          </a:p>
        </p:txBody>
      </p:sp>
      <p:sp>
        <p:nvSpPr>
          <p:cNvPr id="77" name="Text Placeholder 7"/>
          <p:cNvSpPr>
            <a:spLocks noGrp="1"/>
          </p:cNvSpPr>
          <p:nvPr>
            <p:ph type="body" sz="quarter" idx="46" hasCustomPrompt="1"/>
          </p:nvPr>
        </p:nvSpPr>
        <p:spPr>
          <a:xfrm>
            <a:off x="5733355" y="3168589"/>
            <a:ext cx="1467545" cy="190376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>
                    <a:lumMod val="65000"/>
                    <a:lumOff val="35000"/>
                  </a:schemeClr>
                </a:solidFill>
                <a:latin typeface="Lato Light"/>
                <a:cs typeface="Lato Light"/>
              </a:defRPr>
            </a:lvl1pPr>
          </a:lstStyle>
          <a:p>
            <a:pPr lvl="0"/>
            <a:r>
              <a:rPr lang="es-ES_tradnl" dirty="0" err="1"/>
              <a:t>InDesign</a:t>
            </a:r>
            <a:endParaRPr lang="es-ES_tradnl" dirty="0"/>
          </a:p>
        </p:txBody>
      </p:sp>
      <p:sp>
        <p:nvSpPr>
          <p:cNvPr id="78" name="Text Placeholder 7"/>
          <p:cNvSpPr>
            <a:spLocks noGrp="1"/>
          </p:cNvSpPr>
          <p:nvPr>
            <p:ph type="body" sz="quarter" idx="47" hasCustomPrompt="1"/>
          </p:nvPr>
        </p:nvSpPr>
        <p:spPr>
          <a:xfrm>
            <a:off x="5733355" y="3816289"/>
            <a:ext cx="1467545" cy="190376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baseline="0">
                <a:solidFill>
                  <a:schemeClr val="tx1">
                    <a:lumMod val="65000"/>
                    <a:lumOff val="35000"/>
                  </a:schemeClr>
                </a:solidFill>
                <a:latin typeface="Lato Light"/>
                <a:cs typeface="Lato Light"/>
              </a:defRPr>
            </a:lvl1pPr>
          </a:lstStyle>
          <a:p>
            <a:pPr lvl="0"/>
            <a:r>
              <a:rPr lang="es-ES_tradnl" dirty="0"/>
              <a:t>Muse</a:t>
            </a:r>
          </a:p>
        </p:txBody>
      </p:sp>
      <p:cxnSp>
        <p:nvCxnSpPr>
          <p:cNvPr id="22" name="Straight Connector 21"/>
          <p:cNvCxnSpPr/>
          <p:nvPr userDrawn="1"/>
        </p:nvCxnSpPr>
        <p:spPr>
          <a:xfrm>
            <a:off x="5410200" y="1358901"/>
            <a:ext cx="0" cy="2989665"/>
          </a:xfrm>
          <a:prstGeom prst="line">
            <a:avLst/>
          </a:prstGeom>
          <a:ln w="3175" cmpd="sng">
            <a:solidFill>
              <a:schemeClr val="bg1">
                <a:lumMod val="85000"/>
              </a:schemeClr>
            </a:solidFill>
            <a:prstDash val="dash"/>
            <a:headEnd type="none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425051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4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700"/>
                            </p:stCondLst>
                            <p:childTnLst>
                              <p:par>
                                <p:cTn id="1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53" presetClass="entr" presetSubtype="16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400" fill="hold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400" fill="hold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3800"/>
                            </p:stCondLst>
                            <p:childTnLst>
                              <p:par>
                                <p:cTn id="4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300" fill="hold"/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300" fill="hold"/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300"/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00"/>
                                        <p:tgtEl>
                                          <p:spTgt spid="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400" fill="hold"/>
                                        <p:tgtEl>
                                          <p:spTgt spid="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400" fill="hold"/>
                                        <p:tgtEl>
                                          <p:spTgt spid="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6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6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400"/>
                                        <p:tgtEl>
                                          <p:spTgt spid="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9" dur="400" fill="hold"/>
                                        <p:tgtEl>
                                          <p:spTgt spid="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400" fill="hold"/>
                                        <p:tgtEl>
                                          <p:spTgt spid="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22" presetClass="entr" presetSubtype="8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22" presetClass="entr" presetSubtype="8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22" presetClass="entr" presetSubtype="8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22" presetClass="entr" presetSubtype="8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1" dur="500" fill="hold"/>
                                        <p:tgtEl>
                                          <p:spTgt spid="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7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6" dur="500" fill="hold"/>
                                        <p:tgtEl>
                                          <p:spTgt spid="7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500" fill="hold"/>
                                        <p:tgtEl>
                                          <p:spTgt spid="7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8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1" dur="500" fill="hold"/>
                                        <p:tgtEl>
                                          <p:spTgt spid="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500" fill="hold"/>
                                        <p:tgtEl>
                                          <p:spTgt spid="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400"/>
                        <p:tgtEl>
                          <p:spTgt spid="8"/>
                        </p:tgtEl>
                      </p:cBhvr>
                    </p:animEffect>
                    <p:anim calcmode="lin" valueType="num">
                      <p:cBhvr>
                        <p:cTn dur="400" fill="hold"/>
                        <p:tgtEl>
                          <p:spTgt spid="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400" fill="hold"/>
                        <p:tgtEl>
                          <p:spTgt spid="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9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9"/>
                        </p:tgtEl>
                      </p:cBhvr>
                    </p:animEffect>
                    <p:anim calcmode="lin" valueType="num">
                      <p:cBhvr>
                        <p:cTn dur="500" fill="hold"/>
                        <p:tgtEl>
                          <p:spTgt spid="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3" grpId="0"/>
      <p:bldP spid="3" grpId="0" animBg="1"/>
      <p:bldP spid="34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400"/>
                        <p:tgtEl>
                          <p:spTgt spid="34"/>
                        </p:tgtEl>
                      </p:cBhvr>
                    </p:animEffect>
                    <p:anim calcmode="lin" valueType="num">
                      <p:cBhvr>
                        <p:cTn dur="400" fill="hold"/>
                        <p:tgtEl>
                          <p:spTgt spid="34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400" fill="hold"/>
                        <p:tgtEl>
                          <p:spTgt spid="34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5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5"/>
                        </p:tgtEl>
                      </p:cBhvr>
                    </p:animEffect>
                    <p:anim calcmode="lin" valueType="num">
                      <p:cBhvr>
                        <p:cTn dur="500" fill="hold"/>
                        <p:tgtEl>
                          <p:spTgt spid="3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3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6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8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7" grpId="0" build="p">
        <p:tmplLst>
          <p:tmpl lvl="1">
            <p:tnLst>
              <p:par>
                <p:cTn presetID="53" presetClass="entr" presetSubtype="16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300" fill="hold"/>
                        <p:tgtEl>
                          <p:spTgt spid="37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300" fill="hold"/>
                        <p:tgtEl>
                          <p:spTgt spid="37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300"/>
                        <p:tgtEl>
                          <p:spTgt spid="3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62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400"/>
                        <p:tgtEl>
                          <p:spTgt spid="62"/>
                        </p:tgtEl>
                      </p:cBhvr>
                    </p:animEffect>
                    <p:anim calcmode="lin" valueType="num">
                      <p:cBhvr>
                        <p:cTn dur="400" fill="hold"/>
                        <p:tgtEl>
                          <p:spTgt spid="6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400" fill="hold"/>
                        <p:tgtEl>
                          <p:spTgt spid="6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63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63"/>
                        </p:tgtEl>
                      </p:cBhvr>
                    </p:animEffect>
                    <p:anim calcmode="lin" valueType="num">
                      <p:cBhvr>
                        <p:cTn dur="500" fill="hold"/>
                        <p:tgtEl>
                          <p:spTgt spid="6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6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69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8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6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70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400"/>
                        <p:tgtEl>
                          <p:spTgt spid="70"/>
                        </p:tgtEl>
                      </p:cBhvr>
                    </p:animEffect>
                    <p:anim calcmode="lin" valueType="num">
                      <p:cBhvr>
                        <p:cTn dur="400" fill="hold"/>
                        <p:tgtEl>
                          <p:spTgt spid="70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400" fill="hold"/>
                        <p:tgtEl>
                          <p:spTgt spid="70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71" grpId="0" animBg="1"/>
      <p:bldP spid="72" grpId="0" animBg="1"/>
      <p:bldP spid="73" grpId="0" animBg="1"/>
      <p:bldP spid="74" grpId="0" animBg="1"/>
      <p:bldP spid="75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75"/>
                        </p:tgtEl>
                      </p:cBhvr>
                    </p:animEffect>
                    <p:anim calcmode="lin" valueType="num">
                      <p:cBhvr>
                        <p:cTn dur="500" fill="hold"/>
                        <p:tgtEl>
                          <p:spTgt spid="7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7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76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76"/>
                        </p:tgtEl>
                      </p:cBhvr>
                    </p:animEffect>
                    <p:anim calcmode="lin" valueType="num">
                      <p:cBhvr>
                        <p:cTn dur="500" fill="hold"/>
                        <p:tgtEl>
                          <p:spTgt spid="7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7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77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77"/>
                        </p:tgtEl>
                      </p:cBhvr>
                    </p:animEffect>
                    <p:anim calcmode="lin" valueType="num">
                      <p:cBhvr>
                        <p:cTn dur="500" fill="hold"/>
                        <p:tgtEl>
                          <p:spTgt spid="7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7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78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78"/>
                        </p:tgtEl>
                      </p:cBhvr>
                    </p:animEffect>
                    <p:anim calcmode="lin" valueType="num">
                      <p:cBhvr>
                        <p:cTn dur="500" fill="hold"/>
                        <p:tgtEl>
                          <p:spTgt spid="7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7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member zoom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/>
          <p:cNvSpPr>
            <a:spLocks noGrp="1"/>
          </p:cNvSpPr>
          <p:nvPr>
            <p:ph type="body" sz="quarter" idx="10" hasCustomPrompt="1"/>
          </p:nvPr>
        </p:nvSpPr>
        <p:spPr>
          <a:xfrm>
            <a:off x="452438" y="270483"/>
            <a:ext cx="8229600" cy="359817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500" b="1">
                <a:solidFill>
                  <a:schemeClr val="tx1">
                    <a:lumMod val="75000"/>
                    <a:lumOff val="25000"/>
                  </a:schemeClr>
                </a:solidFill>
                <a:latin typeface="Lato Light"/>
                <a:cs typeface="Lato Light"/>
              </a:defRPr>
            </a:lvl1pPr>
          </a:lstStyle>
          <a:p>
            <a:pPr lvl="0"/>
            <a:r>
              <a:rPr lang="es-ES_tradnl" dirty="0"/>
              <a:t>Text </a:t>
            </a:r>
            <a:r>
              <a:rPr lang="es-ES_tradnl" dirty="0" err="1"/>
              <a:t>example</a:t>
            </a:r>
            <a:endParaRPr lang="es-ES_tradnl" dirty="0"/>
          </a:p>
        </p:txBody>
      </p:sp>
      <p:sp>
        <p:nvSpPr>
          <p:cNvPr id="9" name="Text Placeholder 7"/>
          <p:cNvSpPr>
            <a:spLocks noGrp="1"/>
          </p:cNvSpPr>
          <p:nvPr>
            <p:ph type="body" sz="quarter" idx="11" hasCustomPrompt="1"/>
          </p:nvPr>
        </p:nvSpPr>
        <p:spPr>
          <a:xfrm>
            <a:off x="452438" y="689252"/>
            <a:ext cx="8229600" cy="190376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accent3"/>
                </a:solidFill>
                <a:latin typeface="Lato Light"/>
                <a:cs typeface="Lato Light"/>
              </a:defRPr>
            </a:lvl1pPr>
          </a:lstStyle>
          <a:p>
            <a:pPr lvl="0"/>
            <a:r>
              <a:rPr lang="es-ES_tradnl" dirty="0" err="1"/>
              <a:t>Subtitle</a:t>
            </a:r>
            <a:r>
              <a:rPr lang="es-ES_tradnl" dirty="0"/>
              <a:t> </a:t>
            </a:r>
            <a:r>
              <a:rPr lang="es-ES_tradnl" dirty="0" err="1"/>
              <a:t>Example</a:t>
            </a:r>
            <a:endParaRPr lang="es-ES_tradnl" dirty="0"/>
          </a:p>
        </p:txBody>
      </p:sp>
      <p:sp>
        <p:nvSpPr>
          <p:cNvPr id="33" name="Picture Placeholder 2"/>
          <p:cNvSpPr>
            <a:spLocks noGrp="1"/>
          </p:cNvSpPr>
          <p:nvPr>
            <p:ph type="pic" sz="quarter" idx="17"/>
          </p:nvPr>
        </p:nvSpPr>
        <p:spPr>
          <a:xfrm>
            <a:off x="427038" y="1143000"/>
            <a:ext cx="3268661" cy="4686299"/>
          </a:xfrm>
          <a:prstGeom prst="rect">
            <a:avLst/>
          </a:prstGeom>
          <a:effectLst/>
        </p:spPr>
        <p:txBody>
          <a:bodyPr vert="horz" lIns="95057" tIns="47529" rIns="95057" bIns="47529"/>
          <a:lstStyle>
            <a:lvl1pPr marL="0" indent="0" algn="ctr">
              <a:buNone/>
              <a:defRPr sz="900">
                <a:solidFill>
                  <a:srgbClr val="7F7F7F"/>
                </a:solidFill>
                <a:latin typeface="Lato Regular"/>
                <a:cs typeface="Lato Regular"/>
              </a:defRPr>
            </a:lvl1pPr>
          </a:lstStyle>
          <a:p>
            <a:endParaRPr lang="en-US" dirty="0"/>
          </a:p>
        </p:txBody>
      </p:sp>
      <p:sp>
        <p:nvSpPr>
          <p:cNvPr id="62" name="Text Placeholder 7"/>
          <p:cNvSpPr>
            <a:spLocks noGrp="1"/>
          </p:cNvSpPr>
          <p:nvPr>
            <p:ph type="body" sz="quarter" idx="40" hasCustomPrompt="1"/>
          </p:nvPr>
        </p:nvSpPr>
        <p:spPr>
          <a:xfrm>
            <a:off x="4267200" y="3680159"/>
            <a:ext cx="4398796" cy="359817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00" b="1">
                <a:solidFill>
                  <a:schemeClr val="tx1">
                    <a:lumMod val="75000"/>
                    <a:lumOff val="25000"/>
                  </a:schemeClr>
                </a:solidFill>
                <a:latin typeface="Lato Light"/>
                <a:cs typeface="Lato Light"/>
              </a:defRPr>
            </a:lvl1pPr>
          </a:lstStyle>
          <a:p>
            <a:pPr lvl="0"/>
            <a:r>
              <a:rPr lang="es-ES_tradnl" dirty="0" err="1"/>
              <a:t>About</a:t>
            </a:r>
            <a:r>
              <a:rPr lang="es-ES_tradnl" dirty="0"/>
              <a:t> Bryan</a:t>
            </a:r>
          </a:p>
        </p:txBody>
      </p:sp>
      <p:sp>
        <p:nvSpPr>
          <p:cNvPr id="63" name="Text Placeholder 7"/>
          <p:cNvSpPr>
            <a:spLocks noGrp="1"/>
          </p:cNvSpPr>
          <p:nvPr>
            <p:ph type="body" sz="quarter" idx="41" hasCustomPrompt="1"/>
          </p:nvPr>
        </p:nvSpPr>
        <p:spPr>
          <a:xfrm>
            <a:off x="4267201" y="4081991"/>
            <a:ext cx="4398798" cy="190376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accent3"/>
                </a:solidFill>
                <a:latin typeface="Lato Light"/>
                <a:cs typeface="Lato Light"/>
              </a:defRPr>
            </a:lvl1pPr>
          </a:lstStyle>
          <a:p>
            <a:pPr lvl="0"/>
            <a:r>
              <a:rPr lang="es-ES_tradnl" dirty="0" err="1"/>
              <a:t>Subtitle</a:t>
            </a:r>
            <a:r>
              <a:rPr lang="es-ES_tradnl" dirty="0"/>
              <a:t> </a:t>
            </a:r>
            <a:r>
              <a:rPr lang="es-ES_tradnl" dirty="0" err="1"/>
              <a:t>Example</a:t>
            </a:r>
            <a:r>
              <a:rPr lang="es-ES_tradnl" dirty="0"/>
              <a:t> </a:t>
            </a:r>
            <a:r>
              <a:rPr lang="es-ES_tradnl" dirty="0" err="1"/>
              <a:t>Here</a:t>
            </a:r>
            <a:endParaRPr lang="es-ES_tradnl" dirty="0"/>
          </a:p>
        </p:txBody>
      </p:sp>
      <p:sp>
        <p:nvSpPr>
          <p:cNvPr id="69" name="Text Placeholder 2"/>
          <p:cNvSpPr>
            <a:spLocks noGrp="1"/>
          </p:cNvSpPr>
          <p:nvPr>
            <p:ph type="body" sz="quarter" idx="42" hasCustomPrompt="1"/>
          </p:nvPr>
        </p:nvSpPr>
        <p:spPr>
          <a:xfrm>
            <a:off x="4267199" y="4272366"/>
            <a:ext cx="4398797" cy="1061634"/>
          </a:xfrm>
          <a:prstGeom prst="rect">
            <a:avLst/>
          </a:prstGeom>
        </p:spPr>
        <p:txBody>
          <a:bodyPr vert="horz" lIns="0" tIns="0" rIns="0" bIns="0"/>
          <a:lstStyle>
            <a:lvl1pPr marL="0" marR="0" indent="0" algn="just" defTabSz="405037" rtl="0" eaLnBrk="1" fontAlgn="auto" latinLnBrk="0" hangingPunct="1">
              <a:lnSpc>
                <a:spcPct val="13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900">
                <a:solidFill>
                  <a:schemeClr val="tx1">
                    <a:lumMod val="50000"/>
                    <a:lumOff val="50000"/>
                  </a:schemeClr>
                </a:solidFill>
                <a:latin typeface="Lato Regular"/>
                <a:cs typeface="Lato Regular"/>
              </a:defRPr>
            </a:lvl1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tortor</a:t>
            </a:r>
            <a:r>
              <a:rPr lang="en-US" dirty="0"/>
              <a:t>, </a:t>
            </a:r>
            <a:r>
              <a:rPr lang="en-US" dirty="0" err="1"/>
              <a:t>mattis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dapibus</a:t>
            </a:r>
            <a:r>
              <a:rPr lang="en-US" dirty="0"/>
              <a:t> vitae, </a:t>
            </a:r>
            <a:r>
              <a:rPr lang="en-US" dirty="0" err="1"/>
              <a:t>euismod</a:t>
            </a:r>
            <a:r>
              <a:rPr lang="en-US" dirty="0"/>
              <a:t>  </a:t>
            </a:r>
            <a:r>
              <a:rPr lang="en-US" dirty="0" err="1"/>
              <a:t>purus</a:t>
            </a:r>
            <a:r>
              <a:rPr lang="en-US" dirty="0"/>
              <a:t>. Maecenas </a:t>
            </a:r>
            <a:r>
              <a:rPr lang="en-US" dirty="0" err="1"/>
              <a:t>ut</a:t>
            </a:r>
            <a:r>
              <a:rPr lang="en-US" dirty="0"/>
              <a:t> lacus </a:t>
            </a:r>
            <a:r>
              <a:rPr lang="en-US" dirty="0" err="1"/>
              <a:t>nec</a:t>
            </a:r>
            <a:r>
              <a:rPr lang="en-US" dirty="0"/>
              <a:t> </a:t>
            </a:r>
            <a:r>
              <a:rPr lang="en-US" dirty="0" err="1"/>
              <a:t>mauris</a:t>
            </a:r>
            <a:r>
              <a:rPr lang="en-US" dirty="0"/>
              <a:t> </a:t>
            </a:r>
            <a:r>
              <a:rPr lang="en-US" dirty="0" err="1"/>
              <a:t>feugiat</a:t>
            </a:r>
            <a:r>
              <a:rPr lang="en-US" dirty="0"/>
              <a:t> </a:t>
            </a:r>
            <a:r>
              <a:rPr lang="en-US" dirty="0" err="1"/>
              <a:t>tristique</a:t>
            </a:r>
            <a:r>
              <a:rPr lang="en-US" dirty="0"/>
              <a:t> et in </a:t>
            </a:r>
            <a:r>
              <a:rPr lang="en-US" dirty="0" err="1"/>
              <a:t>metus</a:t>
            </a:r>
            <a:r>
              <a:rPr lang="en-US" dirty="0"/>
              <a:t>. </a:t>
            </a:r>
          </a:p>
          <a:p>
            <a:pPr lvl="0"/>
            <a:r>
              <a:rPr lang="en-US" dirty="0" err="1"/>
              <a:t>Duis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 </a:t>
            </a:r>
            <a:r>
              <a:rPr lang="en-US" dirty="0" err="1"/>
              <a:t>eros</a:t>
            </a:r>
            <a:r>
              <a:rPr lang="en-US" dirty="0"/>
              <a:t> </a:t>
            </a:r>
            <a:r>
              <a:rPr lang="en-US" dirty="0" err="1"/>
              <a:t>vel</a:t>
            </a:r>
            <a:r>
              <a:rPr lang="en-US" dirty="0"/>
              <a:t> </a:t>
            </a:r>
            <a:r>
              <a:rPr lang="en-US" dirty="0" err="1"/>
              <a:t>lectus</a:t>
            </a:r>
            <a:r>
              <a:rPr lang="en-US" dirty="0"/>
              <a:t> semper semper. </a:t>
            </a:r>
            <a:r>
              <a:rPr lang="en-US" dirty="0" err="1"/>
              <a:t>Nullam</a:t>
            </a:r>
            <a:r>
              <a:rPr lang="en-US" dirty="0"/>
              <a:t> </a:t>
            </a:r>
            <a:r>
              <a:rPr lang="en-US" dirty="0" err="1"/>
              <a:t>fus</a:t>
            </a:r>
            <a:r>
              <a:rPr lang="en-US" dirty="0"/>
              <a:t> </a:t>
            </a:r>
            <a:r>
              <a:rPr lang="en-US" dirty="0" err="1"/>
              <a:t>nisl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ligula </a:t>
            </a:r>
            <a:r>
              <a:rPr lang="en-US" dirty="0" err="1"/>
              <a:t>vestibulum</a:t>
            </a:r>
            <a:r>
              <a:rPr lang="en-US" dirty="0"/>
              <a:t>, </a:t>
            </a:r>
            <a:r>
              <a:rPr lang="en-US" dirty="0" err="1"/>
              <a:t>ut</a:t>
            </a:r>
            <a:r>
              <a:rPr lang="en-US" dirty="0"/>
              <a:t> semper ex </a:t>
            </a:r>
            <a:r>
              <a:rPr lang="en-US" dirty="0" err="1"/>
              <a:t>suscipit</a:t>
            </a:r>
            <a:r>
              <a:rPr lang="en-US" dirty="0"/>
              <a:t> </a:t>
            </a:r>
            <a:r>
              <a:rPr lang="en-US" dirty="0" err="1"/>
              <a:t>fringillascipit</a:t>
            </a:r>
            <a:r>
              <a:rPr lang="en-US" dirty="0"/>
              <a:t> </a:t>
            </a:r>
            <a:r>
              <a:rPr lang="en-US" dirty="0" err="1"/>
              <a:t>cursus</a:t>
            </a:r>
            <a:r>
              <a:rPr lang="en-US" dirty="0"/>
              <a:t>. </a:t>
            </a:r>
            <a:r>
              <a:rPr lang="en-US" dirty="0" err="1"/>
              <a:t>Aenean</a:t>
            </a:r>
            <a:r>
              <a:rPr lang="en-US" dirty="0"/>
              <a:t> </a:t>
            </a:r>
            <a:r>
              <a:rPr lang="en-US" dirty="0" err="1"/>
              <a:t>accumsan</a:t>
            </a:r>
            <a:r>
              <a:rPr lang="en-US" dirty="0"/>
              <a:t> </a:t>
            </a:r>
            <a:r>
              <a:rPr lang="en-US" dirty="0" err="1"/>
              <a:t>malesuada</a:t>
            </a:r>
            <a:r>
              <a:rPr lang="en-US" dirty="0"/>
              <a:t> </a:t>
            </a:r>
            <a:r>
              <a:rPr lang="en-US" dirty="0" err="1"/>
              <a:t>hendrerit</a:t>
            </a:r>
            <a:r>
              <a:rPr lang="en-US" dirty="0"/>
              <a:t>. </a:t>
            </a:r>
            <a:r>
              <a:rPr lang="en-US" dirty="0" err="1"/>
              <a:t>Morbi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dolor ante. </a:t>
            </a:r>
            <a:r>
              <a:rPr lang="en-US" dirty="0" err="1"/>
              <a:t>Duis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viverra</a:t>
            </a:r>
            <a:r>
              <a:rPr lang="en-US" dirty="0"/>
              <a:t> </a:t>
            </a:r>
            <a:r>
              <a:rPr lang="en-US" dirty="0" err="1"/>
              <a:t>urna</a:t>
            </a:r>
            <a:r>
              <a:rPr lang="en-US" dirty="0"/>
              <a:t>, in </a:t>
            </a:r>
            <a:r>
              <a:rPr lang="en-US" dirty="0" err="1"/>
              <a:t>ultricies</a:t>
            </a:r>
            <a:r>
              <a:rPr lang="en-US" dirty="0"/>
              <a:t> diam. </a:t>
            </a:r>
          </a:p>
        </p:txBody>
      </p:sp>
      <p:sp>
        <p:nvSpPr>
          <p:cNvPr id="70" name="Text Placeholder 7"/>
          <p:cNvSpPr>
            <a:spLocks noGrp="1"/>
          </p:cNvSpPr>
          <p:nvPr>
            <p:ph type="body" sz="quarter" idx="43" hasCustomPrompt="1"/>
          </p:nvPr>
        </p:nvSpPr>
        <p:spPr>
          <a:xfrm>
            <a:off x="4267202" y="1066801"/>
            <a:ext cx="4398961" cy="359817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00" b="1">
                <a:solidFill>
                  <a:schemeClr val="tx1">
                    <a:lumMod val="75000"/>
                    <a:lumOff val="25000"/>
                  </a:schemeClr>
                </a:solidFill>
                <a:latin typeface="Lato Light"/>
                <a:cs typeface="Lato Light"/>
              </a:defRPr>
            </a:lvl1pPr>
          </a:lstStyle>
          <a:p>
            <a:pPr lvl="0"/>
            <a:r>
              <a:rPr lang="es-ES_tradnl" dirty="0" err="1"/>
              <a:t>Skills</a:t>
            </a:r>
            <a:endParaRPr lang="es-ES_tradnl" dirty="0"/>
          </a:p>
        </p:txBody>
      </p:sp>
      <p:sp>
        <p:nvSpPr>
          <p:cNvPr id="71" name="Rectangle 70"/>
          <p:cNvSpPr/>
          <p:nvPr userDrawn="1"/>
        </p:nvSpPr>
        <p:spPr>
          <a:xfrm>
            <a:off x="4267202" y="1837578"/>
            <a:ext cx="2184398" cy="179999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2" name="Rectangle 71"/>
          <p:cNvSpPr/>
          <p:nvPr userDrawn="1"/>
        </p:nvSpPr>
        <p:spPr>
          <a:xfrm>
            <a:off x="4267202" y="2338836"/>
            <a:ext cx="2184398" cy="179999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3" name="Rectangle 72"/>
          <p:cNvSpPr/>
          <p:nvPr userDrawn="1"/>
        </p:nvSpPr>
        <p:spPr>
          <a:xfrm>
            <a:off x="4267202" y="2860843"/>
            <a:ext cx="2184398" cy="179999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4" name="Rectangle 73"/>
          <p:cNvSpPr/>
          <p:nvPr userDrawn="1"/>
        </p:nvSpPr>
        <p:spPr>
          <a:xfrm>
            <a:off x="4267202" y="3406567"/>
            <a:ext cx="2184398" cy="179999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5" name="Text Placeholder 7"/>
          <p:cNvSpPr>
            <a:spLocks noGrp="1"/>
          </p:cNvSpPr>
          <p:nvPr>
            <p:ph type="body" sz="quarter" idx="44" hasCustomPrompt="1"/>
          </p:nvPr>
        </p:nvSpPr>
        <p:spPr>
          <a:xfrm>
            <a:off x="4267201" y="1557409"/>
            <a:ext cx="1467545" cy="190376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>
                    <a:lumMod val="65000"/>
                    <a:lumOff val="35000"/>
                  </a:schemeClr>
                </a:solidFill>
                <a:latin typeface="Lato Light"/>
                <a:cs typeface="Lato Light"/>
              </a:defRPr>
            </a:lvl1pPr>
          </a:lstStyle>
          <a:p>
            <a:pPr lvl="0"/>
            <a:r>
              <a:rPr lang="es-ES_tradnl" dirty="0" err="1"/>
              <a:t>Photoshop</a:t>
            </a:r>
            <a:endParaRPr lang="es-ES_tradnl" dirty="0"/>
          </a:p>
        </p:txBody>
      </p:sp>
      <p:sp>
        <p:nvSpPr>
          <p:cNvPr id="76" name="Text Placeholder 7"/>
          <p:cNvSpPr>
            <a:spLocks noGrp="1"/>
          </p:cNvSpPr>
          <p:nvPr>
            <p:ph type="body" sz="quarter" idx="45" hasCustomPrompt="1"/>
          </p:nvPr>
        </p:nvSpPr>
        <p:spPr>
          <a:xfrm>
            <a:off x="4267201" y="2072922"/>
            <a:ext cx="1467545" cy="190376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>
                    <a:lumMod val="65000"/>
                    <a:lumOff val="35000"/>
                  </a:schemeClr>
                </a:solidFill>
                <a:latin typeface="Lato Light"/>
                <a:cs typeface="Lato Light"/>
              </a:defRPr>
            </a:lvl1pPr>
          </a:lstStyle>
          <a:p>
            <a:pPr lvl="0"/>
            <a:r>
              <a:rPr lang="es-ES_tradnl" dirty="0" err="1"/>
              <a:t>Illustrator</a:t>
            </a:r>
            <a:endParaRPr lang="es-ES_tradnl" dirty="0"/>
          </a:p>
        </p:txBody>
      </p:sp>
      <p:sp>
        <p:nvSpPr>
          <p:cNvPr id="77" name="Text Placeholder 7"/>
          <p:cNvSpPr>
            <a:spLocks noGrp="1"/>
          </p:cNvSpPr>
          <p:nvPr>
            <p:ph type="body" sz="quarter" idx="46" hasCustomPrompt="1"/>
          </p:nvPr>
        </p:nvSpPr>
        <p:spPr>
          <a:xfrm>
            <a:off x="4267201" y="2584389"/>
            <a:ext cx="1467545" cy="190376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>
                    <a:lumMod val="65000"/>
                    <a:lumOff val="35000"/>
                  </a:schemeClr>
                </a:solidFill>
                <a:latin typeface="Lato Light"/>
                <a:cs typeface="Lato Light"/>
              </a:defRPr>
            </a:lvl1pPr>
          </a:lstStyle>
          <a:p>
            <a:pPr lvl="0"/>
            <a:r>
              <a:rPr lang="es-ES_tradnl" dirty="0" err="1"/>
              <a:t>InDesign</a:t>
            </a:r>
            <a:endParaRPr lang="es-ES_tradnl" dirty="0"/>
          </a:p>
        </p:txBody>
      </p:sp>
      <p:sp>
        <p:nvSpPr>
          <p:cNvPr id="78" name="Text Placeholder 7"/>
          <p:cNvSpPr>
            <a:spLocks noGrp="1"/>
          </p:cNvSpPr>
          <p:nvPr>
            <p:ph type="body" sz="quarter" idx="47" hasCustomPrompt="1"/>
          </p:nvPr>
        </p:nvSpPr>
        <p:spPr>
          <a:xfrm>
            <a:off x="4267201" y="3130489"/>
            <a:ext cx="1467545" cy="190376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baseline="0">
                <a:solidFill>
                  <a:schemeClr val="tx1">
                    <a:lumMod val="65000"/>
                    <a:lumOff val="35000"/>
                  </a:schemeClr>
                </a:solidFill>
                <a:latin typeface="Lato Light"/>
                <a:cs typeface="Lato Light"/>
              </a:defRPr>
            </a:lvl1pPr>
          </a:lstStyle>
          <a:p>
            <a:pPr lvl="0"/>
            <a:r>
              <a:rPr lang="es-ES_tradnl" dirty="0"/>
              <a:t>Muse</a:t>
            </a:r>
          </a:p>
        </p:txBody>
      </p:sp>
      <p:sp>
        <p:nvSpPr>
          <p:cNvPr id="17" name="Freeform 16"/>
          <p:cNvSpPr/>
          <p:nvPr userDrawn="1"/>
        </p:nvSpPr>
        <p:spPr>
          <a:xfrm rot="1955458">
            <a:off x="-1565485" y="1667988"/>
            <a:ext cx="5663610" cy="1623404"/>
          </a:xfrm>
          <a:custGeom>
            <a:avLst/>
            <a:gdLst>
              <a:gd name="connsiteX0" fmla="*/ 4436533 w 4436533"/>
              <a:gd name="connsiteY0" fmla="*/ 164697 h 1756908"/>
              <a:gd name="connsiteX1" fmla="*/ 2302933 w 4436533"/>
              <a:gd name="connsiteY1" fmla="*/ 350964 h 1756908"/>
              <a:gd name="connsiteX2" fmla="*/ 3132667 w 4436533"/>
              <a:gd name="connsiteY2" fmla="*/ 1756430 h 1756908"/>
              <a:gd name="connsiteX3" fmla="*/ 3623733 w 4436533"/>
              <a:gd name="connsiteY3" fmla="*/ 503364 h 1756908"/>
              <a:gd name="connsiteX4" fmla="*/ 1405467 w 4436533"/>
              <a:gd name="connsiteY4" fmla="*/ 46164 h 1756908"/>
              <a:gd name="connsiteX5" fmla="*/ 0 w 4436533"/>
              <a:gd name="connsiteY5" fmla="*/ 1536297 h 1756908"/>
              <a:gd name="connsiteX0" fmla="*/ 4436533 w 4436533"/>
              <a:gd name="connsiteY0" fmla="*/ 260722 h 1853405"/>
              <a:gd name="connsiteX1" fmla="*/ 2302933 w 4436533"/>
              <a:gd name="connsiteY1" fmla="*/ 446989 h 1853405"/>
              <a:gd name="connsiteX2" fmla="*/ 3132667 w 4436533"/>
              <a:gd name="connsiteY2" fmla="*/ 1852455 h 1853405"/>
              <a:gd name="connsiteX3" fmla="*/ 3623733 w 4436533"/>
              <a:gd name="connsiteY3" fmla="*/ 599389 h 1853405"/>
              <a:gd name="connsiteX4" fmla="*/ 1405467 w 4436533"/>
              <a:gd name="connsiteY4" fmla="*/ 142189 h 1853405"/>
              <a:gd name="connsiteX5" fmla="*/ 0 w 4436533"/>
              <a:gd name="connsiteY5" fmla="*/ 1632322 h 1853405"/>
              <a:gd name="connsiteX0" fmla="*/ 4436533 w 4436533"/>
              <a:gd name="connsiteY0" fmla="*/ 260722 h 1852567"/>
              <a:gd name="connsiteX1" fmla="*/ 2302933 w 4436533"/>
              <a:gd name="connsiteY1" fmla="*/ 446989 h 1852567"/>
              <a:gd name="connsiteX2" fmla="*/ 3132667 w 4436533"/>
              <a:gd name="connsiteY2" fmla="*/ 1852455 h 1852567"/>
              <a:gd name="connsiteX3" fmla="*/ 3623733 w 4436533"/>
              <a:gd name="connsiteY3" fmla="*/ 599389 h 1852567"/>
              <a:gd name="connsiteX4" fmla="*/ 1405467 w 4436533"/>
              <a:gd name="connsiteY4" fmla="*/ 142189 h 1852567"/>
              <a:gd name="connsiteX5" fmla="*/ 0 w 4436533"/>
              <a:gd name="connsiteY5" fmla="*/ 1632322 h 1852567"/>
              <a:gd name="connsiteX0" fmla="*/ 4436533 w 4436533"/>
              <a:gd name="connsiteY0" fmla="*/ 260722 h 1852461"/>
              <a:gd name="connsiteX1" fmla="*/ 2540000 w 4436533"/>
              <a:gd name="connsiteY1" fmla="*/ 616323 h 1852461"/>
              <a:gd name="connsiteX2" fmla="*/ 3132667 w 4436533"/>
              <a:gd name="connsiteY2" fmla="*/ 1852455 h 1852461"/>
              <a:gd name="connsiteX3" fmla="*/ 3623733 w 4436533"/>
              <a:gd name="connsiteY3" fmla="*/ 599389 h 1852461"/>
              <a:gd name="connsiteX4" fmla="*/ 1405467 w 4436533"/>
              <a:gd name="connsiteY4" fmla="*/ 142189 h 1852461"/>
              <a:gd name="connsiteX5" fmla="*/ 0 w 4436533"/>
              <a:gd name="connsiteY5" fmla="*/ 1632322 h 1852461"/>
              <a:gd name="connsiteX0" fmla="*/ 4436533 w 4436533"/>
              <a:gd name="connsiteY0" fmla="*/ 260722 h 1852464"/>
              <a:gd name="connsiteX1" fmla="*/ 2540000 w 4436533"/>
              <a:gd name="connsiteY1" fmla="*/ 616323 h 1852464"/>
              <a:gd name="connsiteX2" fmla="*/ 3132667 w 4436533"/>
              <a:gd name="connsiteY2" fmla="*/ 1852455 h 1852464"/>
              <a:gd name="connsiteX3" fmla="*/ 3623733 w 4436533"/>
              <a:gd name="connsiteY3" fmla="*/ 599389 h 1852464"/>
              <a:gd name="connsiteX4" fmla="*/ 1405467 w 4436533"/>
              <a:gd name="connsiteY4" fmla="*/ 142189 h 1852464"/>
              <a:gd name="connsiteX5" fmla="*/ 0 w 4436533"/>
              <a:gd name="connsiteY5" fmla="*/ 1632322 h 1852464"/>
              <a:gd name="connsiteX0" fmla="*/ 4436533 w 4436533"/>
              <a:gd name="connsiteY0" fmla="*/ 160324 h 1531924"/>
              <a:gd name="connsiteX1" fmla="*/ 2540000 w 4436533"/>
              <a:gd name="connsiteY1" fmla="*/ 515925 h 1531924"/>
              <a:gd name="connsiteX2" fmla="*/ 2997200 w 4436533"/>
              <a:gd name="connsiteY2" fmla="*/ 1413391 h 1531924"/>
              <a:gd name="connsiteX3" fmla="*/ 3623733 w 4436533"/>
              <a:gd name="connsiteY3" fmla="*/ 498991 h 1531924"/>
              <a:gd name="connsiteX4" fmla="*/ 1405467 w 4436533"/>
              <a:gd name="connsiteY4" fmla="*/ 41791 h 1531924"/>
              <a:gd name="connsiteX5" fmla="*/ 0 w 4436533"/>
              <a:gd name="connsiteY5" fmla="*/ 1531924 h 1531924"/>
              <a:gd name="connsiteX0" fmla="*/ 4436533 w 4436533"/>
              <a:gd name="connsiteY0" fmla="*/ 160324 h 1531924"/>
              <a:gd name="connsiteX1" fmla="*/ 2540000 w 4436533"/>
              <a:gd name="connsiteY1" fmla="*/ 515925 h 1531924"/>
              <a:gd name="connsiteX2" fmla="*/ 2997200 w 4436533"/>
              <a:gd name="connsiteY2" fmla="*/ 1413391 h 1531924"/>
              <a:gd name="connsiteX3" fmla="*/ 3623733 w 4436533"/>
              <a:gd name="connsiteY3" fmla="*/ 498991 h 1531924"/>
              <a:gd name="connsiteX4" fmla="*/ 1405467 w 4436533"/>
              <a:gd name="connsiteY4" fmla="*/ 41791 h 1531924"/>
              <a:gd name="connsiteX5" fmla="*/ 0 w 4436533"/>
              <a:gd name="connsiteY5" fmla="*/ 1531924 h 1531924"/>
              <a:gd name="connsiteX0" fmla="*/ 3031066 w 3031066"/>
              <a:gd name="connsiteY0" fmla="*/ 160324 h 1419470"/>
              <a:gd name="connsiteX1" fmla="*/ 1134533 w 3031066"/>
              <a:gd name="connsiteY1" fmla="*/ 515925 h 1419470"/>
              <a:gd name="connsiteX2" fmla="*/ 1591733 w 3031066"/>
              <a:gd name="connsiteY2" fmla="*/ 1413391 h 1419470"/>
              <a:gd name="connsiteX3" fmla="*/ 2218266 w 3031066"/>
              <a:gd name="connsiteY3" fmla="*/ 498991 h 1419470"/>
              <a:gd name="connsiteX4" fmla="*/ 0 w 3031066"/>
              <a:gd name="connsiteY4" fmla="*/ 41791 h 1419470"/>
              <a:gd name="connsiteX0" fmla="*/ 4199466 w 4199466"/>
              <a:gd name="connsiteY0" fmla="*/ 5331 h 1264150"/>
              <a:gd name="connsiteX1" fmla="*/ 2302933 w 4199466"/>
              <a:gd name="connsiteY1" fmla="*/ 360932 h 1264150"/>
              <a:gd name="connsiteX2" fmla="*/ 2760133 w 4199466"/>
              <a:gd name="connsiteY2" fmla="*/ 1258398 h 1264150"/>
              <a:gd name="connsiteX3" fmla="*/ 3386666 w 4199466"/>
              <a:gd name="connsiteY3" fmla="*/ 343998 h 1264150"/>
              <a:gd name="connsiteX4" fmla="*/ 0 w 4199466"/>
              <a:gd name="connsiteY4" fmla="*/ 174664 h 1264150"/>
              <a:gd name="connsiteX0" fmla="*/ 4199466 w 4199466"/>
              <a:gd name="connsiteY0" fmla="*/ 272347 h 1531166"/>
              <a:gd name="connsiteX1" fmla="*/ 2302933 w 4199466"/>
              <a:gd name="connsiteY1" fmla="*/ 627948 h 1531166"/>
              <a:gd name="connsiteX2" fmla="*/ 2760133 w 4199466"/>
              <a:gd name="connsiteY2" fmla="*/ 1525414 h 1531166"/>
              <a:gd name="connsiteX3" fmla="*/ 3386666 w 4199466"/>
              <a:gd name="connsiteY3" fmla="*/ 611014 h 1531166"/>
              <a:gd name="connsiteX4" fmla="*/ 0 w 4199466"/>
              <a:gd name="connsiteY4" fmla="*/ 441680 h 1531166"/>
              <a:gd name="connsiteX0" fmla="*/ 4199466 w 4199466"/>
              <a:gd name="connsiteY0" fmla="*/ 340911 h 1602433"/>
              <a:gd name="connsiteX1" fmla="*/ 2302933 w 4199466"/>
              <a:gd name="connsiteY1" fmla="*/ 696512 h 1602433"/>
              <a:gd name="connsiteX2" fmla="*/ 2760133 w 4199466"/>
              <a:gd name="connsiteY2" fmla="*/ 1593978 h 1602433"/>
              <a:gd name="connsiteX3" fmla="*/ 3386666 w 4199466"/>
              <a:gd name="connsiteY3" fmla="*/ 679578 h 1602433"/>
              <a:gd name="connsiteX4" fmla="*/ 0 w 4199466"/>
              <a:gd name="connsiteY4" fmla="*/ 510244 h 1602433"/>
              <a:gd name="connsiteX0" fmla="*/ 4199466 w 4199466"/>
              <a:gd name="connsiteY0" fmla="*/ 320417 h 1573620"/>
              <a:gd name="connsiteX1" fmla="*/ 2302933 w 4199466"/>
              <a:gd name="connsiteY1" fmla="*/ 676018 h 1573620"/>
              <a:gd name="connsiteX2" fmla="*/ 2760133 w 4199466"/>
              <a:gd name="connsiteY2" fmla="*/ 1573484 h 1573620"/>
              <a:gd name="connsiteX3" fmla="*/ 3183466 w 4199466"/>
              <a:gd name="connsiteY3" fmla="*/ 726817 h 1573620"/>
              <a:gd name="connsiteX4" fmla="*/ 0 w 4199466"/>
              <a:gd name="connsiteY4" fmla="*/ 489750 h 1573620"/>
              <a:gd name="connsiteX0" fmla="*/ 4199466 w 4199466"/>
              <a:gd name="connsiteY0" fmla="*/ 320417 h 1573493"/>
              <a:gd name="connsiteX1" fmla="*/ 2048933 w 4199466"/>
              <a:gd name="connsiteY1" fmla="*/ 743751 h 1573493"/>
              <a:gd name="connsiteX2" fmla="*/ 2760133 w 4199466"/>
              <a:gd name="connsiteY2" fmla="*/ 1573484 h 1573493"/>
              <a:gd name="connsiteX3" fmla="*/ 3183466 w 4199466"/>
              <a:gd name="connsiteY3" fmla="*/ 726817 h 1573493"/>
              <a:gd name="connsiteX4" fmla="*/ 0 w 4199466"/>
              <a:gd name="connsiteY4" fmla="*/ 489750 h 1573493"/>
              <a:gd name="connsiteX0" fmla="*/ 4199466 w 4199466"/>
              <a:gd name="connsiteY0" fmla="*/ 320417 h 1573522"/>
              <a:gd name="connsiteX1" fmla="*/ 2048933 w 4199466"/>
              <a:gd name="connsiteY1" fmla="*/ 743751 h 1573522"/>
              <a:gd name="connsiteX2" fmla="*/ 2760133 w 4199466"/>
              <a:gd name="connsiteY2" fmla="*/ 1573484 h 1573522"/>
              <a:gd name="connsiteX3" fmla="*/ 3183466 w 4199466"/>
              <a:gd name="connsiteY3" fmla="*/ 726817 h 1573522"/>
              <a:gd name="connsiteX4" fmla="*/ 0 w 4199466"/>
              <a:gd name="connsiteY4" fmla="*/ 489750 h 1573522"/>
              <a:gd name="connsiteX0" fmla="*/ 4199466 w 4199466"/>
              <a:gd name="connsiteY0" fmla="*/ 254880 h 1474089"/>
              <a:gd name="connsiteX1" fmla="*/ 2048933 w 4199466"/>
              <a:gd name="connsiteY1" fmla="*/ 678214 h 1474089"/>
              <a:gd name="connsiteX2" fmla="*/ 2675467 w 4199466"/>
              <a:gd name="connsiteY2" fmla="*/ 1474080 h 1474089"/>
              <a:gd name="connsiteX3" fmla="*/ 3183466 w 4199466"/>
              <a:gd name="connsiteY3" fmla="*/ 661280 h 1474089"/>
              <a:gd name="connsiteX4" fmla="*/ 0 w 4199466"/>
              <a:gd name="connsiteY4" fmla="*/ 424213 h 1474089"/>
              <a:gd name="connsiteX0" fmla="*/ 4199466 w 4199466"/>
              <a:gd name="connsiteY0" fmla="*/ 254880 h 1476478"/>
              <a:gd name="connsiteX1" fmla="*/ 2048933 w 4199466"/>
              <a:gd name="connsiteY1" fmla="*/ 678214 h 1476478"/>
              <a:gd name="connsiteX2" fmla="*/ 2675467 w 4199466"/>
              <a:gd name="connsiteY2" fmla="*/ 1474080 h 1476478"/>
              <a:gd name="connsiteX3" fmla="*/ 3183466 w 4199466"/>
              <a:gd name="connsiteY3" fmla="*/ 661280 h 1476478"/>
              <a:gd name="connsiteX4" fmla="*/ 0 w 4199466"/>
              <a:gd name="connsiteY4" fmla="*/ 424213 h 1476478"/>
              <a:gd name="connsiteX0" fmla="*/ 4199466 w 4199466"/>
              <a:gd name="connsiteY0" fmla="*/ 279753 h 1501814"/>
              <a:gd name="connsiteX1" fmla="*/ 2048933 w 4199466"/>
              <a:gd name="connsiteY1" fmla="*/ 703087 h 1501814"/>
              <a:gd name="connsiteX2" fmla="*/ 2675467 w 4199466"/>
              <a:gd name="connsiteY2" fmla="*/ 1498953 h 1501814"/>
              <a:gd name="connsiteX3" fmla="*/ 3183466 w 4199466"/>
              <a:gd name="connsiteY3" fmla="*/ 686153 h 1501814"/>
              <a:gd name="connsiteX4" fmla="*/ 0 w 4199466"/>
              <a:gd name="connsiteY4" fmla="*/ 449086 h 1501814"/>
              <a:gd name="connsiteX0" fmla="*/ 4199466 w 4199466"/>
              <a:gd name="connsiteY0" fmla="*/ 279753 h 1499053"/>
              <a:gd name="connsiteX1" fmla="*/ 2099733 w 4199466"/>
              <a:gd name="connsiteY1" fmla="*/ 635354 h 1499053"/>
              <a:gd name="connsiteX2" fmla="*/ 2675467 w 4199466"/>
              <a:gd name="connsiteY2" fmla="*/ 1498953 h 1499053"/>
              <a:gd name="connsiteX3" fmla="*/ 3183466 w 4199466"/>
              <a:gd name="connsiteY3" fmla="*/ 686153 h 1499053"/>
              <a:gd name="connsiteX4" fmla="*/ 0 w 4199466"/>
              <a:gd name="connsiteY4" fmla="*/ 449086 h 1499053"/>
              <a:gd name="connsiteX0" fmla="*/ 4199466 w 4199466"/>
              <a:gd name="connsiteY0" fmla="*/ 279753 h 1499053"/>
              <a:gd name="connsiteX1" fmla="*/ 2099733 w 4199466"/>
              <a:gd name="connsiteY1" fmla="*/ 635354 h 1499053"/>
              <a:gd name="connsiteX2" fmla="*/ 2675467 w 4199466"/>
              <a:gd name="connsiteY2" fmla="*/ 1498953 h 1499053"/>
              <a:gd name="connsiteX3" fmla="*/ 3183466 w 4199466"/>
              <a:gd name="connsiteY3" fmla="*/ 686153 h 1499053"/>
              <a:gd name="connsiteX4" fmla="*/ 0 w 4199466"/>
              <a:gd name="connsiteY4" fmla="*/ 449086 h 1499053"/>
              <a:gd name="connsiteX0" fmla="*/ 4199466 w 4199466"/>
              <a:gd name="connsiteY0" fmla="*/ 376915 h 1596472"/>
              <a:gd name="connsiteX1" fmla="*/ 2099733 w 4199466"/>
              <a:gd name="connsiteY1" fmla="*/ 732516 h 1596472"/>
              <a:gd name="connsiteX2" fmla="*/ 2675467 w 4199466"/>
              <a:gd name="connsiteY2" fmla="*/ 1596115 h 1596472"/>
              <a:gd name="connsiteX3" fmla="*/ 3183466 w 4199466"/>
              <a:gd name="connsiteY3" fmla="*/ 783315 h 1596472"/>
              <a:gd name="connsiteX4" fmla="*/ 0 w 4199466"/>
              <a:gd name="connsiteY4" fmla="*/ 546248 h 1596472"/>
              <a:gd name="connsiteX0" fmla="*/ 3544017 w 3544017"/>
              <a:gd name="connsiteY0" fmla="*/ 447473 h 1666760"/>
              <a:gd name="connsiteX1" fmla="*/ 1444284 w 3544017"/>
              <a:gd name="connsiteY1" fmla="*/ 803074 h 1666760"/>
              <a:gd name="connsiteX2" fmla="*/ 2020018 w 3544017"/>
              <a:gd name="connsiteY2" fmla="*/ 1666673 h 1666760"/>
              <a:gd name="connsiteX3" fmla="*/ 2528017 w 3544017"/>
              <a:gd name="connsiteY3" fmla="*/ 853873 h 1666760"/>
              <a:gd name="connsiteX4" fmla="*/ 0 w 3544017"/>
              <a:gd name="connsiteY4" fmla="*/ 382340 h 1666760"/>
              <a:gd name="connsiteX0" fmla="*/ 3544017 w 3544017"/>
              <a:gd name="connsiteY0" fmla="*/ 321471 h 1540758"/>
              <a:gd name="connsiteX1" fmla="*/ 1444284 w 3544017"/>
              <a:gd name="connsiteY1" fmla="*/ 677072 h 1540758"/>
              <a:gd name="connsiteX2" fmla="*/ 2020018 w 3544017"/>
              <a:gd name="connsiteY2" fmla="*/ 1540671 h 1540758"/>
              <a:gd name="connsiteX3" fmla="*/ 2528017 w 3544017"/>
              <a:gd name="connsiteY3" fmla="*/ 727871 h 1540758"/>
              <a:gd name="connsiteX4" fmla="*/ 0 w 3544017"/>
              <a:gd name="connsiteY4" fmla="*/ 256338 h 1540758"/>
              <a:gd name="connsiteX0" fmla="*/ 3544017 w 3544017"/>
              <a:gd name="connsiteY0" fmla="*/ 377302 h 1596681"/>
              <a:gd name="connsiteX1" fmla="*/ 1444284 w 3544017"/>
              <a:gd name="connsiteY1" fmla="*/ 732903 h 1596681"/>
              <a:gd name="connsiteX2" fmla="*/ 2020018 w 3544017"/>
              <a:gd name="connsiteY2" fmla="*/ 1596502 h 1596681"/>
              <a:gd name="connsiteX3" fmla="*/ 2528017 w 3544017"/>
              <a:gd name="connsiteY3" fmla="*/ 783702 h 1596681"/>
              <a:gd name="connsiteX4" fmla="*/ 0 w 3544017"/>
              <a:gd name="connsiteY4" fmla="*/ 312169 h 1596681"/>
              <a:gd name="connsiteX0" fmla="*/ 3544017 w 3544017"/>
              <a:gd name="connsiteY0" fmla="*/ 403902 h 1623404"/>
              <a:gd name="connsiteX1" fmla="*/ 1444284 w 3544017"/>
              <a:gd name="connsiteY1" fmla="*/ 759503 h 1623404"/>
              <a:gd name="connsiteX2" fmla="*/ 2020018 w 3544017"/>
              <a:gd name="connsiteY2" fmla="*/ 1623102 h 1623404"/>
              <a:gd name="connsiteX3" fmla="*/ 2528017 w 3544017"/>
              <a:gd name="connsiteY3" fmla="*/ 810302 h 1623404"/>
              <a:gd name="connsiteX4" fmla="*/ 0 w 3544017"/>
              <a:gd name="connsiteY4" fmla="*/ 338769 h 16234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544017" h="1623404">
                <a:moveTo>
                  <a:pt x="3544017" y="403902"/>
                </a:moveTo>
                <a:cubicBezTo>
                  <a:pt x="2585872" y="364391"/>
                  <a:pt x="1749084" y="99103"/>
                  <a:pt x="1444284" y="759503"/>
                </a:cubicBezTo>
                <a:cubicBezTo>
                  <a:pt x="1139484" y="1419903"/>
                  <a:pt x="1839396" y="1614636"/>
                  <a:pt x="2020018" y="1623102"/>
                </a:cubicBezTo>
                <a:cubicBezTo>
                  <a:pt x="2200640" y="1631568"/>
                  <a:pt x="2715067" y="1464599"/>
                  <a:pt x="2528017" y="810302"/>
                </a:cubicBezTo>
                <a:cubicBezTo>
                  <a:pt x="2340967" y="156005"/>
                  <a:pt x="1869835" y="-371234"/>
                  <a:pt x="0" y="338769"/>
                </a:cubicBezTo>
              </a:path>
            </a:pathLst>
          </a:custGeom>
          <a:ln>
            <a:solidFill>
              <a:schemeClr val="bg1">
                <a:lumMod val="75000"/>
              </a:schemeClr>
            </a:solidFill>
            <a:prstDash val="sys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Isosceles Triangle 9"/>
          <p:cNvSpPr/>
          <p:nvPr userDrawn="1"/>
        </p:nvSpPr>
        <p:spPr>
          <a:xfrm rot="7893414">
            <a:off x="3863687" y="3577883"/>
            <a:ext cx="212542" cy="340940"/>
          </a:xfrm>
          <a:custGeom>
            <a:avLst/>
            <a:gdLst/>
            <a:ahLst/>
            <a:cxnLst/>
            <a:rect l="l" t="t" r="r" b="b"/>
            <a:pathLst>
              <a:path w="696359" h="1149768">
                <a:moveTo>
                  <a:pt x="355075" y="0"/>
                </a:moveTo>
                <a:lnTo>
                  <a:pt x="696359" y="1105109"/>
                </a:lnTo>
                <a:lnTo>
                  <a:pt x="372008" y="801168"/>
                </a:lnTo>
                <a:lnTo>
                  <a:pt x="0" y="1149768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Picture Placeholder 2"/>
          <p:cNvSpPr>
            <a:spLocks noGrp="1"/>
          </p:cNvSpPr>
          <p:nvPr>
            <p:ph type="pic" sz="quarter" idx="48"/>
          </p:nvPr>
        </p:nvSpPr>
        <p:spPr>
          <a:xfrm>
            <a:off x="6718300" y="1837578"/>
            <a:ext cx="1963738" cy="1748988"/>
          </a:xfrm>
          <a:prstGeom prst="rect">
            <a:avLst/>
          </a:prstGeom>
          <a:effectLst/>
        </p:spPr>
        <p:txBody>
          <a:bodyPr vert="horz" lIns="95057" tIns="47529" rIns="95057" bIns="47529"/>
          <a:lstStyle>
            <a:lvl1pPr marL="0" indent="0" algn="ctr">
              <a:buNone/>
              <a:defRPr sz="900">
                <a:solidFill>
                  <a:srgbClr val="7F7F7F"/>
                </a:solidFill>
                <a:latin typeface="Lato Regular"/>
                <a:cs typeface="Lato Regular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33825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4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400" fill="hold"/>
                                        <p:tgtEl>
                                          <p:spTgt spid="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400" fill="hold"/>
                                        <p:tgtEl>
                                          <p:spTgt spid="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6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00"/>
                                        <p:tgtEl>
                                          <p:spTgt spid="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400" fill="hold"/>
                                        <p:tgtEl>
                                          <p:spTgt spid="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400" fill="hold"/>
                                        <p:tgtEl>
                                          <p:spTgt spid="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2" presetClass="entr" presetSubtype="8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8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8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8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7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7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7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1800"/>
                            </p:stCondLst>
                            <p:childTnLst>
                              <p:par>
                                <p:cTn id="74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2300"/>
                            </p:stCondLst>
                            <p:childTnLst>
                              <p:par>
                                <p:cTn id="78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53" presetClass="entr" presetSubtype="16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8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7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400"/>
                        <p:tgtEl>
                          <p:spTgt spid="8"/>
                        </p:tgtEl>
                      </p:cBhvr>
                    </p:animEffect>
                    <p:anim calcmode="lin" valueType="num">
                      <p:cBhvr>
                        <p:cTn dur="400" fill="hold"/>
                        <p:tgtEl>
                          <p:spTgt spid="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400" fill="hold"/>
                        <p:tgtEl>
                          <p:spTgt spid="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9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9"/>
                        </p:tgtEl>
                      </p:cBhvr>
                    </p:animEffect>
                    <p:anim calcmode="lin" valueType="num">
                      <p:cBhvr>
                        <p:cTn dur="500" fill="hold"/>
                        <p:tgtEl>
                          <p:spTgt spid="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3" grpId="0"/>
      <p:bldP spid="62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400"/>
                        <p:tgtEl>
                          <p:spTgt spid="62"/>
                        </p:tgtEl>
                      </p:cBhvr>
                    </p:animEffect>
                    <p:anim calcmode="lin" valueType="num">
                      <p:cBhvr>
                        <p:cTn dur="400" fill="hold"/>
                        <p:tgtEl>
                          <p:spTgt spid="6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400" fill="hold"/>
                        <p:tgtEl>
                          <p:spTgt spid="6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63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63"/>
                        </p:tgtEl>
                      </p:cBhvr>
                    </p:animEffect>
                    <p:anim calcmode="lin" valueType="num">
                      <p:cBhvr>
                        <p:cTn dur="500" fill="hold"/>
                        <p:tgtEl>
                          <p:spTgt spid="6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6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69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8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6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70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400"/>
                        <p:tgtEl>
                          <p:spTgt spid="70"/>
                        </p:tgtEl>
                      </p:cBhvr>
                    </p:animEffect>
                    <p:anim calcmode="lin" valueType="num">
                      <p:cBhvr>
                        <p:cTn dur="400" fill="hold"/>
                        <p:tgtEl>
                          <p:spTgt spid="70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400" fill="hold"/>
                        <p:tgtEl>
                          <p:spTgt spid="70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71" grpId="0" animBg="1"/>
      <p:bldP spid="72" grpId="0" animBg="1"/>
      <p:bldP spid="73" grpId="0" animBg="1"/>
      <p:bldP spid="74" grpId="0" animBg="1"/>
      <p:bldP spid="75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75"/>
                        </p:tgtEl>
                      </p:cBhvr>
                    </p:animEffect>
                    <p:anim calcmode="lin" valueType="num">
                      <p:cBhvr>
                        <p:cTn dur="500" fill="hold"/>
                        <p:tgtEl>
                          <p:spTgt spid="7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7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76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76"/>
                        </p:tgtEl>
                      </p:cBhvr>
                    </p:animEffect>
                    <p:anim calcmode="lin" valueType="num">
                      <p:cBhvr>
                        <p:cTn dur="500" fill="hold"/>
                        <p:tgtEl>
                          <p:spTgt spid="7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7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77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77"/>
                        </p:tgtEl>
                      </p:cBhvr>
                    </p:animEffect>
                    <p:anim calcmode="lin" valueType="num">
                      <p:cBhvr>
                        <p:cTn dur="500" fill="hold"/>
                        <p:tgtEl>
                          <p:spTgt spid="7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7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78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78"/>
                        </p:tgtEl>
                      </p:cBhvr>
                    </p:animEffect>
                    <p:anim calcmode="lin" valueType="num">
                      <p:cBhvr>
                        <p:cTn dur="500" fill="hold"/>
                        <p:tgtEl>
                          <p:spTgt spid="7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7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7" grpId="0" animBg="1"/>
      <p:bldP spid="18" grpId="0" animBg="1"/>
      <p:bldP spid="19" grpId="0"/>
    </p:bldLst>
  </p:timing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member zoom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/>
          <p:cNvSpPr/>
          <p:nvPr userDrawn="1"/>
        </p:nvSpPr>
        <p:spPr>
          <a:xfrm>
            <a:off x="1" y="1778002"/>
            <a:ext cx="9144000" cy="2832098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0" hasCustomPrompt="1"/>
          </p:nvPr>
        </p:nvSpPr>
        <p:spPr>
          <a:xfrm>
            <a:off x="452438" y="270483"/>
            <a:ext cx="8229600" cy="359817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500" b="1">
                <a:solidFill>
                  <a:schemeClr val="tx1">
                    <a:lumMod val="75000"/>
                    <a:lumOff val="25000"/>
                  </a:schemeClr>
                </a:solidFill>
                <a:latin typeface="Lato Light"/>
                <a:cs typeface="Lato Light"/>
              </a:defRPr>
            </a:lvl1pPr>
          </a:lstStyle>
          <a:p>
            <a:pPr lvl="0"/>
            <a:r>
              <a:rPr lang="es-ES_tradnl" dirty="0"/>
              <a:t>Text </a:t>
            </a:r>
            <a:r>
              <a:rPr lang="es-ES_tradnl" dirty="0" err="1"/>
              <a:t>example</a:t>
            </a:r>
            <a:endParaRPr lang="es-ES_tradnl" dirty="0"/>
          </a:p>
        </p:txBody>
      </p:sp>
      <p:sp>
        <p:nvSpPr>
          <p:cNvPr id="9" name="Text Placeholder 7"/>
          <p:cNvSpPr>
            <a:spLocks noGrp="1"/>
          </p:cNvSpPr>
          <p:nvPr>
            <p:ph type="body" sz="quarter" idx="11" hasCustomPrompt="1"/>
          </p:nvPr>
        </p:nvSpPr>
        <p:spPr>
          <a:xfrm>
            <a:off x="452438" y="689252"/>
            <a:ext cx="8229600" cy="190376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accent3"/>
                </a:solidFill>
                <a:latin typeface="Lato Light"/>
                <a:cs typeface="Lato Light"/>
              </a:defRPr>
            </a:lvl1pPr>
          </a:lstStyle>
          <a:p>
            <a:pPr lvl="0"/>
            <a:r>
              <a:rPr lang="es-ES_tradnl" dirty="0" err="1"/>
              <a:t>Subtitle</a:t>
            </a:r>
            <a:r>
              <a:rPr lang="es-ES_tradnl" dirty="0"/>
              <a:t> </a:t>
            </a:r>
            <a:r>
              <a:rPr lang="es-ES_tradnl" dirty="0" err="1"/>
              <a:t>Example</a:t>
            </a:r>
            <a:endParaRPr lang="es-ES_tradnl" dirty="0"/>
          </a:p>
        </p:txBody>
      </p:sp>
      <p:sp>
        <p:nvSpPr>
          <p:cNvPr id="62" name="Text Placeholder 7"/>
          <p:cNvSpPr>
            <a:spLocks noGrp="1"/>
          </p:cNvSpPr>
          <p:nvPr>
            <p:ph type="body" sz="quarter" idx="40" hasCustomPrompt="1"/>
          </p:nvPr>
        </p:nvSpPr>
        <p:spPr>
          <a:xfrm>
            <a:off x="452439" y="2219903"/>
            <a:ext cx="4043361" cy="359817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00" b="1">
                <a:solidFill>
                  <a:schemeClr val="bg1"/>
                </a:solidFill>
                <a:latin typeface="Lato Light"/>
                <a:cs typeface="Lato Light"/>
              </a:defRPr>
            </a:lvl1pPr>
          </a:lstStyle>
          <a:p>
            <a:pPr lvl="0"/>
            <a:r>
              <a:rPr lang="es-ES_tradnl" dirty="0" err="1"/>
              <a:t>About</a:t>
            </a:r>
            <a:r>
              <a:rPr lang="es-ES_tradnl" dirty="0"/>
              <a:t> Bryan</a:t>
            </a:r>
          </a:p>
        </p:txBody>
      </p:sp>
      <p:sp>
        <p:nvSpPr>
          <p:cNvPr id="63" name="Text Placeholder 7"/>
          <p:cNvSpPr>
            <a:spLocks noGrp="1"/>
          </p:cNvSpPr>
          <p:nvPr>
            <p:ph type="body" sz="quarter" idx="41" hasCustomPrompt="1"/>
          </p:nvPr>
        </p:nvSpPr>
        <p:spPr>
          <a:xfrm>
            <a:off x="452440" y="2621735"/>
            <a:ext cx="4043363" cy="190376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accent3"/>
                </a:solidFill>
                <a:latin typeface="Lato Light"/>
                <a:cs typeface="Lato Light"/>
              </a:defRPr>
            </a:lvl1pPr>
          </a:lstStyle>
          <a:p>
            <a:pPr lvl="0"/>
            <a:r>
              <a:rPr lang="es-ES_tradnl" dirty="0" err="1"/>
              <a:t>Subtitle</a:t>
            </a:r>
            <a:r>
              <a:rPr lang="es-ES_tradnl" dirty="0"/>
              <a:t> </a:t>
            </a:r>
            <a:r>
              <a:rPr lang="es-ES_tradnl" dirty="0" err="1"/>
              <a:t>Example</a:t>
            </a:r>
            <a:r>
              <a:rPr lang="es-ES_tradnl" dirty="0"/>
              <a:t> </a:t>
            </a:r>
            <a:r>
              <a:rPr lang="es-ES_tradnl" dirty="0" err="1"/>
              <a:t>Here</a:t>
            </a:r>
            <a:endParaRPr lang="es-ES_tradnl" dirty="0"/>
          </a:p>
        </p:txBody>
      </p:sp>
      <p:sp>
        <p:nvSpPr>
          <p:cNvPr id="69" name="Text Placeholder 2"/>
          <p:cNvSpPr>
            <a:spLocks noGrp="1"/>
          </p:cNvSpPr>
          <p:nvPr>
            <p:ph type="body" sz="quarter" idx="42" hasCustomPrompt="1"/>
          </p:nvPr>
        </p:nvSpPr>
        <p:spPr>
          <a:xfrm>
            <a:off x="452439" y="2812110"/>
            <a:ext cx="4043362" cy="1371724"/>
          </a:xfrm>
          <a:prstGeom prst="rect">
            <a:avLst/>
          </a:prstGeom>
        </p:spPr>
        <p:txBody>
          <a:bodyPr vert="horz" lIns="0" tIns="0" rIns="0" bIns="0"/>
          <a:lstStyle>
            <a:lvl1pPr marL="0" marR="0" indent="0" algn="just" defTabSz="405037" rtl="0" eaLnBrk="1" fontAlgn="auto" latinLnBrk="0" hangingPunct="1">
              <a:lnSpc>
                <a:spcPct val="13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900">
                <a:solidFill>
                  <a:schemeClr val="bg1"/>
                </a:solidFill>
                <a:latin typeface="Lato Regular"/>
                <a:cs typeface="Lato Regular"/>
              </a:defRPr>
            </a:lvl1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tortor</a:t>
            </a:r>
            <a:r>
              <a:rPr lang="en-US" dirty="0"/>
              <a:t>, </a:t>
            </a:r>
            <a:r>
              <a:rPr lang="en-US" dirty="0" err="1"/>
              <a:t>mattis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dapibus</a:t>
            </a:r>
            <a:r>
              <a:rPr lang="en-US" dirty="0"/>
              <a:t> vitae, </a:t>
            </a:r>
            <a:r>
              <a:rPr lang="en-US" dirty="0" err="1"/>
              <a:t>euismod</a:t>
            </a:r>
            <a:r>
              <a:rPr lang="en-US" dirty="0"/>
              <a:t>  </a:t>
            </a:r>
            <a:r>
              <a:rPr lang="en-US" dirty="0" err="1"/>
              <a:t>purus</a:t>
            </a:r>
            <a:r>
              <a:rPr lang="en-US" dirty="0"/>
              <a:t>. Maecenas </a:t>
            </a:r>
            <a:r>
              <a:rPr lang="en-US" dirty="0" err="1"/>
              <a:t>ut</a:t>
            </a:r>
            <a:r>
              <a:rPr lang="en-US" dirty="0"/>
              <a:t> lacus </a:t>
            </a:r>
            <a:r>
              <a:rPr lang="en-US" dirty="0" err="1"/>
              <a:t>nec</a:t>
            </a:r>
            <a:r>
              <a:rPr lang="en-US" dirty="0"/>
              <a:t> </a:t>
            </a:r>
            <a:r>
              <a:rPr lang="en-US" dirty="0" err="1"/>
              <a:t>mauris</a:t>
            </a:r>
            <a:r>
              <a:rPr lang="en-US" dirty="0"/>
              <a:t> </a:t>
            </a:r>
            <a:r>
              <a:rPr lang="en-US" dirty="0" err="1"/>
              <a:t>feugiat</a:t>
            </a:r>
            <a:r>
              <a:rPr lang="en-US" dirty="0"/>
              <a:t> </a:t>
            </a:r>
            <a:r>
              <a:rPr lang="en-US" dirty="0" err="1"/>
              <a:t>tristique</a:t>
            </a:r>
            <a:r>
              <a:rPr lang="en-US" dirty="0"/>
              <a:t> et in </a:t>
            </a:r>
            <a:r>
              <a:rPr lang="en-US" dirty="0" err="1"/>
              <a:t>metus</a:t>
            </a:r>
            <a:r>
              <a:rPr lang="en-US" dirty="0"/>
              <a:t>. </a:t>
            </a:r>
          </a:p>
          <a:p>
            <a:pPr lvl="0"/>
            <a:r>
              <a:rPr lang="en-US" dirty="0" err="1"/>
              <a:t>Duis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 </a:t>
            </a:r>
            <a:r>
              <a:rPr lang="en-US" dirty="0" err="1"/>
              <a:t>eros</a:t>
            </a:r>
            <a:r>
              <a:rPr lang="en-US" dirty="0"/>
              <a:t> </a:t>
            </a:r>
            <a:r>
              <a:rPr lang="en-US" dirty="0" err="1"/>
              <a:t>vel</a:t>
            </a:r>
            <a:r>
              <a:rPr lang="en-US" dirty="0"/>
              <a:t> </a:t>
            </a:r>
            <a:r>
              <a:rPr lang="en-US" dirty="0" err="1"/>
              <a:t>lectus</a:t>
            </a:r>
            <a:r>
              <a:rPr lang="en-US" dirty="0"/>
              <a:t> semper semper. </a:t>
            </a:r>
            <a:r>
              <a:rPr lang="en-US" dirty="0" err="1"/>
              <a:t>Nullam</a:t>
            </a:r>
            <a:r>
              <a:rPr lang="en-US" dirty="0"/>
              <a:t> </a:t>
            </a:r>
            <a:r>
              <a:rPr lang="en-US" dirty="0" err="1"/>
              <a:t>fus</a:t>
            </a:r>
            <a:r>
              <a:rPr lang="en-US" dirty="0"/>
              <a:t> </a:t>
            </a:r>
            <a:r>
              <a:rPr lang="en-US" dirty="0" err="1"/>
              <a:t>nisl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ligula </a:t>
            </a:r>
            <a:r>
              <a:rPr lang="en-US" dirty="0" err="1"/>
              <a:t>vestibulum</a:t>
            </a:r>
            <a:r>
              <a:rPr lang="en-US" dirty="0"/>
              <a:t>, </a:t>
            </a:r>
            <a:r>
              <a:rPr lang="en-US" dirty="0" err="1"/>
              <a:t>ut</a:t>
            </a:r>
            <a:r>
              <a:rPr lang="en-US" dirty="0"/>
              <a:t> semper ex </a:t>
            </a:r>
            <a:r>
              <a:rPr lang="en-US" dirty="0" err="1"/>
              <a:t>suscipit</a:t>
            </a:r>
            <a:r>
              <a:rPr lang="en-US" dirty="0"/>
              <a:t> </a:t>
            </a:r>
            <a:r>
              <a:rPr lang="en-US" dirty="0" err="1"/>
              <a:t>fringillascipit</a:t>
            </a:r>
            <a:r>
              <a:rPr lang="en-US" dirty="0"/>
              <a:t> </a:t>
            </a:r>
            <a:r>
              <a:rPr lang="en-US" dirty="0" err="1"/>
              <a:t>cursus</a:t>
            </a:r>
            <a:r>
              <a:rPr lang="en-US" dirty="0"/>
              <a:t>. </a:t>
            </a:r>
            <a:r>
              <a:rPr lang="en-US" dirty="0" err="1"/>
              <a:t>Aenean</a:t>
            </a:r>
            <a:r>
              <a:rPr lang="en-US" dirty="0"/>
              <a:t> </a:t>
            </a:r>
            <a:r>
              <a:rPr lang="en-US" dirty="0" err="1"/>
              <a:t>accumsan</a:t>
            </a:r>
            <a:r>
              <a:rPr lang="en-US" dirty="0"/>
              <a:t> </a:t>
            </a:r>
            <a:r>
              <a:rPr lang="en-US" dirty="0" err="1"/>
              <a:t>malesuada</a:t>
            </a:r>
            <a:r>
              <a:rPr lang="en-US" dirty="0"/>
              <a:t> </a:t>
            </a:r>
            <a:r>
              <a:rPr lang="en-US" dirty="0" err="1"/>
              <a:t>hendrerit</a:t>
            </a:r>
            <a:r>
              <a:rPr lang="en-US" dirty="0"/>
              <a:t>. </a:t>
            </a:r>
            <a:r>
              <a:rPr lang="en-US" dirty="0" err="1"/>
              <a:t>Morbi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dolor ante. </a:t>
            </a:r>
            <a:r>
              <a:rPr lang="en-US" dirty="0" err="1"/>
              <a:t>Duis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viverra</a:t>
            </a:r>
            <a:r>
              <a:rPr lang="en-US" dirty="0"/>
              <a:t> </a:t>
            </a:r>
            <a:r>
              <a:rPr lang="en-US" dirty="0" err="1"/>
              <a:t>urna</a:t>
            </a:r>
            <a:r>
              <a:rPr lang="en-US" dirty="0"/>
              <a:t>, in </a:t>
            </a:r>
            <a:r>
              <a:rPr lang="en-US" dirty="0" err="1"/>
              <a:t>ultricies</a:t>
            </a:r>
            <a:r>
              <a:rPr lang="en-US" dirty="0"/>
              <a:t> diam. </a:t>
            </a:r>
          </a:p>
        </p:txBody>
      </p:sp>
      <p:sp>
        <p:nvSpPr>
          <p:cNvPr id="19" name="Picture Placeholder 2"/>
          <p:cNvSpPr>
            <a:spLocks noGrp="1"/>
          </p:cNvSpPr>
          <p:nvPr>
            <p:ph type="pic" sz="quarter" idx="48"/>
          </p:nvPr>
        </p:nvSpPr>
        <p:spPr>
          <a:xfrm>
            <a:off x="4724239" y="630300"/>
            <a:ext cx="3957800" cy="5084700"/>
          </a:xfrm>
          <a:prstGeom prst="rect">
            <a:avLst/>
          </a:prstGeom>
          <a:effectLst/>
        </p:spPr>
        <p:txBody>
          <a:bodyPr vert="horz" lIns="95057" tIns="47529" rIns="95057" bIns="47529"/>
          <a:lstStyle>
            <a:lvl1pPr marL="0" indent="0" algn="ctr">
              <a:buNone/>
              <a:defRPr sz="900">
                <a:solidFill>
                  <a:srgbClr val="7F7F7F"/>
                </a:solidFill>
                <a:latin typeface="Lato Regular"/>
                <a:cs typeface="Lato Regular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07291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4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400" fill="hold"/>
                                        <p:tgtEl>
                                          <p:spTgt spid="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400" fill="hold"/>
                                        <p:tgtEl>
                                          <p:spTgt spid="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6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53" presetClass="entr" presetSubtype="16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3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8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8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400"/>
                        <p:tgtEl>
                          <p:spTgt spid="8"/>
                        </p:tgtEl>
                      </p:cBhvr>
                    </p:animEffect>
                    <p:anim calcmode="lin" valueType="num">
                      <p:cBhvr>
                        <p:cTn dur="400" fill="hold"/>
                        <p:tgtEl>
                          <p:spTgt spid="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400" fill="hold"/>
                        <p:tgtEl>
                          <p:spTgt spid="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9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9"/>
                        </p:tgtEl>
                      </p:cBhvr>
                    </p:animEffect>
                    <p:anim calcmode="lin" valueType="num">
                      <p:cBhvr>
                        <p:cTn dur="500" fill="hold"/>
                        <p:tgtEl>
                          <p:spTgt spid="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62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400"/>
                        <p:tgtEl>
                          <p:spTgt spid="62"/>
                        </p:tgtEl>
                      </p:cBhvr>
                    </p:animEffect>
                    <p:anim calcmode="lin" valueType="num">
                      <p:cBhvr>
                        <p:cTn dur="400" fill="hold"/>
                        <p:tgtEl>
                          <p:spTgt spid="6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400" fill="hold"/>
                        <p:tgtEl>
                          <p:spTgt spid="6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63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63"/>
                        </p:tgtEl>
                      </p:cBhvr>
                    </p:animEffect>
                    <p:anim calcmode="lin" valueType="num">
                      <p:cBhvr>
                        <p:cTn dur="500" fill="hold"/>
                        <p:tgtEl>
                          <p:spTgt spid="6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6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69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8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6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9" grpId="0"/>
    </p:bldLst>
  </p:timing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content 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7"/>
          <p:cNvSpPr>
            <a:spLocks noGrp="1"/>
          </p:cNvSpPr>
          <p:nvPr>
            <p:ph type="body" sz="quarter" idx="10" hasCustomPrompt="1"/>
          </p:nvPr>
        </p:nvSpPr>
        <p:spPr>
          <a:xfrm>
            <a:off x="452438" y="270483"/>
            <a:ext cx="8229600" cy="359817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500" b="1">
                <a:solidFill>
                  <a:schemeClr val="bg1"/>
                </a:solidFill>
                <a:latin typeface="Lato Light"/>
                <a:cs typeface="Lato Light"/>
              </a:defRPr>
            </a:lvl1pPr>
          </a:lstStyle>
          <a:p>
            <a:pPr lvl="0"/>
            <a:r>
              <a:rPr lang="es-ES_tradnl" dirty="0"/>
              <a:t>Text </a:t>
            </a:r>
            <a:r>
              <a:rPr lang="es-ES_tradnl" dirty="0" err="1"/>
              <a:t>slide</a:t>
            </a:r>
            <a:r>
              <a:rPr lang="es-ES_tradnl" dirty="0"/>
              <a:t> </a:t>
            </a:r>
            <a:r>
              <a:rPr lang="es-ES_tradnl" dirty="0" err="1"/>
              <a:t>example</a:t>
            </a:r>
            <a:endParaRPr lang="es-ES_tradnl" dirty="0"/>
          </a:p>
        </p:txBody>
      </p:sp>
      <p:sp>
        <p:nvSpPr>
          <p:cNvPr id="4" name="Text Placeholder 7"/>
          <p:cNvSpPr>
            <a:spLocks noGrp="1"/>
          </p:cNvSpPr>
          <p:nvPr>
            <p:ph type="body" sz="quarter" idx="11" hasCustomPrompt="1"/>
          </p:nvPr>
        </p:nvSpPr>
        <p:spPr>
          <a:xfrm>
            <a:off x="452438" y="689252"/>
            <a:ext cx="8229600" cy="190376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accent3"/>
                </a:solidFill>
                <a:latin typeface="Lato Light"/>
                <a:cs typeface="Lato Light"/>
              </a:defRPr>
            </a:lvl1pPr>
          </a:lstStyle>
          <a:p>
            <a:pPr lvl="0"/>
            <a:r>
              <a:rPr lang="es-ES_tradnl" dirty="0" err="1"/>
              <a:t>Subtitle</a:t>
            </a:r>
            <a:r>
              <a:rPr lang="es-ES_tradnl" dirty="0"/>
              <a:t> </a:t>
            </a:r>
            <a:r>
              <a:rPr lang="es-ES_tradnl" dirty="0" err="1"/>
              <a:t>Example</a:t>
            </a:r>
            <a:endParaRPr lang="es-ES_tradnl" dirty="0"/>
          </a:p>
        </p:txBody>
      </p:sp>
    </p:spTree>
    <p:extLst>
      <p:ext uri="{BB962C8B-B14F-4D97-AF65-F5344CB8AC3E}">
        <p14:creationId xmlns:p14="http://schemas.microsoft.com/office/powerpoint/2010/main" val="10891603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4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400"/>
                        <p:tgtEl>
                          <p:spTgt spid="6"/>
                        </p:tgtEl>
                      </p:cBhvr>
                    </p:animEffect>
                    <p:anim calcmode="lin" valueType="num">
                      <p:cBhvr>
                        <p:cTn dur="400" fill="hold"/>
                        <p:tgtEl>
                          <p:spTgt spid="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400" fill="hold"/>
                        <p:tgtEl>
                          <p:spTgt spid="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"/>
                        </p:tgtEl>
                      </p:cBhvr>
                    </p:animEffect>
                    <p:anim calcmode="lin" valueType="num">
                      <p:cBhvr>
                        <p:cTn dur="500" fill="hold"/>
                        <p:tgtEl>
                          <p:spTgt spid="4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4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content Cle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/>
          <p:cNvSpPr>
            <a:spLocks noGrp="1"/>
          </p:cNvSpPr>
          <p:nvPr>
            <p:ph type="body" sz="quarter" idx="10" hasCustomPrompt="1"/>
          </p:nvPr>
        </p:nvSpPr>
        <p:spPr>
          <a:xfrm>
            <a:off x="452438" y="270483"/>
            <a:ext cx="8229600" cy="359817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500" b="1">
                <a:solidFill>
                  <a:schemeClr val="tx1">
                    <a:lumMod val="75000"/>
                    <a:lumOff val="25000"/>
                  </a:schemeClr>
                </a:solidFill>
                <a:latin typeface="Lato Light"/>
                <a:cs typeface="Lato Light"/>
              </a:defRPr>
            </a:lvl1pPr>
          </a:lstStyle>
          <a:p>
            <a:pPr lvl="0"/>
            <a:r>
              <a:rPr lang="es-ES_tradnl" dirty="0"/>
              <a:t>Text </a:t>
            </a:r>
            <a:r>
              <a:rPr lang="es-ES_tradnl" dirty="0" err="1"/>
              <a:t>slide</a:t>
            </a:r>
            <a:r>
              <a:rPr lang="es-ES_tradnl" dirty="0"/>
              <a:t> </a:t>
            </a:r>
            <a:r>
              <a:rPr lang="es-ES_tradnl" dirty="0" err="1"/>
              <a:t>example</a:t>
            </a:r>
            <a:endParaRPr lang="es-ES_tradnl" dirty="0"/>
          </a:p>
        </p:txBody>
      </p:sp>
      <p:sp>
        <p:nvSpPr>
          <p:cNvPr id="6" name="Text Placeholder 7"/>
          <p:cNvSpPr>
            <a:spLocks noGrp="1"/>
          </p:cNvSpPr>
          <p:nvPr>
            <p:ph type="body" sz="quarter" idx="11" hasCustomPrompt="1"/>
          </p:nvPr>
        </p:nvSpPr>
        <p:spPr>
          <a:xfrm>
            <a:off x="452438" y="689252"/>
            <a:ext cx="8229600" cy="190376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accent3"/>
                </a:solidFill>
                <a:latin typeface="Lato Light"/>
                <a:cs typeface="Lato Light"/>
              </a:defRPr>
            </a:lvl1pPr>
          </a:lstStyle>
          <a:p>
            <a:pPr lvl="0"/>
            <a:r>
              <a:rPr lang="es-ES_tradnl" dirty="0" err="1"/>
              <a:t>Subtitle</a:t>
            </a:r>
            <a:r>
              <a:rPr lang="es-ES_tradnl" dirty="0"/>
              <a:t> </a:t>
            </a:r>
            <a:r>
              <a:rPr lang="es-ES_tradnl" dirty="0" err="1"/>
              <a:t>Example</a:t>
            </a:r>
            <a:endParaRPr lang="es-ES_tradnl" dirty="0"/>
          </a:p>
        </p:txBody>
      </p:sp>
    </p:spTree>
    <p:extLst>
      <p:ext uri="{BB962C8B-B14F-4D97-AF65-F5344CB8AC3E}">
        <p14:creationId xmlns:p14="http://schemas.microsoft.com/office/powerpoint/2010/main" val="32416634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4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400"/>
                        <p:tgtEl>
                          <p:spTgt spid="8"/>
                        </p:tgtEl>
                      </p:cBhvr>
                    </p:animEffect>
                    <p:anim calcmode="lin" valueType="num">
                      <p:cBhvr>
                        <p:cTn dur="400" fill="hold"/>
                        <p:tgtEl>
                          <p:spTgt spid="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400" fill="hold"/>
                        <p:tgtEl>
                          <p:spTgt spid="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6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6"/>
                        </p:tgtEl>
                      </p:cBhvr>
                    </p:animEffect>
                    <p:anim calcmode="lin" valueType="num">
                      <p:cBhvr>
                        <p:cTn dur="500" fill="hold"/>
                        <p:tgtEl>
                          <p:spTgt spid="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with content Cle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 userDrawn="1"/>
        </p:nvSpPr>
        <p:spPr>
          <a:xfrm>
            <a:off x="-1" y="2679701"/>
            <a:ext cx="9144000" cy="2374900"/>
          </a:xfrm>
          <a:custGeom>
            <a:avLst/>
            <a:gdLst/>
            <a:ahLst/>
            <a:cxnLst/>
            <a:rect l="l" t="t" r="r" b="b"/>
            <a:pathLst>
              <a:path w="9144000" h="2153143">
                <a:moveTo>
                  <a:pt x="3759733" y="0"/>
                </a:moveTo>
                <a:cubicBezTo>
                  <a:pt x="3838366" y="0"/>
                  <a:pt x="3906277" y="26215"/>
                  <a:pt x="3962274" y="79300"/>
                </a:cubicBezTo>
                <a:cubicBezTo>
                  <a:pt x="4017676" y="132384"/>
                  <a:pt x="4045674" y="196609"/>
                  <a:pt x="4045674" y="271321"/>
                </a:cubicBezTo>
                <a:cubicBezTo>
                  <a:pt x="4045674" y="281152"/>
                  <a:pt x="4045674" y="290982"/>
                  <a:pt x="4044482" y="300157"/>
                </a:cubicBezTo>
                <a:cubicBezTo>
                  <a:pt x="4068311" y="294914"/>
                  <a:pt x="4093331" y="291638"/>
                  <a:pt x="4120138" y="291638"/>
                </a:cubicBezTo>
                <a:cubicBezTo>
                  <a:pt x="4202346" y="291638"/>
                  <a:pt x="4272640" y="319163"/>
                  <a:pt x="4331020" y="374869"/>
                </a:cubicBezTo>
                <a:cubicBezTo>
                  <a:pt x="4348295" y="391253"/>
                  <a:pt x="4363188" y="408948"/>
                  <a:pt x="4375103" y="427298"/>
                </a:cubicBezTo>
                <a:cubicBezTo>
                  <a:pt x="4428717" y="394530"/>
                  <a:pt x="4488883" y="377490"/>
                  <a:pt x="4556794" y="377490"/>
                </a:cubicBezTo>
                <a:lnTo>
                  <a:pt x="4572000" y="378013"/>
                </a:lnTo>
                <a:lnTo>
                  <a:pt x="4587205" y="377490"/>
                </a:lnTo>
                <a:cubicBezTo>
                  <a:pt x="4655116" y="377490"/>
                  <a:pt x="4715283" y="394530"/>
                  <a:pt x="4768896" y="427298"/>
                </a:cubicBezTo>
                <a:cubicBezTo>
                  <a:pt x="4780811" y="408948"/>
                  <a:pt x="4795704" y="391253"/>
                  <a:pt x="4812979" y="374869"/>
                </a:cubicBezTo>
                <a:cubicBezTo>
                  <a:pt x="4871359" y="319163"/>
                  <a:pt x="4941653" y="291638"/>
                  <a:pt x="5023861" y="291638"/>
                </a:cubicBezTo>
                <a:cubicBezTo>
                  <a:pt x="5050668" y="291638"/>
                  <a:pt x="5075688" y="294914"/>
                  <a:pt x="5099517" y="300157"/>
                </a:cubicBezTo>
                <a:cubicBezTo>
                  <a:pt x="5098325" y="290982"/>
                  <a:pt x="5098325" y="281152"/>
                  <a:pt x="5098325" y="271321"/>
                </a:cubicBezTo>
                <a:cubicBezTo>
                  <a:pt x="5098325" y="196609"/>
                  <a:pt x="5126323" y="132384"/>
                  <a:pt x="5181725" y="79300"/>
                </a:cubicBezTo>
                <a:cubicBezTo>
                  <a:pt x="5237722" y="26215"/>
                  <a:pt x="5305633" y="0"/>
                  <a:pt x="5384267" y="0"/>
                </a:cubicBezTo>
                <a:cubicBezTo>
                  <a:pt x="5463496" y="0"/>
                  <a:pt x="5530812" y="26215"/>
                  <a:pt x="5586808" y="79300"/>
                </a:cubicBezTo>
                <a:cubicBezTo>
                  <a:pt x="5615403" y="106169"/>
                  <a:pt x="5636849" y="136316"/>
                  <a:pt x="5650550" y="169084"/>
                </a:cubicBezTo>
                <a:cubicBezTo>
                  <a:pt x="5660081" y="158598"/>
                  <a:pt x="5669612" y="148113"/>
                  <a:pt x="5680335" y="138282"/>
                </a:cubicBezTo>
                <a:cubicBezTo>
                  <a:pt x="5764927" y="58327"/>
                  <a:pt x="5866197" y="18350"/>
                  <a:pt x="5985339" y="18350"/>
                </a:cubicBezTo>
                <a:cubicBezTo>
                  <a:pt x="6104482" y="18350"/>
                  <a:pt x="6206349" y="58327"/>
                  <a:pt x="6290344" y="138282"/>
                </a:cubicBezTo>
                <a:cubicBezTo>
                  <a:pt x="6308811" y="155650"/>
                  <a:pt x="6325193" y="173672"/>
                  <a:pt x="6339564" y="192514"/>
                </a:cubicBezTo>
                <a:lnTo>
                  <a:pt x="6372991" y="245722"/>
                </a:lnTo>
                <a:lnTo>
                  <a:pt x="6402166" y="212150"/>
                </a:lnTo>
                <a:cubicBezTo>
                  <a:pt x="6458162" y="159065"/>
                  <a:pt x="6526073" y="132850"/>
                  <a:pt x="6604707" y="132850"/>
                </a:cubicBezTo>
                <a:cubicBezTo>
                  <a:pt x="6683937" y="132850"/>
                  <a:pt x="6751253" y="159065"/>
                  <a:pt x="6807249" y="212150"/>
                </a:cubicBezTo>
                <a:cubicBezTo>
                  <a:pt x="6835843" y="239019"/>
                  <a:pt x="6857289" y="269166"/>
                  <a:pt x="6870991" y="301934"/>
                </a:cubicBezTo>
                <a:cubicBezTo>
                  <a:pt x="6880522" y="291449"/>
                  <a:pt x="6890053" y="280963"/>
                  <a:pt x="6900776" y="271132"/>
                </a:cubicBezTo>
                <a:cubicBezTo>
                  <a:pt x="6985367" y="191178"/>
                  <a:pt x="7086638" y="151200"/>
                  <a:pt x="7205780" y="151200"/>
                </a:cubicBezTo>
                <a:cubicBezTo>
                  <a:pt x="7324922" y="151200"/>
                  <a:pt x="7426789" y="191178"/>
                  <a:pt x="7510785" y="271132"/>
                </a:cubicBezTo>
                <a:cubicBezTo>
                  <a:pt x="7547719" y="305867"/>
                  <a:pt x="7576312" y="343222"/>
                  <a:pt x="7597162" y="384511"/>
                </a:cubicBezTo>
                <a:cubicBezTo>
                  <a:pt x="7625757" y="377957"/>
                  <a:pt x="7656138" y="374680"/>
                  <a:pt x="7688306" y="374680"/>
                </a:cubicBezTo>
                <a:cubicBezTo>
                  <a:pt x="7793152" y="374680"/>
                  <a:pt x="7882509" y="410069"/>
                  <a:pt x="7956376" y="480193"/>
                </a:cubicBezTo>
                <a:cubicBezTo>
                  <a:pt x="7996289" y="518205"/>
                  <a:pt x="8025479" y="560148"/>
                  <a:pt x="8043946" y="606679"/>
                </a:cubicBezTo>
                <a:cubicBezTo>
                  <a:pt x="8104113" y="580465"/>
                  <a:pt x="8170237" y="567357"/>
                  <a:pt x="8242914" y="567357"/>
                </a:cubicBezTo>
                <a:cubicBezTo>
                  <a:pt x="8332270" y="567357"/>
                  <a:pt x="8411574" y="587264"/>
                  <a:pt x="8481077" y="626801"/>
                </a:cubicBezTo>
                <a:lnTo>
                  <a:pt x="8488422" y="631909"/>
                </a:lnTo>
                <a:lnTo>
                  <a:pt x="8521208" y="615142"/>
                </a:lnTo>
                <a:cubicBezTo>
                  <a:pt x="8555238" y="601789"/>
                  <a:pt x="8592172" y="595072"/>
                  <a:pt x="8632085" y="595072"/>
                </a:cubicBezTo>
                <a:cubicBezTo>
                  <a:pt x="8711910" y="595072"/>
                  <a:pt x="8779822" y="621941"/>
                  <a:pt x="8836414" y="675026"/>
                </a:cubicBezTo>
                <a:cubicBezTo>
                  <a:pt x="8872753" y="709760"/>
                  <a:pt x="8897177" y="749082"/>
                  <a:pt x="8910282" y="792992"/>
                </a:cubicBezTo>
                <a:cubicBezTo>
                  <a:pt x="8928153" y="784472"/>
                  <a:pt x="8947216" y="780540"/>
                  <a:pt x="8968662" y="780540"/>
                </a:cubicBezTo>
                <a:cubicBezTo>
                  <a:pt x="9003213" y="780540"/>
                  <a:pt x="9032999" y="791681"/>
                  <a:pt x="9058018" y="813308"/>
                </a:cubicBezTo>
                <a:cubicBezTo>
                  <a:pt x="9065167" y="787094"/>
                  <a:pt x="9079464" y="763501"/>
                  <a:pt x="9100909" y="743185"/>
                </a:cubicBezTo>
                <a:cubicBezTo>
                  <a:pt x="9114015" y="730732"/>
                  <a:pt x="9128312" y="720901"/>
                  <a:pt x="9143205" y="713693"/>
                </a:cubicBezTo>
                <a:cubicBezTo>
                  <a:pt x="9143205" y="781523"/>
                  <a:pt x="9143205" y="832396"/>
                  <a:pt x="9143205" y="870551"/>
                </a:cubicBezTo>
                <a:lnTo>
                  <a:pt x="9143205" y="877894"/>
                </a:lnTo>
                <a:lnTo>
                  <a:pt x="9144000" y="877583"/>
                </a:lnTo>
                <a:lnTo>
                  <a:pt x="9144000" y="1264698"/>
                </a:lnTo>
                <a:lnTo>
                  <a:pt x="9142413" y="1264698"/>
                </a:lnTo>
                <a:lnTo>
                  <a:pt x="9142413" y="2153143"/>
                </a:lnTo>
                <a:lnTo>
                  <a:pt x="0" y="2153143"/>
                </a:lnTo>
                <a:lnTo>
                  <a:pt x="0" y="1264698"/>
                </a:lnTo>
                <a:lnTo>
                  <a:pt x="0" y="877583"/>
                </a:lnTo>
                <a:lnTo>
                  <a:pt x="794" y="877894"/>
                </a:lnTo>
                <a:lnTo>
                  <a:pt x="794" y="870551"/>
                </a:lnTo>
                <a:cubicBezTo>
                  <a:pt x="794" y="832396"/>
                  <a:pt x="794" y="781523"/>
                  <a:pt x="794" y="713693"/>
                </a:cubicBezTo>
                <a:cubicBezTo>
                  <a:pt x="15687" y="720901"/>
                  <a:pt x="29984" y="730732"/>
                  <a:pt x="43089" y="743185"/>
                </a:cubicBezTo>
                <a:cubicBezTo>
                  <a:pt x="64535" y="763501"/>
                  <a:pt x="78832" y="787094"/>
                  <a:pt x="85981" y="813308"/>
                </a:cubicBezTo>
                <a:cubicBezTo>
                  <a:pt x="111000" y="791681"/>
                  <a:pt x="140786" y="780540"/>
                  <a:pt x="175338" y="780540"/>
                </a:cubicBezTo>
                <a:cubicBezTo>
                  <a:pt x="196783" y="780540"/>
                  <a:pt x="215846" y="784472"/>
                  <a:pt x="233718" y="792992"/>
                </a:cubicBezTo>
                <a:cubicBezTo>
                  <a:pt x="246823" y="749082"/>
                  <a:pt x="271247" y="709760"/>
                  <a:pt x="307585" y="675026"/>
                </a:cubicBezTo>
                <a:cubicBezTo>
                  <a:pt x="364178" y="621941"/>
                  <a:pt x="432089" y="595072"/>
                  <a:pt x="511914" y="595072"/>
                </a:cubicBezTo>
                <a:cubicBezTo>
                  <a:pt x="551827" y="595072"/>
                  <a:pt x="588761" y="601789"/>
                  <a:pt x="622791" y="615142"/>
                </a:cubicBezTo>
                <a:lnTo>
                  <a:pt x="655577" y="631909"/>
                </a:lnTo>
                <a:lnTo>
                  <a:pt x="662922" y="626801"/>
                </a:lnTo>
                <a:cubicBezTo>
                  <a:pt x="732424" y="587264"/>
                  <a:pt x="811729" y="567357"/>
                  <a:pt x="901086" y="567357"/>
                </a:cubicBezTo>
                <a:cubicBezTo>
                  <a:pt x="973762" y="567357"/>
                  <a:pt x="1039887" y="580465"/>
                  <a:pt x="1100053" y="606679"/>
                </a:cubicBezTo>
                <a:cubicBezTo>
                  <a:pt x="1118520" y="560148"/>
                  <a:pt x="1147710" y="518205"/>
                  <a:pt x="1187623" y="480193"/>
                </a:cubicBezTo>
                <a:cubicBezTo>
                  <a:pt x="1261491" y="410069"/>
                  <a:pt x="1350848" y="374680"/>
                  <a:pt x="1455693" y="374680"/>
                </a:cubicBezTo>
                <a:cubicBezTo>
                  <a:pt x="1487862" y="374680"/>
                  <a:pt x="1518243" y="377957"/>
                  <a:pt x="1546837" y="384511"/>
                </a:cubicBezTo>
                <a:cubicBezTo>
                  <a:pt x="1567686" y="343222"/>
                  <a:pt x="1596281" y="305867"/>
                  <a:pt x="1633215" y="271132"/>
                </a:cubicBezTo>
                <a:cubicBezTo>
                  <a:pt x="1717210" y="191178"/>
                  <a:pt x="1819077" y="151200"/>
                  <a:pt x="1938219" y="151200"/>
                </a:cubicBezTo>
                <a:cubicBezTo>
                  <a:pt x="2057362" y="151200"/>
                  <a:pt x="2158632" y="191178"/>
                  <a:pt x="2243223" y="271132"/>
                </a:cubicBezTo>
                <a:cubicBezTo>
                  <a:pt x="2253947" y="280963"/>
                  <a:pt x="2263478" y="291449"/>
                  <a:pt x="2273009" y="301934"/>
                </a:cubicBezTo>
                <a:cubicBezTo>
                  <a:pt x="2286710" y="269166"/>
                  <a:pt x="2308156" y="239019"/>
                  <a:pt x="2336750" y="212150"/>
                </a:cubicBezTo>
                <a:cubicBezTo>
                  <a:pt x="2392747" y="159065"/>
                  <a:pt x="2460063" y="132850"/>
                  <a:pt x="2539292" y="132850"/>
                </a:cubicBezTo>
                <a:cubicBezTo>
                  <a:pt x="2617926" y="132850"/>
                  <a:pt x="2685837" y="159065"/>
                  <a:pt x="2741834" y="212150"/>
                </a:cubicBezTo>
                <a:lnTo>
                  <a:pt x="2771008" y="245722"/>
                </a:lnTo>
                <a:lnTo>
                  <a:pt x="2804435" y="192514"/>
                </a:lnTo>
                <a:cubicBezTo>
                  <a:pt x="2818807" y="173672"/>
                  <a:pt x="2835188" y="155650"/>
                  <a:pt x="2853656" y="138282"/>
                </a:cubicBezTo>
                <a:cubicBezTo>
                  <a:pt x="2937651" y="58327"/>
                  <a:pt x="3039517" y="18350"/>
                  <a:pt x="3158660" y="18350"/>
                </a:cubicBezTo>
                <a:cubicBezTo>
                  <a:pt x="3277802" y="18350"/>
                  <a:pt x="3379073" y="58327"/>
                  <a:pt x="3463664" y="138282"/>
                </a:cubicBezTo>
                <a:cubicBezTo>
                  <a:pt x="3474387" y="148113"/>
                  <a:pt x="3483918" y="158598"/>
                  <a:pt x="3493450" y="169084"/>
                </a:cubicBezTo>
                <a:cubicBezTo>
                  <a:pt x="3507150" y="136316"/>
                  <a:pt x="3528596" y="106169"/>
                  <a:pt x="3557190" y="79300"/>
                </a:cubicBezTo>
                <a:cubicBezTo>
                  <a:pt x="3613188" y="26215"/>
                  <a:pt x="3680503" y="0"/>
                  <a:pt x="3759733" y="0"/>
                </a:cubicBezTo>
                <a:close/>
              </a:path>
            </a:pathLst>
          </a:custGeom>
          <a:solidFill>
            <a:schemeClr val="bg1">
              <a:alpha val="7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Rectangle 1"/>
          <p:cNvSpPr/>
          <p:nvPr userDrawn="1"/>
        </p:nvSpPr>
        <p:spPr>
          <a:xfrm>
            <a:off x="0" y="3003057"/>
            <a:ext cx="9142413" cy="2711943"/>
          </a:xfrm>
          <a:custGeom>
            <a:avLst/>
            <a:gdLst/>
            <a:ahLst/>
            <a:cxnLst/>
            <a:rect l="l" t="t" r="r" b="b"/>
            <a:pathLst>
              <a:path w="9142413" h="2309812">
                <a:moveTo>
                  <a:pt x="1632178" y="0"/>
                </a:moveTo>
                <a:cubicBezTo>
                  <a:pt x="1790476" y="0"/>
                  <a:pt x="1924970" y="47614"/>
                  <a:pt x="2036850" y="144034"/>
                </a:cubicBezTo>
                <a:cubicBezTo>
                  <a:pt x="2093980" y="192838"/>
                  <a:pt x="2136828" y="247595"/>
                  <a:pt x="2164203" y="307113"/>
                </a:cubicBezTo>
                <a:cubicBezTo>
                  <a:pt x="2183246" y="288067"/>
                  <a:pt x="2202289" y="269022"/>
                  <a:pt x="2223713" y="251166"/>
                </a:cubicBezTo>
                <a:cubicBezTo>
                  <a:pt x="2392723" y="105942"/>
                  <a:pt x="2595059" y="33330"/>
                  <a:pt x="2833101" y="33330"/>
                </a:cubicBezTo>
                <a:cubicBezTo>
                  <a:pt x="3071144" y="33330"/>
                  <a:pt x="3274670" y="105942"/>
                  <a:pt x="3442490" y="251166"/>
                </a:cubicBezTo>
                <a:cubicBezTo>
                  <a:pt x="3516283" y="314255"/>
                  <a:pt x="3573413" y="382106"/>
                  <a:pt x="3615070" y="457099"/>
                </a:cubicBezTo>
                <a:cubicBezTo>
                  <a:pt x="3672201" y="445195"/>
                  <a:pt x="3732901" y="439243"/>
                  <a:pt x="3797173" y="439243"/>
                </a:cubicBezTo>
                <a:cubicBezTo>
                  <a:pt x="4006650" y="439243"/>
                  <a:pt x="4185182" y="503523"/>
                  <a:pt x="4332768" y="630891"/>
                </a:cubicBezTo>
                <a:cubicBezTo>
                  <a:pt x="4412512" y="699932"/>
                  <a:pt x="4470833" y="776115"/>
                  <a:pt x="4507729" y="860631"/>
                </a:cubicBezTo>
                <a:cubicBezTo>
                  <a:pt x="4627941" y="813017"/>
                  <a:pt x="4760054" y="789209"/>
                  <a:pt x="4905260" y="789209"/>
                </a:cubicBezTo>
                <a:cubicBezTo>
                  <a:pt x="5143302" y="789209"/>
                  <a:pt x="5345638" y="853489"/>
                  <a:pt x="5513458" y="980858"/>
                </a:cubicBezTo>
                <a:cubicBezTo>
                  <a:pt x="5544403" y="1004665"/>
                  <a:pt x="5571778" y="1028472"/>
                  <a:pt x="5596773" y="1053470"/>
                </a:cubicBezTo>
                <a:cubicBezTo>
                  <a:pt x="5649142" y="1035614"/>
                  <a:pt x="5705082" y="1027282"/>
                  <a:pt x="5765783" y="1027282"/>
                </a:cubicBezTo>
                <a:cubicBezTo>
                  <a:pt x="5897896" y="1027282"/>
                  <a:pt x="6009776" y="1067754"/>
                  <a:pt x="6102613" y="1147508"/>
                </a:cubicBezTo>
                <a:cubicBezTo>
                  <a:pt x="6124036" y="1166554"/>
                  <a:pt x="6144270" y="1186790"/>
                  <a:pt x="6160933" y="1207026"/>
                </a:cubicBezTo>
                <a:cubicBezTo>
                  <a:pt x="6191879" y="1202265"/>
                  <a:pt x="6224014" y="1199884"/>
                  <a:pt x="6257340" y="1199884"/>
                </a:cubicBezTo>
                <a:cubicBezTo>
                  <a:pt x="6384693" y="1199884"/>
                  <a:pt x="6494192" y="1230833"/>
                  <a:pt x="6584648" y="1292732"/>
                </a:cubicBezTo>
                <a:cubicBezTo>
                  <a:pt x="6617974" y="1315349"/>
                  <a:pt x="6645349" y="1340347"/>
                  <a:pt x="6666773" y="1366535"/>
                </a:cubicBezTo>
                <a:cubicBezTo>
                  <a:pt x="6719142" y="1340347"/>
                  <a:pt x="6776272" y="1327253"/>
                  <a:pt x="6841734" y="1327253"/>
                </a:cubicBezTo>
                <a:cubicBezTo>
                  <a:pt x="6935761" y="1327253"/>
                  <a:pt x="7016695" y="1355821"/>
                  <a:pt x="7083347" y="1411768"/>
                </a:cubicBezTo>
                <a:cubicBezTo>
                  <a:pt x="7084537" y="1410578"/>
                  <a:pt x="7085727" y="1410578"/>
                  <a:pt x="7086918" y="1409388"/>
                </a:cubicBezTo>
                <a:cubicBezTo>
                  <a:pt x="7189276" y="1349870"/>
                  <a:pt x="7311868" y="1320111"/>
                  <a:pt x="7455883" y="1320111"/>
                </a:cubicBezTo>
                <a:cubicBezTo>
                  <a:pt x="7513013" y="1320111"/>
                  <a:pt x="7566573" y="1324872"/>
                  <a:pt x="7616562" y="1333205"/>
                </a:cubicBezTo>
                <a:cubicBezTo>
                  <a:pt x="7642746" y="1295113"/>
                  <a:pt x="7674882" y="1259402"/>
                  <a:pt x="7712969" y="1226072"/>
                </a:cubicBezTo>
                <a:cubicBezTo>
                  <a:pt x="7826039" y="1129653"/>
                  <a:pt x="7961723" y="1080848"/>
                  <a:pt x="8121211" y="1080848"/>
                </a:cubicBezTo>
                <a:cubicBezTo>
                  <a:pt x="8280700" y="1080848"/>
                  <a:pt x="8416384" y="1129653"/>
                  <a:pt x="8529454" y="1226072"/>
                </a:cubicBezTo>
                <a:cubicBezTo>
                  <a:pt x="8602057" y="1289161"/>
                  <a:pt x="8650855" y="1360583"/>
                  <a:pt x="8677040" y="1440337"/>
                </a:cubicBezTo>
                <a:cubicBezTo>
                  <a:pt x="8712746" y="1424862"/>
                  <a:pt x="8750833" y="1417720"/>
                  <a:pt x="8793681" y="1417720"/>
                </a:cubicBezTo>
                <a:cubicBezTo>
                  <a:pt x="8862713" y="1417720"/>
                  <a:pt x="8922224" y="1437956"/>
                  <a:pt x="8972212" y="1477238"/>
                </a:cubicBezTo>
                <a:cubicBezTo>
                  <a:pt x="8986495" y="1429624"/>
                  <a:pt x="9015060" y="1386771"/>
                  <a:pt x="9057908" y="1349870"/>
                </a:cubicBezTo>
                <a:cubicBezTo>
                  <a:pt x="9084092" y="1327253"/>
                  <a:pt x="9112657" y="1309397"/>
                  <a:pt x="9142413" y="1296303"/>
                </a:cubicBezTo>
                <a:cubicBezTo>
                  <a:pt x="9142413" y="1789113"/>
                  <a:pt x="9142413" y="1789113"/>
                  <a:pt x="9142413" y="1789113"/>
                </a:cubicBezTo>
                <a:lnTo>
                  <a:pt x="9142413" y="2309812"/>
                </a:lnTo>
                <a:lnTo>
                  <a:pt x="0" y="2309812"/>
                </a:lnTo>
                <a:lnTo>
                  <a:pt x="0" y="1789113"/>
                </a:lnTo>
                <a:lnTo>
                  <a:pt x="1588" y="1789113"/>
                </a:lnTo>
                <a:cubicBezTo>
                  <a:pt x="1588" y="686838"/>
                  <a:pt x="1588" y="686838"/>
                  <a:pt x="1588" y="686838"/>
                </a:cubicBezTo>
                <a:cubicBezTo>
                  <a:pt x="14680" y="686838"/>
                  <a:pt x="26582" y="685648"/>
                  <a:pt x="39675" y="685648"/>
                </a:cubicBezTo>
                <a:cubicBezTo>
                  <a:pt x="175359" y="685648"/>
                  <a:pt x="295570" y="716597"/>
                  <a:pt x="402689" y="776115"/>
                </a:cubicBezTo>
                <a:cubicBezTo>
                  <a:pt x="426494" y="742785"/>
                  <a:pt x="456249" y="710645"/>
                  <a:pt x="490765" y="680886"/>
                </a:cubicBezTo>
                <a:cubicBezTo>
                  <a:pt x="607406" y="579706"/>
                  <a:pt x="747851" y="529711"/>
                  <a:pt x="912100" y="529711"/>
                </a:cubicBezTo>
                <a:cubicBezTo>
                  <a:pt x="965659" y="529711"/>
                  <a:pt x="1015648" y="535662"/>
                  <a:pt x="1063257" y="545185"/>
                </a:cubicBezTo>
                <a:cubicBezTo>
                  <a:pt x="1060876" y="528520"/>
                  <a:pt x="1060876" y="510665"/>
                  <a:pt x="1060876" y="492809"/>
                </a:cubicBezTo>
                <a:cubicBezTo>
                  <a:pt x="1060876" y="357108"/>
                  <a:pt x="1116816" y="240453"/>
                  <a:pt x="1227506" y="144034"/>
                </a:cubicBezTo>
                <a:cubicBezTo>
                  <a:pt x="1339386" y="47614"/>
                  <a:pt x="1475070" y="0"/>
                  <a:pt x="1632178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 Placeholder 7"/>
          <p:cNvSpPr>
            <a:spLocks noGrp="1"/>
          </p:cNvSpPr>
          <p:nvPr>
            <p:ph type="body" sz="quarter" idx="40" hasCustomPrompt="1"/>
          </p:nvPr>
        </p:nvSpPr>
        <p:spPr>
          <a:xfrm>
            <a:off x="554039" y="4086927"/>
            <a:ext cx="4043361" cy="359817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00" b="1">
                <a:solidFill>
                  <a:schemeClr val="tx1">
                    <a:lumMod val="50000"/>
                    <a:lumOff val="50000"/>
                  </a:schemeClr>
                </a:solidFill>
                <a:latin typeface="Lato Light"/>
                <a:cs typeface="Lato Light"/>
              </a:defRPr>
            </a:lvl1pPr>
          </a:lstStyle>
          <a:p>
            <a:pPr lvl="0"/>
            <a:r>
              <a:rPr lang="es-ES_tradnl" dirty="0" err="1"/>
              <a:t>Title</a:t>
            </a:r>
            <a:r>
              <a:rPr lang="es-ES_tradnl" dirty="0"/>
              <a:t> </a:t>
            </a:r>
            <a:r>
              <a:rPr lang="es-ES_tradnl" dirty="0" err="1"/>
              <a:t>Here</a:t>
            </a:r>
            <a:endParaRPr lang="es-ES_tradnl" dirty="0"/>
          </a:p>
        </p:txBody>
      </p:sp>
      <p:sp>
        <p:nvSpPr>
          <p:cNvPr id="17" name="Text Placeholder 7"/>
          <p:cNvSpPr>
            <a:spLocks noGrp="1"/>
          </p:cNvSpPr>
          <p:nvPr>
            <p:ph type="body" sz="quarter" idx="41" hasCustomPrompt="1"/>
          </p:nvPr>
        </p:nvSpPr>
        <p:spPr>
          <a:xfrm>
            <a:off x="554040" y="4463359"/>
            <a:ext cx="4043363" cy="190376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accent3"/>
                </a:solidFill>
                <a:latin typeface="Lato Light"/>
                <a:cs typeface="Lato Light"/>
              </a:defRPr>
            </a:lvl1pPr>
          </a:lstStyle>
          <a:p>
            <a:pPr lvl="0"/>
            <a:r>
              <a:rPr lang="es-ES_tradnl" dirty="0" err="1"/>
              <a:t>Subtitle</a:t>
            </a:r>
            <a:r>
              <a:rPr lang="es-ES_tradnl" dirty="0"/>
              <a:t> </a:t>
            </a:r>
            <a:r>
              <a:rPr lang="es-ES_tradnl" dirty="0" err="1"/>
              <a:t>Example</a:t>
            </a:r>
            <a:r>
              <a:rPr lang="es-ES_tradnl" dirty="0"/>
              <a:t> </a:t>
            </a:r>
            <a:r>
              <a:rPr lang="es-ES_tradnl" dirty="0" err="1"/>
              <a:t>Here</a:t>
            </a:r>
            <a:endParaRPr lang="es-ES_tradnl" dirty="0"/>
          </a:p>
        </p:txBody>
      </p:sp>
      <p:sp>
        <p:nvSpPr>
          <p:cNvPr id="18" name="Text Placeholder 2"/>
          <p:cNvSpPr>
            <a:spLocks noGrp="1"/>
          </p:cNvSpPr>
          <p:nvPr>
            <p:ph type="body" sz="quarter" idx="42" hasCustomPrompt="1"/>
          </p:nvPr>
        </p:nvSpPr>
        <p:spPr>
          <a:xfrm>
            <a:off x="554039" y="4653734"/>
            <a:ext cx="4043362" cy="654866"/>
          </a:xfrm>
          <a:prstGeom prst="rect">
            <a:avLst/>
          </a:prstGeom>
        </p:spPr>
        <p:txBody>
          <a:bodyPr vert="horz" lIns="0" tIns="0" rIns="0" bIns="0"/>
          <a:lstStyle>
            <a:lvl1pPr marL="0" marR="0" indent="0" algn="just" defTabSz="405037" rtl="0" eaLnBrk="1" fontAlgn="auto" latinLnBrk="0" hangingPunct="1">
              <a:lnSpc>
                <a:spcPct val="13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900">
                <a:solidFill>
                  <a:schemeClr val="tx1">
                    <a:lumMod val="50000"/>
                    <a:lumOff val="50000"/>
                  </a:schemeClr>
                </a:solidFill>
                <a:latin typeface="Lato Regular"/>
                <a:cs typeface="Lato Regular"/>
              </a:defRPr>
            </a:lvl1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tortor</a:t>
            </a:r>
            <a:r>
              <a:rPr lang="en-US" dirty="0"/>
              <a:t>, </a:t>
            </a:r>
            <a:r>
              <a:rPr lang="en-US" dirty="0" err="1"/>
              <a:t>mattis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dapibus</a:t>
            </a:r>
            <a:r>
              <a:rPr lang="en-US" dirty="0"/>
              <a:t> vitae, </a:t>
            </a:r>
            <a:r>
              <a:rPr lang="en-US" dirty="0" err="1"/>
              <a:t>euismod</a:t>
            </a:r>
            <a:r>
              <a:rPr lang="en-US" dirty="0"/>
              <a:t>  </a:t>
            </a:r>
            <a:r>
              <a:rPr lang="en-US" dirty="0" err="1"/>
              <a:t>purus</a:t>
            </a:r>
            <a:r>
              <a:rPr lang="en-US" dirty="0"/>
              <a:t>. Maecenas </a:t>
            </a:r>
            <a:r>
              <a:rPr lang="en-US" dirty="0" err="1"/>
              <a:t>ut</a:t>
            </a:r>
            <a:r>
              <a:rPr lang="en-US" dirty="0"/>
              <a:t> lacus </a:t>
            </a:r>
            <a:r>
              <a:rPr lang="en-US" dirty="0" err="1"/>
              <a:t>nec</a:t>
            </a:r>
            <a:r>
              <a:rPr lang="en-US" dirty="0"/>
              <a:t> </a:t>
            </a:r>
            <a:r>
              <a:rPr lang="en-US" dirty="0" err="1"/>
              <a:t>mauris</a:t>
            </a:r>
            <a:r>
              <a:rPr lang="en-US" dirty="0"/>
              <a:t> </a:t>
            </a:r>
            <a:r>
              <a:rPr lang="en-US" dirty="0" err="1"/>
              <a:t>feugiat</a:t>
            </a:r>
            <a:r>
              <a:rPr lang="en-US" dirty="0"/>
              <a:t> </a:t>
            </a:r>
            <a:r>
              <a:rPr lang="en-US" dirty="0" err="1"/>
              <a:t>tristique</a:t>
            </a:r>
            <a:r>
              <a:rPr lang="en-US" dirty="0"/>
              <a:t> et in </a:t>
            </a:r>
            <a:r>
              <a:rPr lang="en-US" dirty="0" err="1"/>
              <a:t>metus</a:t>
            </a:r>
            <a:r>
              <a:rPr lang="en-US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5236223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400" fill="hold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2" grpId="0" animBg="1"/>
      <p:bldP spid="16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400"/>
                        <p:tgtEl>
                          <p:spTgt spid="16"/>
                        </p:tgtEl>
                      </p:cBhvr>
                    </p:animEffect>
                    <p:anim calcmode="lin" valueType="num">
                      <p:cBhvr>
                        <p:cTn dur="400" fill="hold"/>
                        <p:tgtEl>
                          <p:spTgt spid="1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400" fill="hold"/>
                        <p:tgtEl>
                          <p:spTgt spid="1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7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7"/>
                        </p:tgtEl>
                      </p:cBhvr>
                    </p:animEffect>
                    <p:anim calcmode="lin" valueType="num">
                      <p:cBhvr>
                        <p:cTn dur="500" fill="hold"/>
                        <p:tgtEl>
                          <p:spTgt spid="1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1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8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8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8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with content Cle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"/>
          <p:cNvSpPr/>
          <p:nvPr userDrawn="1"/>
        </p:nvSpPr>
        <p:spPr>
          <a:xfrm rot="10800000">
            <a:off x="0" y="0"/>
            <a:ext cx="9142413" cy="2711943"/>
          </a:xfrm>
          <a:custGeom>
            <a:avLst/>
            <a:gdLst/>
            <a:ahLst/>
            <a:cxnLst/>
            <a:rect l="l" t="t" r="r" b="b"/>
            <a:pathLst>
              <a:path w="9142413" h="2309812">
                <a:moveTo>
                  <a:pt x="1632178" y="0"/>
                </a:moveTo>
                <a:cubicBezTo>
                  <a:pt x="1790476" y="0"/>
                  <a:pt x="1924970" y="47614"/>
                  <a:pt x="2036850" y="144034"/>
                </a:cubicBezTo>
                <a:cubicBezTo>
                  <a:pt x="2093980" y="192838"/>
                  <a:pt x="2136828" y="247595"/>
                  <a:pt x="2164203" y="307113"/>
                </a:cubicBezTo>
                <a:cubicBezTo>
                  <a:pt x="2183246" y="288067"/>
                  <a:pt x="2202289" y="269022"/>
                  <a:pt x="2223713" y="251166"/>
                </a:cubicBezTo>
                <a:cubicBezTo>
                  <a:pt x="2392723" y="105942"/>
                  <a:pt x="2595059" y="33330"/>
                  <a:pt x="2833101" y="33330"/>
                </a:cubicBezTo>
                <a:cubicBezTo>
                  <a:pt x="3071144" y="33330"/>
                  <a:pt x="3274670" y="105942"/>
                  <a:pt x="3442490" y="251166"/>
                </a:cubicBezTo>
                <a:cubicBezTo>
                  <a:pt x="3516283" y="314255"/>
                  <a:pt x="3573413" y="382106"/>
                  <a:pt x="3615070" y="457099"/>
                </a:cubicBezTo>
                <a:cubicBezTo>
                  <a:pt x="3672201" y="445195"/>
                  <a:pt x="3732901" y="439243"/>
                  <a:pt x="3797173" y="439243"/>
                </a:cubicBezTo>
                <a:cubicBezTo>
                  <a:pt x="4006650" y="439243"/>
                  <a:pt x="4185182" y="503523"/>
                  <a:pt x="4332768" y="630891"/>
                </a:cubicBezTo>
                <a:cubicBezTo>
                  <a:pt x="4412512" y="699932"/>
                  <a:pt x="4470833" y="776115"/>
                  <a:pt x="4507729" y="860631"/>
                </a:cubicBezTo>
                <a:cubicBezTo>
                  <a:pt x="4627941" y="813017"/>
                  <a:pt x="4760054" y="789209"/>
                  <a:pt x="4905260" y="789209"/>
                </a:cubicBezTo>
                <a:cubicBezTo>
                  <a:pt x="5143302" y="789209"/>
                  <a:pt x="5345638" y="853489"/>
                  <a:pt x="5513458" y="980858"/>
                </a:cubicBezTo>
                <a:cubicBezTo>
                  <a:pt x="5544403" y="1004665"/>
                  <a:pt x="5571778" y="1028472"/>
                  <a:pt x="5596773" y="1053470"/>
                </a:cubicBezTo>
                <a:cubicBezTo>
                  <a:pt x="5649142" y="1035614"/>
                  <a:pt x="5705082" y="1027282"/>
                  <a:pt x="5765783" y="1027282"/>
                </a:cubicBezTo>
                <a:cubicBezTo>
                  <a:pt x="5897896" y="1027282"/>
                  <a:pt x="6009776" y="1067754"/>
                  <a:pt x="6102613" y="1147508"/>
                </a:cubicBezTo>
                <a:cubicBezTo>
                  <a:pt x="6124036" y="1166554"/>
                  <a:pt x="6144270" y="1186790"/>
                  <a:pt x="6160933" y="1207026"/>
                </a:cubicBezTo>
                <a:cubicBezTo>
                  <a:pt x="6191879" y="1202265"/>
                  <a:pt x="6224014" y="1199884"/>
                  <a:pt x="6257340" y="1199884"/>
                </a:cubicBezTo>
                <a:cubicBezTo>
                  <a:pt x="6384693" y="1199884"/>
                  <a:pt x="6494192" y="1230833"/>
                  <a:pt x="6584648" y="1292732"/>
                </a:cubicBezTo>
                <a:cubicBezTo>
                  <a:pt x="6617974" y="1315349"/>
                  <a:pt x="6645349" y="1340347"/>
                  <a:pt x="6666773" y="1366535"/>
                </a:cubicBezTo>
                <a:cubicBezTo>
                  <a:pt x="6719142" y="1340347"/>
                  <a:pt x="6776272" y="1327253"/>
                  <a:pt x="6841734" y="1327253"/>
                </a:cubicBezTo>
                <a:cubicBezTo>
                  <a:pt x="6935761" y="1327253"/>
                  <a:pt x="7016695" y="1355821"/>
                  <a:pt x="7083347" y="1411768"/>
                </a:cubicBezTo>
                <a:cubicBezTo>
                  <a:pt x="7084537" y="1410578"/>
                  <a:pt x="7085727" y="1410578"/>
                  <a:pt x="7086918" y="1409388"/>
                </a:cubicBezTo>
                <a:cubicBezTo>
                  <a:pt x="7189276" y="1349870"/>
                  <a:pt x="7311868" y="1320111"/>
                  <a:pt x="7455883" y="1320111"/>
                </a:cubicBezTo>
                <a:cubicBezTo>
                  <a:pt x="7513013" y="1320111"/>
                  <a:pt x="7566573" y="1324872"/>
                  <a:pt x="7616562" y="1333205"/>
                </a:cubicBezTo>
                <a:cubicBezTo>
                  <a:pt x="7642746" y="1295113"/>
                  <a:pt x="7674882" y="1259402"/>
                  <a:pt x="7712969" y="1226072"/>
                </a:cubicBezTo>
                <a:cubicBezTo>
                  <a:pt x="7826039" y="1129653"/>
                  <a:pt x="7961723" y="1080848"/>
                  <a:pt x="8121211" y="1080848"/>
                </a:cubicBezTo>
                <a:cubicBezTo>
                  <a:pt x="8280700" y="1080848"/>
                  <a:pt x="8416384" y="1129653"/>
                  <a:pt x="8529454" y="1226072"/>
                </a:cubicBezTo>
                <a:cubicBezTo>
                  <a:pt x="8602057" y="1289161"/>
                  <a:pt x="8650855" y="1360583"/>
                  <a:pt x="8677040" y="1440337"/>
                </a:cubicBezTo>
                <a:cubicBezTo>
                  <a:pt x="8712746" y="1424862"/>
                  <a:pt x="8750833" y="1417720"/>
                  <a:pt x="8793681" y="1417720"/>
                </a:cubicBezTo>
                <a:cubicBezTo>
                  <a:pt x="8862713" y="1417720"/>
                  <a:pt x="8922224" y="1437956"/>
                  <a:pt x="8972212" y="1477238"/>
                </a:cubicBezTo>
                <a:cubicBezTo>
                  <a:pt x="8986495" y="1429624"/>
                  <a:pt x="9015060" y="1386771"/>
                  <a:pt x="9057908" y="1349870"/>
                </a:cubicBezTo>
                <a:cubicBezTo>
                  <a:pt x="9084092" y="1327253"/>
                  <a:pt x="9112657" y="1309397"/>
                  <a:pt x="9142413" y="1296303"/>
                </a:cubicBezTo>
                <a:cubicBezTo>
                  <a:pt x="9142413" y="1789113"/>
                  <a:pt x="9142413" y="1789113"/>
                  <a:pt x="9142413" y="1789113"/>
                </a:cubicBezTo>
                <a:lnTo>
                  <a:pt x="9142413" y="2309812"/>
                </a:lnTo>
                <a:lnTo>
                  <a:pt x="0" y="2309812"/>
                </a:lnTo>
                <a:lnTo>
                  <a:pt x="0" y="1789113"/>
                </a:lnTo>
                <a:lnTo>
                  <a:pt x="1588" y="1789113"/>
                </a:lnTo>
                <a:cubicBezTo>
                  <a:pt x="1588" y="686838"/>
                  <a:pt x="1588" y="686838"/>
                  <a:pt x="1588" y="686838"/>
                </a:cubicBezTo>
                <a:cubicBezTo>
                  <a:pt x="14680" y="686838"/>
                  <a:pt x="26582" y="685648"/>
                  <a:pt x="39675" y="685648"/>
                </a:cubicBezTo>
                <a:cubicBezTo>
                  <a:pt x="175359" y="685648"/>
                  <a:pt x="295570" y="716597"/>
                  <a:pt x="402689" y="776115"/>
                </a:cubicBezTo>
                <a:cubicBezTo>
                  <a:pt x="426494" y="742785"/>
                  <a:pt x="456249" y="710645"/>
                  <a:pt x="490765" y="680886"/>
                </a:cubicBezTo>
                <a:cubicBezTo>
                  <a:pt x="607406" y="579706"/>
                  <a:pt x="747851" y="529711"/>
                  <a:pt x="912100" y="529711"/>
                </a:cubicBezTo>
                <a:cubicBezTo>
                  <a:pt x="965659" y="529711"/>
                  <a:pt x="1015648" y="535662"/>
                  <a:pt x="1063257" y="545185"/>
                </a:cubicBezTo>
                <a:cubicBezTo>
                  <a:pt x="1060876" y="528520"/>
                  <a:pt x="1060876" y="510665"/>
                  <a:pt x="1060876" y="492809"/>
                </a:cubicBezTo>
                <a:cubicBezTo>
                  <a:pt x="1060876" y="357108"/>
                  <a:pt x="1116816" y="240453"/>
                  <a:pt x="1227506" y="144034"/>
                </a:cubicBezTo>
                <a:cubicBezTo>
                  <a:pt x="1339386" y="47614"/>
                  <a:pt x="1475070" y="0"/>
                  <a:pt x="1632178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 Placeholder 7"/>
          <p:cNvSpPr>
            <a:spLocks noGrp="1"/>
          </p:cNvSpPr>
          <p:nvPr>
            <p:ph type="body" sz="quarter" idx="40" hasCustomPrompt="1"/>
          </p:nvPr>
        </p:nvSpPr>
        <p:spPr>
          <a:xfrm>
            <a:off x="554039" y="4086927"/>
            <a:ext cx="4043361" cy="359817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00" b="1">
                <a:solidFill>
                  <a:schemeClr val="bg1"/>
                </a:solidFill>
                <a:latin typeface="Lato Light"/>
                <a:cs typeface="Lato Light"/>
              </a:defRPr>
            </a:lvl1pPr>
          </a:lstStyle>
          <a:p>
            <a:pPr lvl="0"/>
            <a:r>
              <a:rPr lang="es-ES_tradnl" dirty="0" err="1"/>
              <a:t>Title</a:t>
            </a:r>
            <a:r>
              <a:rPr lang="es-ES_tradnl" dirty="0"/>
              <a:t> </a:t>
            </a:r>
            <a:r>
              <a:rPr lang="es-ES_tradnl" dirty="0" err="1"/>
              <a:t>Here</a:t>
            </a:r>
            <a:endParaRPr lang="es-ES_tradnl" dirty="0"/>
          </a:p>
        </p:txBody>
      </p:sp>
      <p:sp>
        <p:nvSpPr>
          <p:cNvPr id="17" name="Text Placeholder 7"/>
          <p:cNvSpPr>
            <a:spLocks noGrp="1"/>
          </p:cNvSpPr>
          <p:nvPr>
            <p:ph type="body" sz="quarter" idx="41" hasCustomPrompt="1"/>
          </p:nvPr>
        </p:nvSpPr>
        <p:spPr>
          <a:xfrm>
            <a:off x="554040" y="4463359"/>
            <a:ext cx="4043363" cy="190376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accent2">
                    <a:lumMod val="75000"/>
                  </a:schemeClr>
                </a:solidFill>
                <a:latin typeface="Lato Light"/>
                <a:cs typeface="Lato Light"/>
              </a:defRPr>
            </a:lvl1pPr>
          </a:lstStyle>
          <a:p>
            <a:pPr lvl="0"/>
            <a:r>
              <a:rPr lang="es-ES_tradnl" dirty="0" err="1"/>
              <a:t>Subtitle</a:t>
            </a:r>
            <a:r>
              <a:rPr lang="es-ES_tradnl" dirty="0"/>
              <a:t> </a:t>
            </a:r>
            <a:r>
              <a:rPr lang="es-ES_tradnl" dirty="0" err="1"/>
              <a:t>Example</a:t>
            </a:r>
            <a:r>
              <a:rPr lang="es-ES_tradnl" dirty="0"/>
              <a:t> </a:t>
            </a:r>
            <a:r>
              <a:rPr lang="es-ES_tradnl" dirty="0" err="1"/>
              <a:t>Here</a:t>
            </a:r>
            <a:endParaRPr lang="es-ES_tradnl" dirty="0"/>
          </a:p>
        </p:txBody>
      </p:sp>
      <p:sp>
        <p:nvSpPr>
          <p:cNvPr id="18" name="Text Placeholder 2"/>
          <p:cNvSpPr>
            <a:spLocks noGrp="1"/>
          </p:cNvSpPr>
          <p:nvPr>
            <p:ph type="body" sz="quarter" idx="42" hasCustomPrompt="1"/>
          </p:nvPr>
        </p:nvSpPr>
        <p:spPr>
          <a:xfrm>
            <a:off x="554039" y="4653734"/>
            <a:ext cx="4043362" cy="654866"/>
          </a:xfrm>
          <a:prstGeom prst="rect">
            <a:avLst/>
          </a:prstGeom>
        </p:spPr>
        <p:txBody>
          <a:bodyPr vert="horz" lIns="0" tIns="0" rIns="0" bIns="0"/>
          <a:lstStyle>
            <a:lvl1pPr marL="0" marR="0" indent="0" algn="just" defTabSz="405037" rtl="0" eaLnBrk="1" fontAlgn="auto" latinLnBrk="0" hangingPunct="1">
              <a:lnSpc>
                <a:spcPct val="13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900">
                <a:solidFill>
                  <a:schemeClr val="bg1"/>
                </a:solidFill>
                <a:latin typeface="Lato Regular"/>
                <a:cs typeface="Lato Regular"/>
              </a:defRPr>
            </a:lvl1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tortor</a:t>
            </a:r>
            <a:r>
              <a:rPr lang="en-US" dirty="0"/>
              <a:t>, </a:t>
            </a:r>
            <a:r>
              <a:rPr lang="en-US" dirty="0" err="1"/>
              <a:t>mattis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dapibus</a:t>
            </a:r>
            <a:r>
              <a:rPr lang="en-US" dirty="0"/>
              <a:t> vitae, </a:t>
            </a:r>
            <a:r>
              <a:rPr lang="en-US" dirty="0" err="1"/>
              <a:t>euismod</a:t>
            </a:r>
            <a:r>
              <a:rPr lang="en-US" dirty="0"/>
              <a:t>  </a:t>
            </a:r>
            <a:r>
              <a:rPr lang="en-US" dirty="0" err="1"/>
              <a:t>purus</a:t>
            </a:r>
            <a:r>
              <a:rPr lang="en-US" dirty="0"/>
              <a:t>. Maecenas </a:t>
            </a:r>
            <a:r>
              <a:rPr lang="en-US" dirty="0" err="1"/>
              <a:t>ut</a:t>
            </a:r>
            <a:r>
              <a:rPr lang="en-US" dirty="0"/>
              <a:t> lacus </a:t>
            </a:r>
            <a:r>
              <a:rPr lang="en-US" dirty="0" err="1"/>
              <a:t>nec</a:t>
            </a:r>
            <a:r>
              <a:rPr lang="en-US" dirty="0"/>
              <a:t> </a:t>
            </a:r>
            <a:r>
              <a:rPr lang="en-US" dirty="0" err="1"/>
              <a:t>mauris</a:t>
            </a:r>
            <a:r>
              <a:rPr lang="en-US" dirty="0"/>
              <a:t> </a:t>
            </a:r>
            <a:r>
              <a:rPr lang="en-US" dirty="0" err="1"/>
              <a:t>feugiat</a:t>
            </a:r>
            <a:r>
              <a:rPr lang="en-US" dirty="0"/>
              <a:t> </a:t>
            </a:r>
            <a:r>
              <a:rPr lang="en-US" dirty="0" err="1"/>
              <a:t>tristique</a:t>
            </a:r>
            <a:r>
              <a:rPr lang="en-US" dirty="0"/>
              <a:t> et in </a:t>
            </a:r>
            <a:r>
              <a:rPr lang="en-US" dirty="0" err="1"/>
              <a:t>metus</a:t>
            </a:r>
            <a:r>
              <a:rPr lang="en-US" dirty="0"/>
              <a:t>. </a:t>
            </a:r>
          </a:p>
        </p:txBody>
      </p:sp>
      <p:sp>
        <p:nvSpPr>
          <p:cNvPr id="11" name="Freeform 35"/>
          <p:cNvSpPr>
            <a:spLocks/>
          </p:cNvSpPr>
          <p:nvPr userDrawn="1"/>
        </p:nvSpPr>
        <p:spPr bwMode="auto">
          <a:xfrm>
            <a:off x="655640" y="1656729"/>
            <a:ext cx="2642214" cy="1555653"/>
          </a:xfrm>
          <a:custGeom>
            <a:avLst/>
            <a:gdLst>
              <a:gd name="T0" fmla="*/ 39 w 277"/>
              <a:gd name="T1" fmla="*/ 68 h 162"/>
              <a:gd name="T2" fmla="*/ 45 w 277"/>
              <a:gd name="T3" fmla="*/ 69 h 162"/>
              <a:gd name="T4" fmla="*/ 102 w 277"/>
              <a:gd name="T5" fmla="*/ 24 h 162"/>
              <a:gd name="T6" fmla="*/ 140 w 277"/>
              <a:gd name="T7" fmla="*/ 38 h 162"/>
              <a:gd name="T8" fmla="*/ 180 w 277"/>
              <a:gd name="T9" fmla="*/ 0 h 162"/>
              <a:gd name="T10" fmla="*/ 220 w 277"/>
              <a:gd name="T11" fmla="*/ 41 h 162"/>
              <a:gd name="T12" fmla="*/ 220 w 277"/>
              <a:gd name="T13" fmla="*/ 41 h 162"/>
              <a:gd name="T14" fmla="*/ 229 w 277"/>
              <a:gd name="T15" fmla="*/ 41 h 162"/>
              <a:gd name="T16" fmla="*/ 277 w 277"/>
              <a:gd name="T17" fmla="*/ 89 h 162"/>
              <a:gd name="T18" fmla="*/ 229 w 277"/>
              <a:gd name="T19" fmla="*/ 138 h 162"/>
              <a:gd name="T20" fmla="*/ 206 w 277"/>
              <a:gd name="T21" fmla="*/ 133 h 162"/>
              <a:gd name="T22" fmla="*/ 162 w 277"/>
              <a:gd name="T23" fmla="*/ 162 h 162"/>
              <a:gd name="T24" fmla="*/ 122 w 277"/>
              <a:gd name="T25" fmla="*/ 139 h 162"/>
              <a:gd name="T26" fmla="*/ 102 w 277"/>
              <a:gd name="T27" fmla="*/ 142 h 162"/>
              <a:gd name="T28" fmla="*/ 69 w 277"/>
              <a:gd name="T29" fmla="*/ 132 h 162"/>
              <a:gd name="T30" fmla="*/ 39 w 277"/>
              <a:gd name="T31" fmla="*/ 147 h 162"/>
              <a:gd name="T32" fmla="*/ 0 w 277"/>
              <a:gd name="T33" fmla="*/ 107 h 162"/>
              <a:gd name="T34" fmla="*/ 39 w 277"/>
              <a:gd name="T35" fmla="*/ 68 h 16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277" h="162">
                <a:moveTo>
                  <a:pt x="39" y="68"/>
                </a:moveTo>
                <a:cubicBezTo>
                  <a:pt x="41" y="68"/>
                  <a:pt x="43" y="68"/>
                  <a:pt x="45" y="69"/>
                </a:cubicBezTo>
                <a:cubicBezTo>
                  <a:pt x="52" y="43"/>
                  <a:pt x="75" y="24"/>
                  <a:pt x="102" y="24"/>
                </a:cubicBezTo>
                <a:cubicBezTo>
                  <a:pt x="117" y="24"/>
                  <a:pt x="130" y="29"/>
                  <a:pt x="140" y="38"/>
                </a:cubicBezTo>
                <a:cubicBezTo>
                  <a:pt x="141" y="17"/>
                  <a:pt x="159" y="0"/>
                  <a:pt x="180" y="0"/>
                </a:cubicBezTo>
                <a:cubicBezTo>
                  <a:pt x="202" y="0"/>
                  <a:pt x="220" y="18"/>
                  <a:pt x="220" y="41"/>
                </a:cubicBezTo>
                <a:cubicBezTo>
                  <a:pt x="220" y="41"/>
                  <a:pt x="220" y="41"/>
                  <a:pt x="220" y="41"/>
                </a:cubicBezTo>
                <a:cubicBezTo>
                  <a:pt x="223" y="41"/>
                  <a:pt x="226" y="41"/>
                  <a:pt x="229" y="41"/>
                </a:cubicBezTo>
                <a:cubicBezTo>
                  <a:pt x="255" y="41"/>
                  <a:pt x="277" y="63"/>
                  <a:pt x="277" y="89"/>
                </a:cubicBezTo>
                <a:cubicBezTo>
                  <a:pt x="277" y="116"/>
                  <a:pt x="255" y="138"/>
                  <a:pt x="229" y="138"/>
                </a:cubicBezTo>
                <a:cubicBezTo>
                  <a:pt x="220" y="138"/>
                  <a:pt x="213" y="136"/>
                  <a:pt x="206" y="133"/>
                </a:cubicBezTo>
                <a:cubicBezTo>
                  <a:pt x="199" y="150"/>
                  <a:pt x="182" y="162"/>
                  <a:pt x="162" y="162"/>
                </a:cubicBezTo>
                <a:cubicBezTo>
                  <a:pt x="145" y="162"/>
                  <a:pt x="130" y="153"/>
                  <a:pt x="122" y="139"/>
                </a:cubicBezTo>
                <a:cubicBezTo>
                  <a:pt x="116" y="141"/>
                  <a:pt x="109" y="142"/>
                  <a:pt x="102" y="142"/>
                </a:cubicBezTo>
                <a:cubicBezTo>
                  <a:pt x="90" y="142"/>
                  <a:pt x="79" y="139"/>
                  <a:pt x="69" y="132"/>
                </a:cubicBezTo>
                <a:cubicBezTo>
                  <a:pt x="62" y="141"/>
                  <a:pt x="51" y="147"/>
                  <a:pt x="39" y="147"/>
                </a:cubicBezTo>
                <a:cubicBezTo>
                  <a:pt x="17" y="147"/>
                  <a:pt x="0" y="129"/>
                  <a:pt x="0" y="107"/>
                </a:cubicBezTo>
                <a:cubicBezTo>
                  <a:pt x="0" y="86"/>
                  <a:pt x="17" y="68"/>
                  <a:pt x="39" y="68"/>
                </a:cubicBezTo>
                <a:close/>
              </a:path>
            </a:pathLst>
          </a:custGeom>
          <a:solidFill>
            <a:schemeClr val="bg1">
              <a:alpha val="7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13" name="Freeform 35"/>
          <p:cNvSpPr>
            <a:spLocks/>
          </p:cNvSpPr>
          <p:nvPr userDrawn="1"/>
        </p:nvSpPr>
        <p:spPr bwMode="auto">
          <a:xfrm flipH="1">
            <a:off x="5926754" y="3098081"/>
            <a:ext cx="2642214" cy="1555653"/>
          </a:xfrm>
          <a:custGeom>
            <a:avLst/>
            <a:gdLst>
              <a:gd name="T0" fmla="*/ 39 w 277"/>
              <a:gd name="T1" fmla="*/ 68 h 162"/>
              <a:gd name="T2" fmla="*/ 45 w 277"/>
              <a:gd name="T3" fmla="*/ 69 h 162"/>
              <a:gd name="T4" fmla="*/ 102 w 277"/>
              <a:gd name="T5" fmla="*/ 24 h 162"/>
              <a:gd name="T6" fmla="*/ 140 w 277"/>
              <a:gd name="T7" fmla="*/ 38 h 162"/>
              <a:gd name="T8" fmla="*/ 180 w 277"/>
              <a:gd name="T9" fmla="*/ 0 h 162"/>
              <a:gd name="T10" fmla="*/ 220 w 277"/>
              <a:gd name="T11" fmla="*/ 41 h 162"/>
              <a:gd name="T12" fmla="*/ 220 w 277"/>
              <a:gd name="T13" fmla="*/ 41 h 162"/>
              <a:gd name="T14" fmla="*/ 229 w 277"/>
              <a:gd name="T15" fmla="*/ 41 h 162"/>
              <a:gd name="T16" fmla="*/ 277 w 277"/>
              <a:gd name="T17" fmla="*/ 89 h 162"/>
              <a:gd name="T18" fmla="*/ 229 w 277"/>
              <a:gd name="T19" fmla="*/ 138 h 162"/>
              <a:gd name="T20" fmla="*/ 206 w 277"/>
              <a:gd name="T21" fmla="*/ 133 h 162"/>
              <a:gd name="T22" fmla="*/ 162 w 277"/>
              <a:gd name="T23" fmla="*/ 162 h 162"/>
              <a:gd name="T24" fmla="*/ 122 w 277"/>
              <a:gd name="T25" fmla="*/ 139 h 162"/>
              <a:gd name="T26" fmla="*/ 102 w 277"/>
              <a:gd name="T27" fmla="*/ 142 h 162"/>
              <a:gd name="T28" fmla="*/ 69 w 277"/>
              <a:gd name="T29" fmla="*/ 132 h 162"/>
              <a:gd name="T30" fmla="*/ 39 w 277"/>
              <a:gd name="T31" fmla="*/ 147 h 162"/>
              <a:gd name="T32" fmla="*/ 0 w 277"/>
              <a:gd name="T33" fmla="*/ 107 h 162"/>
              <a:gd name="T34" fmla="*/ 39 w 277"/>
              <a:gd name="T35" fmla="*/ 68 h 16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277" h="162">
                <a:moveTo>
                  <a:pt x="39" y="68"/>
                </a:moveTo>
                <a:cubicBezTo>
                  <a:pt x="41" y="68"/>
                  <a:pt x="43" y="68"/>
                  <a:pt x="45" y="69"/>
                </a:cubicBezTo>
                <a:cubicBezTo>
                  <a:pt x="52" y="43"/>
                  <a:pt x="75" y="24"/>
                  <a:pt x="102" y="24"/>
                </a:cubicBezTo>
                <a:cubicBezTo>
                  <a:pt x="117" y="24"/>
                  <a:pt x="130" y="29"/>
                  <a:pt x="140" y="38"/>
                </a:cubicBezTo>
                <a:cubicBezTo>
                  <a:pt x="141" y="17"/>
                  <a:pt x="159" y="0"/>
                  <a:pt x="180" y="0"/>
                </a:cubicBezTo>
                <a:cubicBezTo>
                  <a:pt x="202" y="0"/>
                  <a:pt x="220" y="18"/>
                  <a:pt x="220" y="41"/>
                </a:cubicBezTo>
                <a:cubicBezTo>
                  <a:pt x="220" y="41"/>
                  <a:pt x="220" y="41"/>
                  <a:pt x="220" y="41"/>
                </a:cubicBezTo>
                <a:cubicBezTo>
                  <a:pt x="223" y="41"/>
                  <a:pt x="226" y="41"/>
                  <a:pt x="229" y="41"/>
                </a:cubicBezTo>
                <a:cubicBezTo>
                  <a:pt x="255" y="41"/>
                  <a:pt x="277" y="63"/>
                  <a:pt x="277" y="89"/>
                </a:cubicBezTo>
                <a:cubicBezTo>
                  <a:pt x="277" y="116"/>
                  <a:pt x="255" y="138"/>
                  <a:pt x="229" y="138"/>
                </a:cubicBezTo>
                <a:cubicBezTo>
                  <a:pt x="220" y="138"/>
                  <a:pt x="213" y="136"/>
                  <a:pt x="206" y="133"/>
                </a:cubicBezTo>
                <a:cubicBezTo>
                  <a:pt x="199" y="150"/>
                  <a:pt x="182" y="162"/>
                  <a:pt x="162" y="162"/>
                </a:cubicBezTo>
                <a:cubicBezTo>
                  <a:pt x="145" y="162"/>
                  <a:pt x="130" y="153"/>
                  <a:pt x="122" y="139"/>
                </a:cubicBezTo>
                <a:cubicBezTo>
                  <a:pt x="116" y="141"/>
                  <a:pt x="109" y="142"/>
                  <a:pt x="102" y="142"/>
                </a:cubicBezTo>
                <a:cubicBezTo>
                  <a:pt x="90" y="142"/>
                  <a:pt x="79" y="139"/>
                  <a:pt x="69" y="132"/>
                </a:cubicBezTo>
                <a:cubicBezTo>
                  <a:pt x="62" y="141"/>
                  <a:pt x="51" y="147"/>
                  <a:pt x="39" y="147"/>
                </a:cubicBezTo>
                <a:cubicBezTo>
                  <a:pt x="17" y="147"/>
                  <a:pt x="0" y="129"/>
                  <a:pt x="0" y="107"/>
                </a:cubicBezTo>
                <a:cubicBezTo>
                  <a:pt x="0" y="86"/>
                  <a:pt x="17" y="68"/>
                  <a:pt x="39" y="68"/>
                </a:cubicBezTo>
                <a:close/>
              </a:path>
            </a:pathLst>
          </a:custGeom>
          <a:solidFill>
            <a:schemeClr val="bg1">
              <a:alpha val="7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14" name="Rounded Rectangle 13"/>
          <p:cNvSpPr/>
          <p:nvPr userDrawn="1"/>
        </p:nvSpPr>
        <p:spPr>
          <a:xfrm>
            <a:off x="8680453" y="270483"/>
            <a:ext cx="274638" cy="237193"/>
          </a:xfrm>
          <a:prstGeom prst="roundRect">
            <a:avLst>
              <a:gd name="adj" fmla="val 21739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5057" tIns="47529" rIns="95057" bIns="47529" rtlCol="0" anchor="ctr"/>
          <a:lstStyle/>
          <a:p>
            <a:pPr algn="ctr"/>
            <a:endParaRPr lang="en-US" dirty="0">
              <a:solidFill>
                <a:srgbClr val="7F7F7F"/>
              </a:solidFill>
            </a:endParaRPr>
          </a:p>
        </p:txBody>
      </p:sp>
      <p:sp>
        <p:nvSpPr>
          <p:cNvPr id="15" name="TextBox 14"/>
          <p:cNvSpPr txBox="1"/>
          <p:nvPr userDrawn="1"/>
        </p:nvSpPr>
        <p:spPr>
          <a:xfrm flipH="1">
            <a:off x="8744211" y="263429"/>
            <a:ext cx="145790" cy="244248"/>
          </a:xfrm>
          <a:prstGeom prst="rect">
            <a:avLst/>
          </a:prstGeom>
          <a:noFill/>
        </p:spPr>
        <p:txBody>
          <a:bodyPr wrap="none" lIns="0" tIns="0" rIns="0" bIns="0" rtlCol="0" anchor="ctr" anchorCtr="1">
            <a:normAutofit/>
          </a:bodyPr>
          <a:lstStyle/>
          <a:p>
            <a:pPr algn="ctr">
              <a:lnSpc>
                <a:spcPct val="100000"/>
              </a:lnSpc>
            </a:pPr>
            <a:fld id="{FCEE2C88-6C8F-484D-AF69-578F576B1F44}" type="slidenum">
              <a:rPr lang="en-US" sz="900" smtClean="0">
                <a:solidFill>
                  <a:schemeClr val="bg1"/>
                </a:solidFill>
                <a:latin typeface="Arial"/>
                <a:cs typeface="Arial"/>
              </a:rPr>
              <a:pPr algn="ctr">
                <a:lnSpc>
                  <a:spcPct val="100000"/>
                </a:lnSpc>
              </a:pPr>
              <a:t>‹#›</a:t>
            </a:fld>
            <a:endParaRPr lang="en-US" sz="900" dirty="0">
              <a:solidFill>
                <a:schemeClr val="bg1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11254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400" fill="hold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300"/>
                            </p:stCondLst>
                            <p:childTnLst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800"/>
                            </p:stCondLst>
                            <p:childTnLst>
                              <p:par>
                                <p:cTn id="2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5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3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3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400"/>
                        <p:tgtEl>
                          <p:spTgt spid="16"/>
                        </p:tgtEl>
                      </p:cBhvr>
                    </p:animEffect>
                    <p:anim calcmode="lin" valueType="num">
                      <p:cBhvr>
                        <p:cTn dur="400" fill="hold"/>
                        <p:tgtEl>
                          <p:spTgt spid="1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400" fill="hold"/>
                        <p:tgtEl>
                          <p:spTgt spid="1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7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7"/>
                        </p:tgtEl>
                      </p:cBhvr>
                    </p:animEffect>
                    <p:anim calcmode="lin" valueType="num">
                      <p:cBhvr>
                        <p:cTn dur="500" fill="hold"/>
                        <p:tgtEl>
                          <p:spTgt spid="1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1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8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8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1" grpId="0" animBg="1"/>
      <p:bldP spid="13" grpId="0" animBg="1"/>
      <p:bldP spid="14" grpId="0" animBg="1"/>
    </p:bldLst>
  </p:timing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reack Section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2"/>
          <p:cNvSpPr>
            <a:spLocks noGrp="1"/>
          </p:cNvSpPr>
          <p:nvPr>
            <p:ph type="pic" sz="quarter" idx="48"/>
          </p:nvPr>
        </p:nvSpPr>
        <p:spPr>
          <a:xfrm rot="10800000">
            <a:off x="0" y="-55031"/>
            <a:ext cx="9174162" cy="5770031"/>
          </a:xfrm>
          <a:custGeom>
            <a:avLst/>
            <a:gdLst>
              <a:gd name="connsiteX0" fmla="*/ 0 w 3903662"/>
              <a:gd name="connsiteY0" fmla="*/ 0 h 3433231"/>
              <a:gd name="connsiteX1" fmla="*/ 3903662 w 3903662"/>
              <a:gd name="connsiteY1" fmla="*/ 0 h 3433231"/>
              <a:gd name="connsiteX2" fmla="*/ 3903662 w 3903662"/>
              <a:gd name="connsiteY2" fmla="*/ 3433231 h 3433231"/>
              <a:gd name="connsiteX3" fmla="*/ 0 w 3903662"/>
              <a:gd name="connsiteY3" fmla="*/ 3433231 h 3433231"/>
              <a:gd name="connsiteX4" fmla="*/ 0 w 3903662"/>
              <a:gd name="connsiteY4" fmla="*/ 0 h 3433231"/>
              <a:gd name="connsiteX0" fmla="*/ 0 w 9174162"/>
              <a:gd name="connsiteY0" fmla="*/ 2336800 h 5770031"/>
              <a:gd name="connsiteX1" fmla="*/ 9174162 w 9174162"/>
              <a:gd name="connsiteY1" fmla="*/ 0 h 5770031"/>
              <a:gd name="connsiteX2" fmla="*/ 3903662 w 9174162"/>
              <a:gd name="connsiteY2" fmla="*/ 5770031 h 5770031"/>
              <a:gd name="connsiteX3" fmla="*/ 0 w 9174162"/>
              <a:gd name="connsiteY3" fmla="*/ 5770031 h 5770031"/>
              <a:gd name="connsiteX4" fmla="*/ 0 w 9174162"/>
              <a:gd name="connsiteY4" fmla="*/ 2336800 h 5770031"/>
              <a:gd name="connsiteX0" fmla="*/ 0 w 9174162"/>
              <a:gd name="connsiteY0" fmla="*/ 2415109 h 5848340"/>
              <a:gd name="connsiteX1" fmla="*/ 9174162 w 9174162"/>
              <a:gd name="connsiteY1" fmla="*/ 78309 h 5848340"/>
              <a:gd name="connsiteX2" fmla="*/ 3903662 w 9174162"/>
              <a:gd name="connsiteY2" fmla="*/ 5848340 h 5848340"/>
              <a:gd name="connsiteX3" fmla="*/ 0 w 9174162"/>
              <a:gd name="connsiteY3" fmla="*/ 5848340 h 5848340"/>
              <a:gd name="connsiteX4" fmla="*/ 0 w 9174162"/>
              <a:gd name="connsiteY4" fmla="*/ 2415109 h 5848340"/>
              <a:gd name="connsiteX0" fmla="*/ 0 w 9174162"/>
              <a:gd name="connsiteY0" fmla="*/ 2393036 h 5826267"/>
              <a:gd name="connsiteX1" fmla="*/ 9174162 w 9174162"/>
              <a:gd name="connsiteY1" fmla="*/ 56236 h 5826267"/>
              <a:gd name="connsiteX2" fmla="*/ 3903662 w 9174162"/>
              <a:gd name="connsiteY2" fmla="*/ 5826267 h 5826267"/>
              <a:gd name="connsiteX3" fmla="*/ 0 w 9174162"/>
              <a:gd name="connsiteY3" fmla="*/ 5826267 h 5826267"/>
              <a:gd name="connsiteX4" fmla="*/ 0 w 9174162"/>
              <a:gd name="connsiteY4" fmla="*/ 2393036 h 5826267"/>
              <a:gd name="connsiteX0" fmla="*/ 0 w 9174162"/>
              <a:gd name="connsiteY0" fmla="*/ 2393036 h 5826267"/>
              <a:gd name="connsiteX1" fmla="*/ 9174162 w 9174162"/>
              <a:gd name="connsiteY1" fmla="*/ 56236 h 5826267"/>
              <a:gd name="connsiteX2" fmla="*/ 3903662 w 9174162"/>
              <a:gd name="connsiteY2" fmla="*/ 5826267 h 5826267"/>
              <a:gd name="connsiteX3" fmla="*/ 0 w 9174162"/>
              <a:gd name="connsiteY3" fmla="*/ 5826267 h 5826267"/>
              <a:gd name="connsiteX4" fmla="*/ 0 w 9174162"/>
              <a:gd name="connsiteY4" fmla="*/ 2393036 h 5826267"/>
              <a:gd name="connsiteX0" fmla="*/ 0 w 9174162"/>
              <a:gd name="connsiteY0" fmla="*/ 2336800 h 5770031"/>
              <a:gd name="connsiteX1" fmla="*/ 9174162 w 9174162"/>
              <a:gd name="connsiteY1" fmla="*/ 0 h 5770031"/>
              <a:gd name="connsiteX2" fmla="*/ 3903662 w 9174162"/>
              <a:gd name="connsiteY2" fmla="*/ 5770031 h 5770031"/>
              <a:gd name="connsiteX3" fmla="*/ 0 w 9174162"/>
              <a:gd name="connsiteY3" fmla="*/ 5770031 h 5770031"/>
              <a:gd name="connsiteX4" fmla="*/ 0 w 9174162"/>
              <a:gd name="connsiteY4" fmla="*/ 2336800 h 5770031"/>
              <a:gd name="connsiteX0" fmla="*/ 0 w 9174162"/>
              <a:gd name="connsiteY0" fmla="*/ 2336800 h 5770031"/>
              <a:gd name="connsiteX1" fmla="*/ 9174162 w 9174162"/>
              <a:gd name="connsiteY1" fmla="*/ 0 h 5770031"/>
              <a:gd name="connsiteX2" fmla="*/ 5935662 w 9174162"/>
              <a:gd name="connsiteY2" fmla="*/ 5757331 h 5770031"/>
              <a:gd name="connsiteX3" fmla="*/ 0 w 9174162"/>
              <a:gd name="connsiteY3" fmla="*/ 5770031 h 5770031"/>
              <a:gd name="connsiteX4" fmla="*/ 0 w 9174162"/>
              <a:gd name="connsiteY4" fmla="*/ 2336800 h 5770031"/>
              <a:gd name="connsiteX0" fmla="*/ 0 w 9174162"/>
              <a:gd name="connsiteY0" fmla="*/ 2336800 h 5770031"/>
              <a:gd name="connsiteX1" fmla="*/ 9174162 w 9174162"/>
              <a:gd name="connsiteY1" fmla="*/ 0 h 5770031"/>
              <a:gd name="connsiteX2" fmla="*/ 5935662 w 9174162"/>
              <a:gd name="connsiteY2" fmla="*/ 5757331 h 5770031"/>
              <a:gd name="connsiteX3" fmla="*/ 0 w 9174162"/>
              <a:gd name="connsiteY3" fmla="*/ 5770031 h 5770031"/>
              <a:gd name="connsiteX4" fmla="*/ 0 w 9174162"/>
              <a:gd name="connsiteY4" fmla="*/ 2336800 h 57700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74162" h="5770031">
                <a:moveTo>
                  <a:pt x="0" y="2336800"/>
                </a:moveTo>
                <a:cubicBezTo>
                  <a:pt x="5191654" y="2548467"/>
                  <a:pt x="8097308" y="512233"/>
                  <a:pt x="9174162" y="0"/>
                </a:cubicBezTo>
                <a:cubicBezTo>
                  <a:pt x="7671329" y="1351844"/>
                  <a:pt x="6651095" y="1738487"/>
                  <a:pt x="5935662" y="5757331"/>
                </a:cubicBezTo>
                <a:lnTo>
                  <a:pt x="0" y="5770031"/>
                </a:lnTo>
                <a:lnTo>
                  <a:pt x="0" y="2336800"/>
                </a:lnTo>
                <a:close/>
              </a:path>
            </a:pathLst>
          </a:custGeom>
          <a:effectLst/>
        </p:spPr>
        <p:txBody>
          <a:bodyPr vert="horz" lIns="95057" tIns="47529" rIns="95057" bIns="47529"/>
          <a:lstStyle>
            <a:lvl1pPr marL="0" indent="0" algn="ctr">
              <a:buNone/>
              <a:defRPr sz="900">
                <a:solidFill>
                  <a:srgbClr val="7F7F7F"/>
                </a:solidFill>
                <a:latin typeface="Lato Regular"/>
                <a:cs typeface="Lato Regular"/>
              </a:defRPr>
            </a:lvl1pPr>
          </a:lstStyle>
          <a:p>
            <a:endParaRPr lang="en-US" dirty="0"/>
          </a:p>
        </p:txBody>
      </p:sp>
      <p:sp>
        <p:nvSpPr>
          <p:cNvPr id="16" name="Text Placeholder 7"/>
          <p:cNvSpPr>
            <a:spLocks noGrp="1"/>
          </p:cNvSpPr>
          <p:nvPr>
            <p:ph type="body" sz="quarter" idx="40" hasCustomPrompt="1"/>
          </p:nvPr>
        </p:nvSpPr>
        <p:spPr>
          <a:xfrm>
            <a:off x="4465639" y="4125027"/>
            <a:ext cx="4043361" cy="359817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500" b="1">
                <a:solidFill>
                  <a:schemeClr val="bg1"/>
                </a:solidFill>
                <a:latin typeface="Lato Light"/>
                <a:cs typeface="Lato Light"/>
              </a:defRPr>
            </a:lvl1pPr>
          </a:lstStyle>
          <a:p>
            <a:pPr lvl="0"/>
            <a:r>
              <a:rPr lang="es-ES_tradnl" dirty="0" err="1"/>
              <a:t>Title</a:t>
            </a:r>
            <a:r>
              <a:rPr lang="es-ES_tradnl" dirty="0"/>
              <a:t> </a:t>
            </a:r>
            <a:r>
              <a:rPr lang="es-ES_tradnl" dirty="0" err="1"/>
              <a:t>Here</a:t>
            </a:r>
            <a:endParaRPr lang="es-ES_tradnl" dirty="0"/>
          </a:p>
        </p:txBody>
      </p:sp>
      <p:sp>
        <p:nvSpPr>
          <p:cNvPr id="17" name="Text Placeholder 7"/>
          <p:cNvSpPr>
            <a:spLocks noGrp="1"/>
          </p:cNvSpPr>
          <p:nvPr>
            <p:ph type="body" sz="quarter" idx="41" hasCustomPrompt="1"/>
          </p:nvPr>
        </p:nvSpPr>
        <p:spPr>
          <a:xfrm>
            <a:off x="4465640" y="4514159"/>
            <a:ext cx="4043363" cy="190376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accent3"/>
                </a:solidFill>
                <a:latin typeface="Lato Light"/>
                <a:cs typeface="Lato Light"/>
              </a:defRPr>
            </a:lvl1pPr>
          </a:lstStyle>
          <a:p>
            <a:pPr lvl="0"/>
            <a:r>
              <a:rPr lang="es-ES_tradnl" dirty="0" err="1"/>
              <a:t>Subtitle</a:t>
            </a:r>
            <a:r>
              <a:rPr lang="es-ES_tradnl" dirty="0"/>
              <a:t> </a:t>
            </a:r>
            <a:r>
              <a:rPr lang="es-ES_tradnl" dirty="0" err="1"/>
              <a:t>Example</a:t>
            </a:r>
            <a:r>
              <a:rPr lang="es-ES_tradnl" dirty="0"/>
              <a:t> </a:t>
            </a:r>
            <a:r>
              <a:rPr lang="es-ES_tradnl" dirty="0" err="1"/>
              <a:t>Here</a:t>
            </a:r>
            <a:endParaRPr lang="es-ES_tradnl" dirty="0"/>
          </a:p>
        </p:txBody>
      </p:sp>
      <p:sp>
        <p:nvSpPr>
          <p:cNvPr id="18" name="Text Placeholder 2"/>
          <p:cNvSpPr>
            <a:spLocks noGrp="1"/>
          </p:cNvSpPr>
          <p:nvPr>
            <p:ph type="body" sz="quarter" idx="42" hasCustomPrompt="1"/>
          </p:nvPr>
        </p:nvSpPr>
        <p:spPr>
          <a:xfrm>
            <a:off x="4465639" y="4704534"/>
            <a:ext cx="4043362" cy="654866"/>
          </a:xfrm>
          <a:prstGeom prst="rect">
            <a:avLst/>
          </a:prstGeom>
        </p:spPr>
        <p:txBody>
          <a:bodyPr vert="horz" lIns="0" tIns="0" rIns="0" bIns="0"/>
          <a:lstStyle>
            <a:lvl1pPr marL="0" marR="0" indent="0" algn="just" defTabSz="405037" rtl="0" eaLnBrk="1" fontAlgn="auto" latinLnBrk="0" hangingPunct="1">
              <a:lnSpc>
                <a:spcPct val="13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900">
                <a:solidFill>
                  <a:schemeClr val="bg1"/>
                </a:solidFill>
                <a:latin typeface="Lato Regular"/>
                <a:cs typeface="Lato Regular"/>
              </a:defRPr>
            </a:lvl1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tortor</a:t>
            </a:r>
            <a:r>
              <a:rPr lang="en-US" dirty="0"/>
              <a:t>, </a:t>
            </a:r>
            <a:r>
              <a:rPr lang="en-US" dirty="0" err="1"/>
              <a:t>mattis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dapibus</a:t>
            </a:r>
            <a:r>
              <a:rPr lang="en-US" dirty="0"/>
              <a:t> vitae, </a:t>
            </a:r>
            <a:r>
              <a:rPr lang="en-US" dirty="0" err="1"/>
              <a:t>euismod</a:t>
            </a:r>
            <a:r>
              <a:rPr lang="en-US" dirty="0"/>
              <a:t>  </a:t>
            </a:r>
            <a:r>
              <a:rPr lang="en-US" dirty="0" err="1"/>
              <a:t>purus</a:t>
            </a:r>
            <a:r>
              <a:rPr lang="en-US" dirty="0"/>
              <a:t>. Maecenas </a:t>
            </a:r>
            <a:r>
              <a:rPr lang="en-US" dirty="0" err="1"/>
              <a:t>ut</a:t>
            </a:r>
            <a:r>
              <a:rPr lang="en-US" dirty="0"/>
              <a:t> lacus </a:t>
            </a:r>
            <a:r>
              <a:rPr lang="en-US" dirty="0" err="1"/>
              <a:t>nec</a:t>
            </a:r>
            <a:r>
              <a:rPr lang="en-US" dirty="0"/>
              <a:t> </a:t>
            </a:r>
            <a:r>
              <a:rPr lang="en-US" dirty="0" err="1"/>
              <a:t>mauris</a:t>
            </a:r>
            <a:r>
              <a:rPr lang="en-US" dirty="0"/>
              <a:t> </a:t>
            </a:r>
            <a:r>
              <a:rPr lang="en-US" dirty="0" err="1"/>
              <a:t>feugiat</a:t>
            </a:r>
            <a:r>
              <a:rPr lang="en-US" dirty="0"/>
              <a:t> </a:t>
            </a:r>
            <a:r>
              <a:rPr lang="en-US" dirty="0" err="1"/>
              <a:t>tristique</a:t>
            </a:r>
            <a:r>
              <a:rPr lang="en-US" dirty="0"/>
              <a:t> et in </a:t>
            </a:r>
            <a:r>
              <a:rPr lang="en-US" dirty="0" err="1"/>
              <a:t>metus</a:t>
            </a:r>
            <a:r>
              <a:rPr lang="en-US" dirty="0"/>
              <a:t>. </a:t>
            </a:r>
          </a:p>
        </p:txBody>
      </p:sp>
      <p:sp>
        <p:nvSpPr>
          <p:cNvPr id="14" name="Rounded Rectangle 13"/>
          <p:cNvSpPr/>
          <p:nvPr userDrawn="1"/>
        </p:nvSpPr>
        <p:spPr>
          <a:xfrm>
            <a:off x="8680453" y="270483"/>
            <a:ext cx="274638" cy="237193"/>
          </a:xfrm>
          <a:prstGeom prst="roundRect">
            <a:avLst>
              <a:gd name="adj" fmla="val 21739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5057" tIns="47529" rIns="95057" bIns="47529" rtlCol="0" anchor="ctr"/>
          <a:lstStyle/>
          <a:p>
            <a:pPr algn="ctr"/>
            <a:endParaRPr lang="en-US" dirty="0">
              <a:solidFill>
                <a:srgbClr val="7F7F7F"/>
              </a:solidFill>
            </a:endParaRPr>
          </a:p>
        </p:txBody>
      </p:sp>
      <p:sp>
        <p:nvSpPr>
          <p:cNvPr id="15" name="TextBox 14"/>
          <p:cNvSpPr txBox="1"/>
          <p:nvPr userDrawn="1"/>
        </p:nvSpPr>
        <p:spPr>
          <a:xfrm flipH="1">
            <a:off x="8744211" y="263429"/>
            <a:ext cx="145790" cy="244248"/>
          </a:xfrm>
          <a:prstGeom prst="rect">
            <a:avLst/>
          </a:prstGeom>
          <a:noFill/>
        </p:spPr>
        <p:txBody>
          <a:bodyPr wrap="none" lIns="0" tIns="0" rIns="0" bIns="0" rtlCol="0" anchor="ctr" anchorCtr="1">
            <a:normAutofit/>
          </a:bodyPr>
          <a:lstStyle/>
          <a:p>
            <a:pPr algn="ctr">
              <a:lnSpc>
                <a:spcPct val="100000"/>
              </a:lnSpc>
            </a:pPr>
            <a:fld id="{FCEE2C88-6C8F-484D-AF69-578F576B1F44}" type="slidenum">
              <a:rPr lang="en-US" sz="900" smtClean="0">
                <a:solidFill>
                  <a:schemeClr val="bg1"/>
                </a:solidFill>
                <a:latin typeface="Arial"/>
                <a:cs typeface="Arial"/>
              </a:rPr>
              <a:pPr algn="ctr">
                <a:lnSpc>
                  <a:spcPct val="100000"/>
                </a:lnSpc>
              </a:pPr>
              <a:t>‹#›</a:t>
            </a:fld>
            <a:endParaRPr lang="en-US" sz="900" dirty="0">
              <a:solidFill>
                <a:schemeClr val="bg1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24476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400" fill="hold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5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3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3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300"/>
                            </p:stCondLst>
                            <p:childTnLst>
                              <p:par>
                                <p:cTn id="24" presetID="22" presetClass="entr" presetSubtype="8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1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6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400"/>
                        <p:tgtEl>
                          <p:spTgt spid="16"/>
                        </p:tgtEl>
                      </p:cBhvr>
                    </p:animEffect>
                    <p:anim calcmode="lin" valueType="num">
                      <p:cBhvr>
                        <p:cTn dur="400" fill="hold"/>
                        <p:tgtEl>
                          <p:spTgt spid="1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400" fill="hold"/>
                        <p:tgtEl>
                          <p:spTgt spid="1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7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7"/>
                        </p:tgtEl>
                      </p:cBhvr>
                    </p:animEffect>
                    <p:anim calcmode="lin" valueType="num">
                      <p:cBhvr>
                        <p:cTn dur="500" fill="hold"/>
                        <p:tgtEl>
                          <p:spTgt spid="1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1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8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8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4" grpId="0" animBg="1"/>
    </p:bldLst>
  </p:timing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reak 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ardrop 11"/>
          <p:cNvSpPr/>
          <p:nvPr userDrawn="1"/>
        </p:nvSpPr>
        <p:spPr>
          <a:xfrm>
            <a:off x="4082014" y="221214"/>
            <a:ext cx="5061986" cy="5061986"/>
          </a:xfrm>
          <a:prstGeom prst="teardrop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Picture Placeholder 2"/>
          <p:cNvSpPr>
            <a:spLocks noGrp="1"/>
          </p:cNvSpPr>
          <p:nvPr>
            <p:ph type="pic" sz="quarter" idx="48"/>
          </p:nvPr>
        </p:nvSpPr>
        <p:spPr>
          <a:xfrm>
            <a:off x="0" y="0"/>
            <a:ext cx="9144000" cy="5715000"/>
          </a:xfrm>
          <a:custGeom>
            <a:avLst/>
            <a:gdLst/>
            <a:ahLst/>
            <a:cxnLst/>
            <a:rect l="l" t="t" r="r" b="b"/>
            <a:pathLst>
              <a:path w="9144000" h="5715000">
                <a:moveTo>
                  <a:pt x="0" y="0"/>
                </a:moveTo>
                <a:lnTo>
                  <a:pt x="9144000" y="0"/>
                </a:lnTo>
                <a:lnTo>
                  <a:pt x="9144000" y="221214"/>
                </a:lnTo>
                <a:lnTo>
                  <a:pt x="6613007" y="221214"/>
                </a:lnTo>
                <a:cubicBezTo>
                  <a:pt x="5215178" y="221214"/>
                  <a:pt x="4082014" y="1354378"/>
                  <a:pt x="4082014" y="2752207"/>
                </a:cubicBezTo>
                <a:cubicBezTo>
                  <a:pt x="4082014" y="4150036"/>
                  <a:pt x="5215178" y="5283200"/>
                  <a:pt x="6613007" y="5283200"/>
                </a:cubicBezTo>
                <a:cubicBezTo>
                  <a:pt x="8010836" y="5283200"/>
                  <a:pt x="9144000" y="4150036"/>
                  <a:pt x="9144000" y="2752207"/>
                </a:cubicBezTo>
                <a:lnTo>
                  <a:pt x="9144000" y="5715000"/>
                </a:lnTo>
                <a:lnTo>
                  <a:pt x="0" y="5715000"/>
                </a:lnTo>
                <a:close/>
              </a:path>
            </a:pathLst>
          </a:custGeom>
          <a:effectLst/>
        </p:spPr>
        <p:txBody>
          <a:bodyPr vert="horz" lIns="95057" tIns="47529" rIns="95057" bIns="47529"/>
          <a:lstStyle>
            <a:lvl1pPr marL="0" indent="0" algn="ctr">
              <a:buNone/>
              <a:defRPr sz="900">
                <a:solidFill>
                  <a:srgbClr val="7F7F7F"/>
                </a:solidFill>
                <a:latin typeface="Lato Regular"/>
                <a:cs typeface="Lato Regular"/>
              </a:defRPr>
            </a:lvl1pPr>
          </a:lstStyle>
          <a:p>
            <a:endParaRPr lang="en-US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0" hasCustomPrompt="1"/>
          </p:nvPr>
        </p:nvSpPr>
        <p:spPr>
          <a:xfrm>
            <a:off x="5055658" y="1618158"/>
            <a:ext cx="3383973" cy="359817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3500" b="1">
                <a:solidFill>
                  <a:schemeClr val="bg1"/>
                </a:solidFill>
                <a:latin typeface="Lato Light"/>
                <a:cs typeface="Lato Light"/>
              </a:defRPr>
            </a:lvl1pPr>
          </a:lstStyle>
          <a:p>
            <a:pPr lvl="0"/>
            <a:r>
              <a:rPr lang="es-ES_tradnl" dirty="0"/>
              <a:t>TITLE HERE</a:t>
            </a:r>
          </a:p>
        </p:txBody>
      </p:sp>
      <p:sp>
        <p:nvSpPr>
          <p:cNvPr id="9" name="Text Placeholder 7"/>
          <p:cNvSpPr>
            <a:spLocks noGrp="1"/>
          </p:cNvSpPr>
          <p:nvPr>
            <p:ph type="body" sz="quarter" idx="11" hasCustomPrompt="1"/>
          </p:nvPr>
        </p:nvSpPr>
        <p:spPr>
          <a:xfrm>
            <a:off x="5055658" y="2104658"/>
            <a:ext cx="3383973" cy="190376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 b="0">
                <a:solidFill>
                  <a:schemeClr val="accent1">
                    <a:lumMod val="50000"/>
                  </a:schemeClr>
                </a:solidFill>
                <a:latin typeface="Lato Light"/>
                <a:cs typeface="Lato Light"/>
              </a:defRPr>
            </a:lvl1pPr>
          </a:lstStyle>
          <a:p>
            <a:pPr lvl="0"/>
            <a:r>
              <a:rPr lang="es-ES_tradnl" dirty="0" err="1"/>
              <a:t>Ultimate</a:t>
            </a:r>
            <a:r>
              <a:rPr lang="es-ES_tradnl" dirty="0"/>
              <a:t> </a:t>
            </a:r>
            <a:r>
              <a:rPr lang="es-ES_tradnl" dirty="0" err="1"/>
              <a:t>Powerpoint</a:t>
            </a:r>
            <a:r>
              <a:rPr lang="es-ES_tradnl" dirty="0"/>
              <a:t> </a:t>
            </a:r>
            <a:r>
              <a:rPr lang="es-ES_tradnl" dirty="0" err="1"/>
              <a:t>Template</a:t>
            </a:r>
            <a:endParaRPr lang="es-ES_tradnl" dirty="0"/>
          </a:p>
        </p:txBody>
      </p:sp>
      <p:sp>
        <p:nvSpPr>
          <p:cNvPr id="10" name="Text Placeholder 2"/>
          <p:cNvSpPr>
            <a:spLocks noGrp="1"/>
          </p:cNvSpPr>
          <p:nvPr>
            <p:ph type="body" sz="quarter" idx="16" hasCustomPrompt="1"/>
          </p:nvPr>
        </p:nvSpPr>
        <p:spPr>
          <a:xfrm>
            <a:off x="5071004" y="2465136"/>
            <a:ext cx="3366029" cy="1280723"/>
          </a:xfrm>
          <a:prstGeom prst="rect">
            <a:avLst/>
          </a:prstGeom>
        </p:spPr>
        <p:txBody>
          <a:bodyPr vert="horz" lIns="0" tIns="0" rIns="0" bIns="0"/>
          <a:lstStyle>
            <a:lvl1pPr marL="0" indent="0" algn="ctr">
              <a:lnSpc>
                <a:spcPct val="130000"/>
              </a:lnSpc>
              <a:buNone/>
              <a:defRPr sz="1200">
                <a:solidFill>
                  <a:schemeClr val="bg1"/>
                </a:solidFill>
                <a:latin typeface="Lato Regular"/>
                <a:cs typeface="Lato Regular"/>
              </a:defRPr>
            </a:lvl1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tortor</a:t>
            </a:r>
            <a:r>
              <a:rPr lang="en-US" dirty="0"/>
              <a:t>, </a:t>
            </a:r>
            <a:r>
              <a:rPr lang="en-US" dirty="0" err="1"/>
              <a:t>mattis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dapibus</a:t>
            </a:r>
            <a:r>
              <a:rPr lang="en-US" dirty="0"/>
              <a:t> vitae, </a:t>
            </a:r>
            <a:r>
              <a:rPr lang="en-US" dirty="0" err="1"/>
              <a:t>euismod</a:t>
            </a:r>
            <a:r>
              <a:rPr lang="en-US" dirty="0"/>
              <a:t> non </a:t>
            </a:r>
            <a:r>
              <a:rPr lang="en-US" dirty="0" err="1"/>
              <a:t>purus</a:t>
            </a:r>
            <a:r>
              <a:rPr lang="en-US" dirty="0"/>
              <a:t>. Maecenas </a:t>
            </a:r>
            <a:r>
              <a:rPr lang="en-US" dirty="0" err="1"/>
              <a:t>ut</a:t>
            </a:r>
            <a:r>
              <a:rPr lang="en-US" dirty="0"/>
              <a:t> lacus </a:t>
            </a:r>
            <a:r>
              <a:rPr lang="en-US" dirty="0" err="1"/>
              <a:t>nec</a:t>
            </a:r>
            <a:r>
              <a:rPr lang="en-US" dirty="0"/>
              <a:t> </a:t>
            </a:r>
            <a:r>
              <a:rPr lang="en-US" dirty="0" err="1"/>
              <a:t>mauris</a:t>
            </a:r>
            <a:r>
              <a:rPr lang="en-US" dirty="0"/>
              <a:t> </a:t>
            </a:r>
            <a:r>
              <a:rPr lang="en-US" dirty="0" err="1"/>
              <a:t>feugiat</a:t>
            </a:r>
            <a:r>
              <a:rPr lang="en-US" dirty="0"/>
              <a:t> </a:t>
            </a:r>
            <a:r>
              <a:rPr lang="en-US" dirty="0" err="1"/>
              <a:t>tristique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8977895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4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53" presetClass="entr" presetSubtype="16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1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8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400"/>
                        <p:tgtEl>
                          <p:spTgt spid="8"/>
                        </p:tgtEl>
                      </p:cBhvr>
                    </p:animEffect>
                    <p:anim calcmode="lin" valueType="num">
                      <p:cBhvr>
                        <p:cTn dur="400" fill="hold"/>
                        <p:tgtEl>
                          <p:spTgt spid="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400" fill="hold"/>
                        <p:tgtEl>
                          <p:spTgt spid="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9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9"/>
                        </p:tgtEl>
                      </p:cBhvr>
                    </p:animEffect>
                    <p:anim calcmode="lin" valueType="num">
                      <p:cBhvr>
                        <p:cTn dur="500" fill="hold"/>
                        <p:tgtEl>
                          <p:spTgt spid="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0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8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0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reak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ardrop 11"/>
          <p:cNvSpPr/>
          <p:nvPr userDrawn="1"/>
        </p:nvSpPr>
        <p:spPr>
          <a:xfrm>
            <a:off x="4082014" y="221214"/>
            <a:ext cx="5061986" cy="5061986"/>
          </a:xfrm>
          <a:prstGeom prst="teardrop">
            <a:avLst/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Picture Placeholder 2"/>
          <p:cNvSpPr>
            <a:spLocks noGrp="1"/>
          </p:cNvSpPr>
          <p:nvPr>
            <p:ph type="pic" sz="quarter" idx="48"/>
          </p:nvPr>
        </p:nvSpPr>
        <p:spPr>
          <a:xfrm>
            <a:off x="0" y="0"/>
            <a:ext cx="9144000" cy="5715000"/>
          </a:xfrm>
          <a:custGeom>
            <a:avLst/>
            <a:gdLst/>
            <a:ahLst/>
            <a:cxnLst/>
            <a:rect l="l" t="t" r="r" b="b"/>
            <a:pathLst>
              <a:path w="9144000" h="5715000">
                <a:moveTo>
                  <a:pt x="0" y="0"/>
                </a:moveTo>
                <a:lnTo>
                  <a:pt x="9144000" y="0"/>
                </a:lnTo>
                <a:lnTo>
                  <a:pt x="9144000" y="221214"/>
                </a:lnTo>
                <a:lnTo>
                  <a:pt x="6613007" y="221214"/>
                </a:lnTo>
                <a:cubicBezTo>
                  <a:pt x="5215178" y="221214"/>
                  <a:pt x="4082014" y="1354378"/>
                  <a:pt x="4082014" y="2752207"/>
                </a:cubicBezTo>
                <a:cubicBezTo>
                  <a:pt x="4082014" y="4150036"/>
                  <a:pt x="5215178" y="5283200"/>
                  <a:pt x="6613007" y="5283200"/>
                </a:cubicBezTo>
                <a:cubicBezTo>
                  <a:pt x="8010836" y="5283200"/>
                  <a:pt x="9144000" y="4150036"/>
                  <a:pt x="9144000" y="2752207"/>
                </a:cubicBezTo>
                <a:lnTo>
                  <a:pt x="9144000" y="5715000"/>
                </a:lnTo>
                <a:lnTo>
                  <a:pt x="0" y="5715000"/>
                </a:lnTo>
                <a:close/>
              </a:path>
            </a:pathLst>
          </a:custGeom>
          <a:effectLst/>
        </p:spPr>
        <p:txBody>
          <a:bodyPr vert="horz" lIns="95057" tIns="47529" rIns="95057" bIns="47529"/>
          <a:lstStyle>
            <a:lvl1pPr marL="0" indent="0" algn="ctr">
              <a:buNone/>
              <a:defRPr sz="900">
                <a:solidFill>
                  <a:srgbClr val="7F7F7F"/>
                </a:solidFill>
                <a:latin typeface="Lato Regular"/>
                <a:cs typeface="Lato Regular"/>
              </a:defRPr>
            </a:lvl1pPr>
          </a:lstStyle>
          <a:p>
            <a:endParaRPr lang="en-US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0" hasCustomPrompt="1"/>
          </p:nvPr>
        </p:nvSpPr>
        <p:spPr>
          <a:xfrm>
            <a:off x="5055658" y="1618158"/>
            <a:ext cx="3383973" cy="359817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3500" b="1">
                <a:solidFill>
                  <a:schemeClr val="bg1"/>
                </a:solidFill>
                <a:latin typeface="Lato Light"/>
                <a:cs typeface="Lato Light"/>
              </a:defRPr>
            </a:lvl1pPr>
          </a:lstStyle>
          <a:p>
            <a:pPr lvl="0"/>
            <a:r>
              <a:rPr lang="es-ES_tradnl" dirty="0"/>
              <a:t>TITLE HERE</a:t>
            </a:r>
          </a:p>
        </p:txBody>
      </p:sp>
      <p:sp>
        <p:nvSpPr>
          <p:cNvPr id="9" name="Text Placeholder 7"/>
          <p:cNvSpPr>
            <a:spLocks noGrp="1"/>
          </p:cNvSpPr>
          <p:nvPr>
            <p:ph type="body" sz="quarter" idx="11" hasCustomPrompt="1"/>
          </p:nvPr>
        </p:nvSpPr>
        <p:spPr>
          <a:xfrm>
            <a:off x="5055658" y="2104658"/>
            <a:ext cx="3383973" cy="190376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 b="0">
                <a:solidFill>
                  <a:schemeClr val="accent2">
                    <a:lumMod val="50000"/>
                  </a:schemeClr>
                </a:solidFill>
                <a:latin typeface="Lato Light"/>
                <a:cs typeface="Lato Light"/>
              </a:defRPr>
            </a:lvl1pPr>
          </a:lstStyle>
          <a:p>
            <a:pPr lvl="0"/>
            <a:r>
              <a:rPr lang="es-ES_tradnl" dirty="0" err="1"/>
              <a:t>Ultimate</a:t>
            </a:r>
            <a:r>
              <a:rPr lang="es-ES_tradnl" dirty="0"/>
              <a:t> </a:t>
            </a:r>
            <a:r>
              <a:rPr lang="es-ES_tradnl" dirty="0" err="1"/>
              <a:t>Powerpoint</a:t>
            </a:r>
            <a:r>
              <a:rPr lang="es-ES_tradnl" dirty="0"/>
              <a:t> </a:t>
            </a:r>
            <a:r>
              <a:rPr lang="es-ES_tradnl" dirty="0" err="1"/>
              <a:t>Template</a:t>
            </a:r>
            <a:endParaRPr lang="es-ES_tradnl" dirty="0"/>
          </a:p>
        </p:txBody>
      </p:sp>
      <p:sp>
        <p:nvSpPr>
          <p:cNvPr id="10" name="Text Placeholder 2"/>
          <p:cNvSpPr>
            <a:spLocks noGrp="1"/>
          </p:cNvSpPr>
          <p:nvPr>
            <p:ph type="body" sz="quarter" idx="16" hasCustomPrompt="1"/>
          </p:nvPr>
        </p:nvSpPr>
        <p:spPr>
          <a:xfrm>
            <a:off x="5071004" y="2465136"/>
            <a:ext cx="3366029" cy="1280723"/>
          </a:xfrm>
          <a:prstGeom prst="rect">
            <a:avLst/>
          </a:prstGeom>
        </p:spPr>
        <p:txBody>
          <a:bodyPr vert="horz" lIns="0" tIns="0" rIns="0" bIns="0"/>
          <a:lstStyle>
            <a:lvl1pPr marL="0" indent="0" algn="ctr">
              <a:lnSpc>
                <a:spcPct val="130000"/>
              </a:lnSpc>
              <a:buNone/>
              <a:defRPr sz="1200">
                <a:solidFill>
                  <a:schemeClr val="bg1"/>
                </a:solidFill>
                <a:latin typeface="Lato Regular"/>
                <a:cs typeface="Lato Regular"/>
              </a:defRPr>
            </a:lvl1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tortor</a:t>
            </a:r>
            <a:r>
              <a:rPr lang="en-US" dirty="0"/>
              <a:t>, </a:t>
            </a:r>
            <a:r>
              <a:rPr lang="en-US" dirty="0" err="1"/>
              <a:t>mattis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dapibus</a:t>
            </a:r>
            <a:r>
              <a:rPr lang="en-US" dirty="0"/>
              <a:t> vitae, </a:t>
            </a:r>
            <a:r>
              <a:rPr lang="en-US" dirty="0" err="1"/>
              <a:t>euismod</a:t>
            </a:r>
            <a:r>
              <a:rPr lang="en-US" dirty="0"/>
              <a:t> non </a:t>
            </a:r>
            <a:r>
              <a:rPr lang="en-US" dirty="0" err="1"/>
              <a:t>purus</a:t>
            </a:r>
            <a:r>
              <a:rPr lang="en-US" dirty="0"/>
              <a:t>. Maecenas </a:t>
            </a:r>
            <a:r>
              <a:rPr lang="en-US" dirty="0" err="1"/>
              <a:t>ut</a:t>
            </a:r>
            <a:r>
              <a:rPr lang="en-US" dirty="0"/>
              <a:t> lacus </a:t>
            </a:r>
            <a:r>
              <a:rPr lang="en-US" dirty="0" err="1"/>
              <a:t>nec</a:t>
            </a:r>
            <a:r>
              <a:rPr lang="en-US" dirty="0"/>
              <a:t> </a:t>
            </a:r>
            <a:r>
              <a:rPr lang="en-US" dirty="0" err="1"/>
              <a:t>mauris</a:t>
            </a:r>
            <a:r>
              <a:rPr lang="en-US" dirty="0"/>
              <a:t> </a:t>
            </a:r>
            <a:r>
              <a:rPr lang="en-US" dirty="0" err="1"/>
              <a:t>feugiat</a:t>
            </a:r>
            <a:r>
              <a:rPr lang="en-US" dirty="0"/>
              <a:t> </a:t>
            </a:r>
            <a:r>
              <a:rPr lang="en-US" dirty="0" err="1"/>
              <a:t>tristique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929242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4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53" presetClass="entr" presetSubtype="16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1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8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400"/>
                        <p:tgtEl>
                          <p:spTgt spid="8"/>
                        </p:tgtEl>
                      </p:cBhvr>
                    </p:animEffect>
                    <p:anim calcmode="lin" valueType="num">
                      <p:cBhvr>
                        <p:cTn dur="400" fill="hold"/>
                        <p:tgtEl>
                          <p:spTgt spid="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400" fill="hold"/>
                        <p:tgtEl>
                          <p:spTgt spid="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9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9"/>
                        </p:tgtEl>
                      </p:cBhvr>
                    </p:animEffect>
                    <p:anim calcmode="lin" valueType="num">
                      <p:cBhvr>
                        <p:cTn dur="500" fill="hold"/>
                        <p:tgtEl>
                          <p:spTgt spid="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0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8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0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reak 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ardrop 11"/>
          <p:cNvSpPr/>
          <p:nvPr userDrawn="1"/>
        </p:nvSpPr>
        <p:spPr>
          <a:xfrm>
            <a:off x="4082014" y="221214"/>
            <a:ext cx="5061986" cy="5061986"/>
          </a:xfrm>
          <a:prstGeom prst="teardrop">
            <a:avLst/>
          </a:prstGeom>
          <a:solidFill>
            <a:schemeClr val="accent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Picture Placeholder 2"/>
          <p:cNvSpPr>
            <a:spLocks noGrp="1"/>
          </p:cNvSpPr>
          <p:nvPr>
            <p:ph type="pic" sz="quarter" idx="48"/>
          </p:nvPr>
        </p:nvSpPr>
        <p:spPr>
          <a:xfrm>
            <a:off x="0" y="0"/>
            <a:ext cx="9144000" cy="5715000"/>
          </a:xfrm>
          <a:custGeom>
            <a:avLst/>
            <a:gdLst/>
            <a:ahLst/>
            <a:cxnLst/>
            <a:rect l="l" t="t" r="r" b="b"/>
            <a:pathLst>
              <a:path w="9144000" h="5715000">
                <a:moveTo>
                  <a:pt x="0" y="0"/>
                </a:moveTo>
                <a:lnTo>
                  <a:pt x="9144000" y="0"/>
                </a:lnTo>
                <a:lnTo>
                  <a:pt x="9144000" y="221214"/>
                </a:lnTo>
                <a:lnTo>
                  <a:pt x="6613007" y="221214"/>
                </a:lnTo>
                <a:cubicBezTo>
                  <a:pt x="5215178" y="221214"/>
                  <a:pt x="4082014" y="1354378"/>
                  <a:pt x="4082014" y="2752207"/>
                </a:cubicBezTo>
                <a:cubicBezTo>
                  <a:pt x="4082014" y="4150036"/>
                  <a:pt x="5215178" y="5283200"/>
                  <a:pt x="6613007" y="5283200"/>
                </a:cubicBezTo>
                <a:cubicBezTo>
                  <a:pt x="8010836" y="5283200"/>
                  <a:pt x="9144000" y="4150036"/>
                  <a:pt x="9144000" y="2752207"/>
                </a:cubicBezTo>
                <a:lnTo>
                  <a:pt x="9144000" y="5715000"/>
                </a:lnTo>
                <a:lnTo>
                  <a:pt x="0" y="5715000"/>
                </a:lnTo>
                <a:close/>
              </a:path>
            </a:pathLst>
          </a:custGeom>
          <a:effectLst/>
        </p:spPr>
        <p:txBody>
          <a:bodyPr vert="horz" lIns="95057" tIns="47529" rIns="95057" bIns="47529"/>
          <a:lstStyle>
            <a:lvl1pPr marL="0" indent="0" algn="ctr">
              <a:buNone/>
              <a:defRPr sz="900">
                <a:solidFill>
                  <a:srgbClr val="7F7F7F"/>
                </a:solidFill>
                <a:latin typeface="Lato Regular"/>
                <a:cs typeface="Lato Regular"/>
              </a:defRPr>
            </a:lvl1pPr>
          </a:lstStyle>
          <a:p>
            <a:endParaRPr lang="en-US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0" hasCustomPrompt="1"/>
          </p:nvPr>
        </p:nvSpPr>
        <p:spPr>
          <a:xfrm>
            <a:off x="5055658" y="1618158"/>
            <a:ext cx="3383973" cy="359817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3500" b="1">
                <a:solidFill>
                  <a:schemeClr val="bg1"/>
                </a:solidFill>
                <a:latin typeface="Lato Light"/>
                <a:cs typeface="Lato Light"/>
              </a:defRPr>
            </a:lvl1pPr>
          </a:lstStyle>
          <a:p>
            <a:pPr lvl="0"/>
            <a:r>
              <a:rPr lang="es-ES_tradnl" dirty="0"/>
              <a:t>TITLE HERE</a:t>
            </a:r>
          </a:p>
        </p:txBody>
      </p:sp>
      <p:sp>
        <p:nvSpPr>
          <p:cNvPr id="9" name="Text Placeholder 7"/>
          <p:cNvSpPr>
            <a:spLocks noGrp="1"/>
          </p:cNvSpPr>
          <p:nvPr>
            <p:ph type="body" sz="quarter" idx="11" hasCustomPrompt="1"/>
          </p:nvPr>
        </p:nvSpPr>
        <p:spPr>
          <a:xfrm>
            <a:off x="5055658" y="2104658"/>
            <a:ext cx="3383973" cy="190376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 b="0">
                <a:solidFill>
                  <a:schemeClr val="accent3">
                    <a:lumMod val="50000"/>
                  </a:schemeClr>
                </a:solidFill>
                <a:latin typeface="Lato Light"/>
                <a:cs typeface="Lato Light"/>
              </a:defRPr>
            </a:lvl1pPr>
          </a:lstStyle>
          <a:p>
            <a:pPr lvl="0"/>
            <a:r>
              <a:rPr lang="es-ES_tradnl" dirty="0" err="1"/>
              <a:t>Ultimate</a:t>
            </a:r>
            <a:r>
              <a:rPr lang="es-ES_tradnl" dirty="0"/>
              <a:t> </a:t>
            </a:r>
            <a:r>
              <a:rPr lang="es-ES_tradnl" dirty="0" err="1"/>
              <a:t>Powerpoint</a:t>
            </a:r>
            <a:r>
              <a:rPr lang="es-ES_tradnl" dirty="0"/>
              <a:t> </a:t>
            </a:r>
            <a:r>
              <a:rPr lang="es-ES_tradnl" dirty="0" err="1"/>
              <a:t>Template</a:t>
            </a:r>
            <a:endParaRPr lang="es-ES_tradnl" dirty="0"/>
          </a:p>
        </p:txBody>
      </p:sp>
      <p:sp>
        <p:nvSpPr>
          <p:cNvPr id="10" name="Text Placeholder 2"/>
          <p:cNvSpPr>
            <a:spLocks noGrp="1"/>
          </p:cNvSpPr>
          <p:nvPr>
            <p:ph type="body" sz="quarter" idx="16" hasCustomPrompt="1"/>
          </p:nvPr>
        </p:nvSpPr>
        <p:spPr>
          <a:xfrm>
            <a:off x="5071004" y="2465136"/>
            <a:ext cx="3366029" cy="1280723"/>
          </a:xfrm>
          <a:prstGeom prst="rect">
            <a:avLst/>
          </a:prstGeom>
        </p:spPr>
        <p:txBody>
          <a:bodyPr vert="horz" lIns="0" tIns="0" rIns="0" bIns="0"/>
          <a:lstStyle>
            <a:lvl1pPr marL="0" indent="0" algn="ctr">
              <a:lnSpc>
                <a:spcPct val="130000"/>
              </a:lnSpc>
              <a:buNone/>
              <a:defRPr sz="1200">
                <a:solidFill>
                  <a:schemeClr val="bg1"/>
                </a:solidFill>
                <a:latin typeface="Lato Regular"/>
                <a:cs typeface="Lato Regular"/>
              </a:defRPr>
            </a:lvl1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tortor</a:t>
            </a:r>
            <a:r>
              <a:rPr lang="en-US" dirty="0"/>
              <a:t>, </a:t>
            </a:r>
            <a:r>
              <a:rPr lang="en-US" dirty="0" err="1"/>
              <a:t>mattis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dapibus</a:t>
            </a:r>
            <a:r>
              <a:rPr lang="en-US" dirty="0"/>
              <a:t> vitae, </a:t>
            </a:r>
            <a:r>
              <a:rPr lang="en-US" dirty="0" err="1"/>
              <a:t>euismod</a:t>
            </a:r>
            <a:r>
              <a:rPr lang="en-US" dirty="0"/>
              <a:t> non </a:t>
            </a:r>
            <a:r>
              <a:rPr lang="en-US" dirty="0" err="1"/>
              <a:t>purus</a:t>
            </a:r>
            <a:r>
              <a:rPr lang="en-US" dirty="0"/>
              <a:t>. Maecenas </a:t>
            </a:r>
            <a:r>
              <a:rPr lang="en-US" dirty="0" err="1"/>
              <a:t>ut</a:t>
            </a:r>
            <a:r>
              <a:rPr lang="en-US" dirty="0"/>
              <a:t> lacus </a:t>
            </a:r>
            <a:r>
              <a:rPr lang="en-US" dirty="0" err="1"/>
              <a:t>nec</a:t>
            </a:r>
            <a:r>
              <a:rPr lang="en-US" dirty="0"/>
              <a:t> </a:t>
            </a:r>
            <a:r>
              <a:rPr lang="en-US" dirty="0" err="1"/>
              <a:t>mauris</a:t>
            </a:r>
            <a:r>
              <a:rPr lang="en-US" dirty="0"/>
              <a:t> </a:t>
            </a:r>
            <a:r>
              <a:rPr lang="en-US" dirty="0" err="1"/>
              <a:t>feugiat</a:t>
            </a:r>
            <a:r>
              <a:rPr lang="en-US" dirty="0"/>
              <a:t> </a:t>
            </a:r>
            <a:r>
              <a:rPr lang="en-US" dirty="0" err="1"/>
              <a:t>tristique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8957413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4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53" presetClass="entr" presetSubtype="16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1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8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400"/>
                        <p:tgtEl>
                          <p:spTgt spid="8"/>
                        </p:tgtEl>
                      </p:cBhvr>
                    </p:animEffect>
                    <p:anim calcmode="lin" valueType="num">
                      <p:cBhvr>
                        <p:cTn dur="400" fill="hold"/>
                        <p:tgtEl>
                          <p:spTgt spid="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400" fill="hold"/>
                        <p:tgtEl>
                          <p:spTgt spid="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9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9"/>
                        </p:tgtEl>
                      </p:cBhvr>
                    </p:animEffect>
                    <p:anim calcmode="lin" valueType="num">
                      <p:cBhvr>
                        <p:cTn dur="500" fill="hold"/>
                        <p:tgtEl>
                          <p:spTgt spid="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0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8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0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reak 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ardrop 11"/>
          <p:cNvSpPr/>
          <p:nvPr userDrawn="1"/>
        </p:nvSpPr>
        <p:spPr>
          <a:xfrm>
            <a:off x="4082014" y="221214"/>
            <a:ext cx="5061986" cy="5061986"/>
          </a:xfrm>
          <a:prstGeom prst="teardrop">
            <a:avLst/>
          </a:prstGeom>
          <a:solidFill>
            <a:schemeClr val="accent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Picture Placeholder 2"/>
          <p:cNvSpPr>
            <a:spLocks noGrp="1"/>
          </p:cNvSpPr>
          <p:nvPr>
            <p:ph type="pic" sz="quarter" idx="48"/>
          </p:nvPr>
        </p:nvSpPr>
        <p:spPr>
          <a:xfrm>
            <a:off x="0" y="0"/>
            <a:ext cx="9144000" cy="5715000"/>
          </a:xfrm>
          <a:custGeom>
            <a:avLst/>
            <a:gdLst/>
            <a:ahLst/>
            <a:cxnLst/>
            <a:rect l="l" t="t" r="r" b="b"/>
            <a:pathLst>
              <a:path w="9144000" h="5715000">
                <a:moveTo>
                  <a:pt x="0" y="0"/>
                </a:moveTo>
                <a:lnTo>
                  <a:pt x="9144000" y="0"/>
                </a:lnTo>
                <a:lnTo>
                  <a:pt x="9144000" y="221214"/>
                </a:lnTo>
                <a:lnTo>
                  <a:pt x="6613007" y="221214"/>
                </a:lnTo>
                <a:cubicBezTo>
                  <a:pt x="5215178" y="221214"/>
                  <a:pt x="4082014" y="1354378"/>
                  <a:pt x="4082014" y="2752207"/>
                </a:cubicBezTo>
                <a:cubicBezTo>
                  <a:pt x="4082014" y="4150036"/>
                  <a:pt x="5215178" y="5283200"/>
                  <a:pt x="6613007" y="5283200"/>
                </a:cubicBezTo>
                <a:cubicBezTo>
                  <a:pt x="8010836" y="5283200"/>
                  <a:pt x="9144000" y="4150036"/>
                  <a:pt x="9144000" y="2752207"/>
                </a:cubicBezTo>
                <a:lnTo>
                  <a:pt x="9144000" y="5715000"/>
                </a:lnTo>
                <a:lnTo>
                  <a:pt x="0" y="5715000"/>
                </a:lnTo>
                <a:close/>
              </a:path>
            </a:pathLst>
          </a:custGeom>
          <a:effectLst/>
        </p:spPr>
        <p:txBody>
          <a:bodyPr vert="horz" lIns="95057" tIns="47529" rIns="95057" bIns="47529"/>
          <a:lstStyle>
            <a:lvl1pPr marL="0" indent="0" algn="ctr">
              <a:buNone/>
              <a:defRPr sz="900">
                <a:solidFill>
                  <a:srgbClr val="7F7F7F"/>
                </a:solidFill>
                <a:latin typeface="Lato Regular"/>
                <a:cs typeface="Lato Regular"/>
              </a:defRPr>
            </a:lvl1pPr>
          </a:lstStyle>
          <a:p>
            <a:endParaRPr lang="en-US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0" hasCustomPrompt="1"/>
          </p:nvPr>
        </p:nvSpPr>
        <p:spPr>
          <a:xfrm>
            <a:off x="5055658" y="1618158"/>
            <a:ext cx="3383973" cy="359817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3500" b="1">
                <a:solidFill>
                  <a:schemeClr val="bg1"/>
                </a:solidFill>
                <a:latin typeface="Lato Light"/>
                <a:cs typeface="Lato Light"/>
              </a:defRPr>
            </a:lvl1pPr>
          </a:lstStyle>
          <a:p>
            <a:pPr lvl="0"/>
            <a:r>
              <a:rPr lang="es-ES_tradnl" dirty="0"/>
              <a:t>TITLE HERE</a:t>
            </a:r>
          </a:p>
        </p:txBody>
      </p:sp>
      <p:sp>
        <p:nvSpPr>
          <p:cNvPr id="9" name="Text Placeholder 7"/>
          <p:cNvSpPr>
            <a:spLocks noGrp="1"/>
          </p:cNvSpPr>
          <p:nvPr>
            <p:ph type="body" sz="quarter" idx="11" hasCustomPrompt="1"/>
          </p:nvPr>
        </p:nvSpPr>
        <p:spPr>
          <a:xfrm>
            <a:off x="5055658" y="2104658"/>
            <a:ext cx="3383973" cy="190376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 b="0">
                <a:solidFill>
                  <a:schemeClr val="accent4">
                    <a:lumMod val="50000"/>
                  </a:schemeClr>
                </a:solidFill>
                <a:latin typeface="Lato Light"/>
                <a:cs typeface="Lato Light"/>
              </a:defRPr>
            </a:lvl1pPr>
          </a:lstStyle>
          <a:p>
            <a:pPr lvl="0"/>
            <a:r>
              <a:rPr lang="es-ES_tradnl" dirty="0" err="1"/>
              <a:t>Ultimate</a:t>
            </a:r>
            <a:r>
              <a:rPr lang="es-ES_tradnl" dirty="0"/>
              <a:t> </a:t>
            </a:r>
            <a:r>
              <a:rPr lang="es-ES_tradnl" dirty="0" err="1"/>
              <a:t>Powerpoint</a:t>
            </a:r>
            <a:r>
              <a:rPr lang="es-ES_tradnl" dirty="0"/>
              <a:t> </a:t>
            </a:r>
            <a:r>
              <a:rPr lang="es-ES_tradnl" dirty="0" err="1"/>
              <a:t>Template</a:t>
            </a:r>
            <a:endParaRPr lang="es-ES_tradnl" dirty="0"/>
          </a:p>
        </p:txBody>
      </p:sp>
      <p:sp>
        <p:nvSpPr>
          <p:cNvPr id="10" name="Text Placeholder 2"/>
          <p:cNvSpPr>
            <a:spLocks noGrp="1"/>
          </p:cNvSpPr>
          <p:nvPr>
            <p:ph type="body" sz="quarter" idx="16" hasCustomPrompt="1"/>
          </p:nvPr>
        </p:nvSpPr>
        <p:spPr>
          <a:xfrm>
            <a:off x="5071004" y="2465136"/>
            <a:ext cx="3366029" cy="1280723"/>
          </a:xfrm>
          <a:prstGeom prst="rect">
            <a:avLst/>
          </a:prstGeom>
        </p:spPr>
        <p:txBody>
          <a:bodyPr vert="horz" lIns="0" tIns="0" rIns="0" bIns="0"/>
          <a:lstStyle>
            <a:lvl1pPr marL="0" indent="0" algn="ctr">
              <a:lnSpc>
                <a:spcPct val="130000"/>
              </a:lnSpc>
              <a:buNone/>
              <a:defRPr sz="1200">
                <a:solidFill>
                  <a:schemeClr val="bg1"/>
                </a:solidFill>
                <a:latin typeface="Lato Regular"/>
                <a:cs typeface="Lato Regular"/>
              </a:defRPr>
            </a:lvl1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tortor</a:t>
            </a:r>
            <a:r>
              <a:rPr lang="en-US" dirty="0"/>
              <a:t>, </a:t>
            </a:r>
            <a:r>
              <a:rPr lang="en-US" dirty="0" err="1"/>
              <a:t>mattis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dapibus</a:t>
            </a:r>
            <a:r>
              <a:rPr lang="en-US" dirty="0"/>
              <a:t> vitae, </a:t>
            </a:r>
            <a:r>
              <a:rPr lang="en-US" dirty="0" err="1"/>
              <a:t>euismod</a:t>
            </a:r>
            <a:r>
              <a:rPr lang="en-US" dirty="0"/>
              <a:t> non </a:t>
            </a:r>
            <a:r>
              <a:rPr lang="en-US" dirty="0" err="1"/>
              <a:t>purus</a:t>
            </a:r>
            <a:r>
              <a:rPr lang="en-US" dirty="0"/>
              <a:t>. Maecenas </a:t>
            </a:r>
            <a:r>
              <a:rPr lang="en-US" dirty="0" err="1"/>
              <a:t>ut</a:t>
            </a:r>
            <a:r>
              <a:rPr lang="en-US" dirty="0"/>
              <a:t> lacus </a:t>
            </a:r>
            <a:r>
              <a:rPr lang="en-US" dirty="0" err="1"/>
              <a:t>nec</a:t>
            </a:r>
            <a:r>
              <a:rPr lang="en-US" dirty="0"/>
              <a:t> </a:t>
            </a:r>
            <a:r>
              <a:rPr lang="en-US" dirty="0" err="1"/>
              <a:t>mauris</a:t>
            </a:r>
            <a:r>
              <a:rPr lang="en-US" dirty="0"/>
              <a:t> </a:t>
            </a:r>
            <a:r>
              <a:rPr lang="en-US" dirty="0" err="1"/>
              <a:t>feugiat</a:t>
            </a:r>
            <a:r>
              <a:rPr lang="en-US" dirty="0"/>
              <a:t> </a:t>
            </a:r>
            <a:r>
              <a:rPr lang="en-US" dirty="0" err="1"/>
              <a:t>tristique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8338215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4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53" presetClass="entr" presetSubtype="16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1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8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400"/>
                        <p:tgtEl>
                          <p:spTgt spid="8"/>
                        </p:tgtEl>
                      </p:cBhvr>
                    </p:animEffect>
                    <p:anim calcmode="lin" valueType="num">
                      <p:cBhvr>
                        <p:cTn dur="400" fill="hold"/>
                        <p:tgtEl>
                          <p:spTgt spid="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400" fill="hold"/>
                        <p:tgtEl>
                          <p:spTgt spid="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9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9"/>
                        </p:tgtEl>
                      </p:cBhvr>
                    </p:animEffect>
                    <p:anim calcmode="lin" valueType="num">
                      <p:cBhvr>
                        <p:cTn dur="500" fill="hold"/>
                        <p:tgtEl>
                          <p:spTgt spid="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0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8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0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reak 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ardrop 11"/>
          <p:cNvSpPr/>
          <p:nvPr userDrawn="1"/>
        </p:nvSpPr>
        <p:spPr>
          <a:xfrm>
            <a:off x="4082014" y="221214"/>
            <a:ext cx="5061986" cy="5061986"/>
          </a:xfrm>
          <a:prstGeom prst="teardrop">
            <a:avLst/>
          </a:prstGeom>
          <a:solidFill>
            <a:schemeClr val="accent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Picture Placeholder 2"/>
          <p:cNvSpPr>
            <a:spLocks noGrp="1"/>
          </p:cNvSpPr>
          <p:nvPr>
            <p:ph type="pic" sz="quarter" idx="48"/>
          </p:nvPr>
        </p:nvSpPr>
        <p:spPr>
          <a:xfrm>
            <a:off x="0" y="0"/>
            <a:ext cx="9144000" cy="5715000"/>
          </a:xfrm>
          <a:custGeom>
            <a:avLst/>
            <a:gdLst/>
            <a:ahLst/>
            <a:cxnLst/>
            <a:rect l="l" t="t" r="r" b="b"/>
            <a:pathLst>
              <a:path w="9144000" h="5715000">
                <a:moveTo>
                  <a:pt x="0" y="0"/>
                </a:moveTo>
                <a:lnTo>
                  <a:pt x="9144000" y="0"/>
                </a:lnTo>
                <a:lnTo>
                  <a:pt x="9144000" y="221214"/>
                </a:lnTo>
                <a:lnTo>
                  <a:pt x="6613007" y="221214"/>
                </a:lnTo>
                <a:cubicBezTo>
                  <a:pt x="5215178" y="221214"/>
                  <a:pt x="4082014" y="1354378"/>
                  <a:pt x="4082014" y="2752207"/>
                </a:cubicBezTo>
                <a:cubicBezTo>
                  <a:pt x="4082014" y="4150036"/>
                  <a:pt x="5215178" y="5283200"/>
                  <a:pt x="6613007" y="5283200"/>
                </a:cubicBezTo>
                <a:cubicBezTo>
                  <a:pt x="8010836" y="5283200"/>
                  <a:pt x="9144000" y="4150036"/>
                  <a:pt x="9144000" y="2752207"/>
                </a:cubicBezTo>
                <a:lnTo>
                  <a:pt x="9144000" y="5715000"/>
                </a:lnTo>
                <a:lnTo>
                  <a:pt x="0" y="5715000"/>
                </a:lnTo>
                <a:close/>
              </a:path>
            </a:pathLst>
          </a:custGeom>
          <a:effectLst/>
        </p:spPr>
        <p:txBody>
          <a:bodyPr vert="horz" lIns="95057" tIns="47529" rIns="95057" bIns="47529"/>
          <a:lstStyle>
            <a:lvl1pPr marL="0" indent="0" algn="ctr">
              <a:buNone/>
              <a:defRPr sz="900">
                <a:solidFill>
                  <a:srgbClr val="7F7F7F"/>
                </a:solidFill>
                <a:latin typeface="Lato Regular"/>
                <a:cs typeface="Lato Regular"/>
              </a:defRPr>
            </a:lvl1pPr>
          </a:lstStyle>
          <a:p>
            <a:endParaRPr lang="en-US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0" hasCustomPrompt="1"/>
          </p:nvPr>
        </p:nvSpPr>
        <p:spPr>
          <a:xfrm>
            <a:off x="5055658" y="1618158"/>
            <a:ext cx="3383973" cy="359817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3500" b="1">
                <a:solidFill>
                  <a:schemeClr val="bg1"/>
                </a:solidFill>
                <a:latin typeface="Lato Light"/>
                <a:cs typeface="Lato Light"/>
              </a:defRPr>
            </a:lvl1pPr>
          </a:lstStyle>
          <a:p>
            <a:pPr lvl="0"/>
            <a:r>
              <a:rPr lang="es-ES_tradnl" dirty="0"/>
              <a:t>TITLE HERE</a:t>
            </a:r>
          </a:p>
        </p:txBody>
      </p:sp>
      <p:sp>
        <p:nvSpPr>
          <p:cNvPr id="9" name="Text Placeholder 7"/>
          <p:cNvSpPr>
            <a:spLocks noGrp="1"/>
          </p:cNvSpPr>
          <p:nvPr>
            <p:ph type="body" sz="quarter" idx="11" hasCustomPrompt="1"/>
          </p:nvPr>
        </p:nvSpPr>
        <p:spPr>
          <a:xfrm>
            <a:off x="5055658" y="2104658"/>
            <a:ext cx="3383973" cy="190376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 b="0">
                <a:solidFill>
                  <a:schemeClr val="accent5">
                    <a:lumMod val="50000"/>
                  </a:schemeClr>
                </a:solidFill>
                <a:latin typeface="Lato Light"/>
                <a:cs typeface="Lato Light"/>
              </a:defRPr>
            </a:lvl1pPr>
          </a:lstStyle>
          <a:p>
            <a:pPr lvl="0"/>
            <a:r>
              <a:rPr lang="es-ES_tradnl" dirty="0" err="1"/>
              <a:t>Ultimate</a:t>
            </a:r>
            <a:r>
              <a:rPr lang="es-ES_tradnl" dirty="0"/>
              <a:t> </a:t>
            </a:r>
            <a:r>
              <a:rPr lang="es-ES_tradnl" dirty="0" err="1"/>
              <a:t>Powerpoint</a:t>
            </a:r>
            <a:r>
              <a:rPr lang="es-ES_tradnl" dirty="0"/>
              <a:t> </a:t>
            </a:r>
            <a:r>
              <a:rPr lang="es-ES_tradnl" dirty="0" err="1"/>
              <a:t>Template</a:t>
            </a:r>
            <a:endParaRPr lang="es-ES_tradnl" dirty="0"/>
          </a:p>
        </p:txBody>
      </p:sp>
      <p:sp>
        <p:nvSpPr>
          <p:cNvPr id="10" name="Text Placeholder 2"/>
          <p:cNvSpPr>
            <a:spLocks noGrp="1"/>
          </p:cNvSpPr>
          <p:nvPr>
            <p:ph type="body" sz="quarter" idx="16" hasCustomPrompt="1"/>
          </p:nvPr>
        </p:nvSpPr>
        <p:spPr>
          <a:xfrm>
            <a:off x="5071004" y="2465136"/>
            <a:ext cx="3366029" cy="1280723"/>
          </a:xfrm>
          <a:prstGeom prst="rect">
            <a:avLst/>
          </a:prstGeom>
        </p:spPr>
        <p:txBody>
          <a:bodyPr vert="horz" lIns="0" tIns="0" rIns="0" bIns="0"/>
          <a:lstStyle>
            <a:lvl1pPr marL="0" indent="0" algn="ctr">
              <a:lnSpc>
                <a:spcPct val="130000"/>
              </a:lnSpc>
              <a:buNone/>
              <a:defRPr sz="1200">
                <a:solidFill>
                  <a:schemeClr val="bg1"/>
                </a:solidFill>
                <a:latin typeface="Lato Regular"/>
                <a:cs typeface="Lato Regular"/>
              </a:defRPr>
            </a:lvl1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tortor</a:t>
            </a:r>
            <a:r>
              <a:rPr lang="en-US" dirty="0"/>
              <a:t>, </a:t>
            </a:r>
            <a:r>
              <a:rPr lang="en-US" dirty="0" err="1"/>
              <a:t>mattis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dapibus</a:t>
            </a:r>
            <a:r>
              <a:rPr lang="en-US" dirty="0"/>
              <a:t> vitae, </a:t>
            </a:r>
            <a:r>
              <a:rPr lang="en-US" dirty="0" err="1"/>
              <a:t>euismod</a:t>
            </a:r>
            <a:r>
              <a:rPr lang="en-US" dirty="0"/>
              <a:t> non </a:t>
            </a:r>
            <a:r>
              <a:rPr lang="en-US" dirty="0" err="1"/>
              <a:t>purus</a:t>
            </a:r>
            <a:r>
              <a:rPr lang="en-US" dirty="0"/>
              <a:t>. Maecenas </a:t>
            </a:r>
            <a:r>
              <a:rPr lang="en-US" dirty="0" err="1"/>
              <a:t>ut</a:t>
            </a:r>
            <a:r>
              <a:rPr lang="en-US" dirty="0"/>
              <a:t> lacus </a:t>
            </a:r>
            <a:r>
              <a:rPr lang="en-US" dirty="0" err="1"/>
              <a:t>nec</a:t>
            </a:r>
            <a:r>
              <a:rPr lang="en-US" dirty="0"/>
              <a:t> </a:t>
            </a:r>
            <a:r>
              <a:rPr lang="en-US" dirty="0" err="1"/>
              <a:t>mauris</a:t>
            </a:r>
            <a:r>
              <a:rPr lang="en-US" dirty="0"/>
              <a:t> </a:t>
            </a:r>
            <a:r>
              <a:rPr lang="en-US" dirty="0" err="1"/>
              <a:t>feugiat</a:t>
            </a:r>
            <a:r>
              <a:rPr lang="en-US" dirty="0"/>
              <a:t> </a:t>
            </a:r>
            <a:r>
              <a:rPr lang="en-US" dirty="0" err="1"/>
              <a:t>tristique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956749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4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53" presetClass="entr" presetSubtype="16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1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8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400"/>
                        <p:tgtEl>
                          <p:spTgt spid="8"/>
                        </p:tgtEl>
                      </p:cBhvr>
                    </p:animEffect>
                    <p:anim calcmode="lin" valueType="num">
                      <p:cBhvr>
                        <p:cTn dur="400" fill="hold"/>
                        <p:tgtEl>
                          <p:spTgt spid="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400" fill="hold"/>
                        <p:tgtEl>
                          <p:spTgt spid="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9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9"/>
                        </p:tgtEl>
                      </p:cBhvr>
                    </p:animEffect>
                    <p:anim calcmode="lin" valueType="num">
                      <p:cBhvr>
                        <p:cTn dur="500" fill="hold"/>
                        <p:tgtEl>
                          <p:spTgt spid="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0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8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0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reak 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ardrop 11"/>
          <p:cNvSpPr/>
          <p:nvPr userDrawn="1"/>
        </p:nvSpPr>
        <p:spPr>
          <a:xfrm>
            <a:off x="4082014" y="221214"/>
            <a:ext cx="5061986" cy="5061986"/>
          </a:xfrm>
          <a:prstGeom prst="teardrop">
            <a:avLst/>
          </a:prstGeom>
          <a:solidFill>
            <a:schemeClr val="accent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Picture Placeholder 2"/>
          <p:cNvSpPr>
            <a:spLocks noGrp="1"/>
          </p:cNvSpPr>
          <p:nvPr>
            <p:ph type="pic" sz="quarter" idx="48"/>
          </p:nvPr>
        </p:nvSpPr>
        <p:spPr>
          <a:xfrm>
            <a:off x="0" y="0"/>
            <a:ext cx="9144000" cy="5715000"/>
          </a:xfrm>
          <a:custGeom>
            <a:avLst/>
            <a:gdLst/>
            <a:ahLst/>
            <a:cxnLst/>
            <a:rect l="l" t="t" r="r" b="b"/>
            <a:pathLst>
              <a:path w="9144000" h="5715000">
                <a:moveTo>
                  <a:pt x="0" y="0"/>
                </a:moveTo>
                <a:lnTo>
                  <a:pt x="9144000" y="0"/>
                </a:lnTo>
                <a:lnTo>
                  <a:pt x="9144000" y="221214"/>
                </a:lnTo>
                <a:lnTo>
                  <a:pt x="6613007" y="221214"/>
                </a:lnTo>
                <a:cubicBezTo>
                  <a:pt x="5215178" y="221214"/>
                  <a:pt x="4082014" y="1354378"/>
                  <a:pt x="4082014" y="2752207"/>
                </a:cubicBezTo>
                <a:cubicBezTo>
                  <a:pt x="4082014" y="4150036"/>
                  <a:pt x="5215178" y="5283200"/>
                  <a:pt x="6613007" y="5283200"/>
                </a:cubicBezTo>
                <a:cubicBezTo>
                  <a:pt x="8010836" y="5283200"/>
                  <a:pt x="9144000" y="4150036"/>
                  <a:pt x="9144000" y="2752207"/>
                </a:cubicBezTo>
                <a:lnTo>
                  <a:pt x="9144000" y="5715000"/>
                </a:lnTo>
                <a:lnTo>
                  <a:pt x="0" y="5715000"/>
                </a:lnTo>
                <a:close/>
              </a:path>
            </a:pathLst>
          </a:custGeom>
          <a:effectLst/>
        </p:spPr>
        <p:txBody>
          <a:bodyPr vert="horz" lIns="95057" tIns="47529" rIns="95057" bIns="47529"/>
          <a:lstStyle>
            <a:lvl1pPr marL="0" indent="0" algn="ctr">
              <a:buNone/>
              <a:defRPr sz="900">
                <a:solidFill>
                  <a:srgbClr val="7F7F7F"/>
                </a:solidFill>
                <a:latin typeface="Lato Regular"/>
                <a:cs typeface="Lato Regular"/>
              </a:defRPr>
            </a:lvl1pPr>
          </a:lstStyle>
          <a:p>
            <a:endParaRPr lang="en-US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0" hasCustomPrompt="1"/>
          </p:nvPr>
        </p:nvSpPr>
        <p:spPr>
          <a:xfrm>
            <a:off x="5055658" y="1618158"/>
            <a:ext cx="3383973" cy="359817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3500" b="1">
                <a:solidFill>
                  <a:schemeClr val="bg1"/>
                </a:solidFill>
                <a:latin typeface="Lato Light"/>
                <a:cs typeface="Lato Light"/>
              </a:defRPr>
            </a:lvl1pPr>
          </a:lstStyle>
          <a:p>
            <a:pPr lvl="0"/>
            <a:r>
              <a:rPr lang="es-ES_tradnl" dirty="0"/>
              <a:t>TITLE HERE</a:t>
            </a:r>
          </a:p>
        </p:txBody>
      </p:sp>
      <p:sp>
        <p:nvSpPr>
          <p:cNvPr id="9" name="Text Placeholder 7"/>
          <p:cNvSpPr>
            <a:spLocks noGrp="1"/>
          </p:cNvSpPr>
          <p:nvPr>
            <p:ph type="body" sz="quarter" idx="11" hasCustomPrompt="1"/>
          </p:nvPr>
        </p:nvSpPr>
        <p:spPr>
          <a:xfrm>
            <a:off x="5055658" y="2104658"/>
            <a:ext cx="3383973" cy="190376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 b="0">
                <a:solidFill>
                  <a:schemeClr val="accent6">
                    <a:lumMod val="75000"/>
                  </a:schemeClr>
                </a:solidFill>
                <a:latin typeface="Lato Light"/>
                <a:cs typeface="Lato Light"/>
              </a:defRPr>
            </a:lvl1pPr>
          </a:lstStyle>
          <a:p>
            <a:pPr lvl="0"/>
            <a:r>
              <a:rPr lang="es-ES_tradnl" dirty="0" err="1"/>
              <a:t>Ultimate</a:t>
            </a:r>
            <a:r>
              <a:rPr lang="es-ES_tradnl" dirty="0"/>
              <a:t> </a:t>
            </a:r>
            <a:r>
              <a:rPr lang="es-ES_tradnl" dirty="0" err="1"/>
              <a:t>Powerpoint</a:t>
            </a:r>
            <a:r>
              <a:rPr lang="es-ES_tradnl" dirty="0"/>
              <a:t> </a:t>
            </a:r>
            <a:r>
              <a:rPr lang="es-ES_tradnl" dirty="0" err="1"/>
              <a:t>Template</a:t>
            </a:r>
            <a:endParaRPr lang="es-ES_tradnl" dirty="0"/>
          </a:p>
        </p:txBody>
      </p:sp>
      <p:sp>
        <p:nvSpPr>
          <p:cNvPr id="10" name="Text Placeholder 2"/>
          <p:cNvSpPr>
            <a:spLocks noGrp="1"/>
          </p:cNvSpPr>
          <p:nvPr>
            <p:ph type="body" sz="quarter" idx="16" hasCustomPrompt="1"/>
          </p:nvPr>
        </p:nvSpPr>
        <p:spPr>
          <a:xfrm>
            <a:off x="5071004" y="2465136"/>
            <a:ext cx="3366029" cy="1280723"/>
          </a:xfrm>
          <a:prstGeom prst="rect">
            <a:avLst/>
          </a:prstGeom>
        </p:spPr>
        <p:txBody>
          <a:bodyPr vert="horz" lIns="0" tIns="0" rIns="0" bIns="0"/>
          <a:lstStyle>
            <a:lvl1pPr marL="0" indent="0" algn="ctr">
              <a:lnSpc>
                <a:spcPct val="130000"/>
              </a:lnSpc>
              <a:buNone/>
              <a:defRPr sz="1200">
                <a:solidFill>
                  <a:schemeClr val="bg1"/>
                </a:solidFill>
                <a:latin typeface="Lato Regular"/>
                <a:cs typeface="Lato Regular"/>
              </a:defRPr>
            </a:lvl1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tortor</a:t>
            </a:r>
            <a:r>
              <a:rPr lang="en-US" dirty="0"/>
              <a:t>, </a:t>
            </a:r>
            <a:r>
              <a:rPr lang="en-US" dirty="0" err="1"/>
              <a:t>mattis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dapibus</a:t>
            </a:r>
            <a:r>
              <a:rPr lang="en-US" dirty="0"/>
              <a:t> vitae, </a:t>
            </a:r>
            <a:r>
              <a:rPr lang="en-US" dirty="0" err="1"/>
              <a:t>euismod</a:t>
            </a:r>
            <a:r>
              <a:rPr lang="en-US" dirty="0"/>
              <a:t> non </a:t>
            </a:r>
            <a:r>
              <a:rPr lang="en-US" dirty="0" err="1"/>
              <a:t>purus</a:t>
            </a:r>
            <a:r>
              <a:rPr lang="en-US" dirty="0"/>
              <a:t>. Maecenas </a:t>
            </a:r>
            <a:r>
              <a:rPr lang="en-US" dirty="0" err="1"/>
              <a:t>ut</a:t>
            </a:r>
            <a:r>
              <a:rPr lang="en-US" dirty="0"/>
              <a:t> lacus </a:t>
            </a:r>
            <a:r>
              <a:rPr lang="en-US" dirty="0" err="1"/>
              <a:t>nec</a:t>
            </a:r>
            <a:r>
              <a:rPr lang="en-US" dirty="0"/>
              <a:t> </a:t>
            </a:r>
            <a:r>
              <a:rPr lang="en-US" dirty="0" err="1"/>
              <a:t>mauris</a:t>
            </a:r>
            <a:r>
              <a:rPr lang="en-US" dirty="0"/>
              <a:t> </a:t>
            </a:r>
            <a:r>
              <a:rPr lang="en-US" dirty="0" err="1"/>
              <a:t>feugiat</a:t>
            </a:r>
            <a:r>
              <a:rPr lang="en-US" dirty="0"/>
              <a:t> </a:t>
            </a:r>
            <a:r>
              <a:rPr lang="en-US" dirty="0" err="1"/>
              <a:t>tristique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3935686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4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53" presetClass="entr" presetSubtype="16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1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8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400"/>
                        <p:tgtEl>
                          <p:spTgt spid="8"/>
                        </p:tgtEl>
                      </p:cBhvr>
                    </p:animEffect>
                    <p:anim calcmode="lin" valueType="num">
                      <p:cBhvr>
                        <p:cTn dur="400" fill="hold"/>
                        <p:tgtEl>
                          <p:spTgt spid="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400" fill="hold"/>
                        <p:tgtEl>
                          <p:spTgt spid="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9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9"/>
                        </p:tgtEl>
                      </p:cBhvr>
                    </p:animEffect>
                    <p:anim calcmode="lin" valueType="num">
                      <p:cBhvr>
                        <p:cTn dur="500" fill="hold"/>
                        <p:tgtEl>
                          <p:spTgt spid="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0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8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0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with content Cle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/>
          <p:cNvSpPr>
            <a:spLocks noGrp="1"/>
          </p:cNvSpPr>
          <p:nvPr>
            <p:ph type="body" sz="quarter" idx="10" hasCustomPrompt="1"/>
          </p:nvPr>
        </p:nvSpPr>
        <p:spPr>
          <a:xfrm>
            <a:off x="452438" y="270483"/>
            <a:ext cx="8229600" cy="359817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500" b="1">
                <a:solidFill>
                  <a:schemeClr val="tx1">
                    <a:lumMod val="75000"/>
                    <a:lumOff val="25000"/>
                  </a:schemeClr>
                </a:solidFill>
                <a:latin typeface="Lato Light"/>
                <a:cs typeface="Lato Light"/>
              </a:defRPr>
            </a:lvl1pPr>
          </a:lstStyle>
          <a:p>
            <a:pPr lvl="0"/>
            <a:r>
              <a:rPr lang="es-ES_tradnl" dirty="0"/>
              <a:t>Text </a:t>
            </a:r>
            <a:r>
              <a:rPr lang="es-ES_tradnl" dirty="0" err="1"/>
              <a:t>slide</a:t>
            </a:r>
            <a:r>
              <a:rPr lang="es-ES_tradnl" dirty="0"/>
              <a:t> </a:t>
            </a:r>
            <a:r>
              <a:rPr lang="es-ES_tradnl" dirty="0" err="1"/>
              <a:t>example</a:t>
            </a:r>
            <a:endParaRPr lang="es-ES_tradnl" dirty="0"/>
          </a:p>
        </p:txBody>
      </p:sp>
      <p:sp>
        <p:nvSpPr>
          <p:cNvPr id="6" name="Text Placeholder 7"/>
          <p:cNvSpPr>
            <a:spLocks noGrp="1"/>
          </p:cNvSpPr>
          <p:nvPr>
            <p:ph type="body" sz="quarter" idx="11" hasCustomPrompt="1"/>
          </p:nvPr>
        </p:nvSpPr>
        <p:spPr>
          <a:xfrm>
            <a:off x="452438" y="689252"/>
            <a:ext cx="8229600" cy="190376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accent3"/>
                </a:solidFill>
                <a:latin typeface="Lato Light"/>
                <a:cs typeface="Lato Light"/>
              </a:defRPr>
            </a:lvl1pPr>
          </a:lstStyle>
          <a:p>
            <a:pPr lvl="0"/>
            <a:r>
              <a:rPr lang="es-ES_tradnl" dirty="0" err="1"/>
              <a:t>Subtitle</a:t>
            </a:r>
            <a:r>
              <a:rPr lang="es-ES_tradnl" dirty="0"/>
              <a:t> </a:t>
            </a:r>
            <a:r>
              <a:rPr lang="es-ES_tradnl" dirty="0" err="1"/>
              <a:t>Example</a:t>
            </a:r>
            <a:endParaRPr lang="es-ES_tradnl" dirty="0"/>
          </a:p>
        </p:txBody>
      </p:sp>
      <p:sp>
        <p:nvSpPr>
          <p:cNvPr id="4" name="Text Placeholder 7"/>
          <p:cNvSpPr>
            <a:spLocks noGrp="1"/>
          </p:cNvSpPr>
          <p:nvPr>
            <p:ph type="body" sz="quarter" idx="40" hasCustomPrompt="1"/>
          </p:nvPr>
        </p:nvSpPr>
        <p:spPr>
          <a:xfrm>
            <a:off x="452439" y="1223131"/>
            <a:ext cx="2948682" cy="359817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00" b="1">
                <a:solidFill>
                  <a:schemeClr val="tx1">
                    <a:lumMod val="75000"/>
                    <a:lumOff val="25000"/>
                  </a:schemeClr>
                </a:solidFill>
                <a:latin typeface="Lato Light"/>
                <a:cs typeface="Lato Light"/>
              </a:defRPr>
            </a:lvl1pPr>
          </a:lstStyle>
          <a:p>
            <a:pPr lvl="0"/>
            <a:r>
              <a:rPr lang="es-ES_tradnl" dirty="0" err="1"/>
              <a:t>Title</a:t>
            </a:r>
            <a:r>
              <a:rPr lang="es-ES_tradnl" dirty="0"/>
              <a:t> </a:t>
            </a:r>
            <a:r>
              <a:rPr lang="es-ES_tradnl" dirty="0" err="1"/>
              <a:t>example</a:t>
            </a:r>
            <a:r>
              <a:rPr lang="es-ES_tradnl" dirty="0"/>
              <a:t> </a:t>
            </a:r>
            <a:r>
              <a:rPr lang="es-ES_tradnl" dirty="0" err="1"/>
              <a:t>here</a:t>
            </a:r>
            <a:endParaRPr lang="es-ES_tradnl" dirty="0"/>
          </a:p>
        </p:txBody>
      </p:sp>
      <p:sp>
        <p:nvSpPr>
          <p:cNvPr id="5" name="Text Placeholder 7"/>
          <p:cNvSpPr>
            <a:spLocks noGrp="1"/>
          </p:cNvSpPr>
          <p:nvPr>
            <p:ph type="body" sz="quarter" idx="41" hasCustomPrompt="1"/>
          </p:nvPr>
        </p:nvSpPr>
        <p:spPr>
          <a:xfrm>
            <a:off x="452438" y="1624963"/>
            <a:ext cx="2948683" cy="190376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accent3"/>
                </a:solidFill>
                <a:latin typeface="Lato Light"/>
                <a:cs typeface="Lato Light"/>
              </a:defRPr>
            </a:lvl1pPr>
          </a:lstStyle>
          <a:p>
            <a:pPr lvl="0"/>
            <a:r>
              <a:rPr lang="es-ES_tradnl" dirty="0" err="1"/>
              <a:t>Subtitle</a:t>
            </a:r>
            <a:r>
              <a:rPr lang="es-ES_tradnl" dirty="0"/>
              <a:t> </a:t>
            </a:r>
            <a:r>
              <a:rPr lang="es-ES_tradnl" dirty="0" err="1"/>
              <a:t>Example</a:t>
            </a:r>
            <a:r>
              <a:rPr lang="es-ES_tradnl" dirty="0"/>
              <a:t> </a:t>
            </a:r>
            <a:r>
              <a:rPr lang="es-ES_tradnl" dirty="0" err="1"/>
              <a:t>Here</a:t>
            </a:r>
            <a:endParaRPr lang="es-ES_tradnl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sz="quarter" idx="42" hasCustomPrompt="1"/>
          </p:nvPr>
        </p:nvSpPr>
        <p:spPr>
          <a:xfrm>
            <a:off x="467784" y="1900775"/>
            <a:ext cx="2932641" cy="1793567"/>
          </a:xfrm>
          <a:prstGeom prst="rect">
            <a:avLst/>
          </a:prstGeom>
        </p:spPr>
        <p:txBody>
          <a:bodyPr vert="horz" lIns="0" tIns="0" rIns="0" bIns="0"/>
          <a:lstStyle>
            <a:lvl1pPr marL="0" marR="0" indent="0" algn="just" defTabSz="405037" rtl="0" eaLnBrk="1" fontAlgn="auto" latinLnBrk="0" hangingPunct="1">
              <a:lnSpc>
                <a:spcPct val="13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900">
                <a:solidFill>
                  <a:schemeClr val="tx1">
                    <a:lumMod val="50000"/>
                    <a:lumOff val="50000"/>
                  </a:schemeClr>
                </a:solidFill>
                <a:latin typeface="Lato Regular"/>
                <a:cs typeface="Lato Regular"/>
              </a:defRPr>
            </a:lvl1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tortor</a:t>
            </a:r>
            <a:r>
              <a:rPr lang="en-US" dirty="0"/>
              <a:t>, </a:t>
            </a:r>
            <a:r>
              <a:rPr lang="en-US" dirty="0" err="1"/>
              <a:t>mattis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dapibus</a:t>
            </a:r>
            <a:r>
              <a:rPr lang="en-US" dirty="0"/>
              <a:t> vitae, </a:t>
            </a:r>
            <a:r>
              <a:rPr lang="en-US" dirty="0" err="1"/>
              <a:t>euismod</a:t>
            </a:r>
            <a:r>
              <a:rPr lang="en-US" dirty="0"/>
              <a:t>  </a:t>
            </a:r>
            <a:r>
              <a:rPr lang="en-US" dirty="0" err="1"/>
              <a:t>purus</a:t>
            </a:r>
            <a:r>
              <a:rPr lang="en-US" dirty="0"/>
              <a:t>. Maecenas </a:t>
            </a:r>
            <a:r>
              <a:rPr lang="en-US" dirty="0" err="1"/>
              <a:t>ut</a:t>
            </a:r>
            <a:r>
              <a:rPr lang="en-US" dirty="0"/>
              <a:t> lacus </a:t>
            </a:r>
            <a:r>
              <a:rPr lang="en-US" dirty="0" err="1"/>
              <a:t>nec</a:t>
            </a:r>
            <a:r>
              <a:rPr lang="en-US" dirty="0"/>
              <a:t> </a:t>
            </a:r>
            <a:r>
              <a:rPr lang="en-US" dirty="0" err="1"/>
              <a:t>mauris</a:t>
            </a:r>
            <a:r>
              <a:rPr lang="en-US" dirty="0"/>
              <a:t> </a:t>
            </a:r>
            <a:r>
              <a:rPr lang="en-US" dirty="0" err="1"/>
              <a:t>feugiat</a:t>
            </a:r>
            <a:r>
              <a:rPr lang="en-US" dirty="0"/>
              <a:t> </a:t>
            </a:r>
            <a:r>
              <a:rPr lang="en-US" dirty="0" err="1"/>
              <a:t>tristique</a:t>
            </a:r>
            <a:r>
              <a:rPr lang="en-US" dirty="0"/>
              <a:t> et in </a:t>
            </a:r>
            <a:r>
              <a:rPr lang="en-US" dirty="0" err="1"/>
              <a:t>metus</a:t>
            </a:r>
            <a:r>
              <a:rPr lang="en-US" dirty="0"/>
              <a:t>. </a:t>
            </a:r>
          </a:p>
          <a:p>
            <a:pPr lvl="0"/>
            <a:r>
              <a:rPr lang="en-US" dirty="0" err="1"/>
              <a:t>Duis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 </a:t>
            </a:r>
            <a:r>
              <a:rPr lang="en-US" dirty="0" err="1"/>
              <a:t>eros</a:t>
            </a:r>
            <a:r>
              <a:rPr lang="en-US" dirty="0"/>
              <a:t> </a:t>
            </a:r>
            <a:r>
              <a:rPr lang="en-US" dirty="0" err="1"/>
              <a:t>vel</a:t>
            </a:r>
            <a:r>
              <a:rPr lang="en-US" dirty="0"/>
              <a:t> </a:t>
            </a:r>
            <a:r>
              <a:rPr lang="en-US" dirty="0" err="1"/>
              <a:t>lectus</a:t>
            </a:r>
            <a:r>
              <a:rPr lang="en-US" dirty="0"/>
              <a:t> semper semper. </a:t>
            </a:r>
            <a:r>
              <a:rPr lang="en-US" dirty="0" err="1"/>
              <a:t>Nullam</a:t>
            </a:r>
            <a:r>
              <a:rPr lang="en-US" dirty="0"/>
              <a:t> </a:t>
            </a:r>
            <a:r>
              <a:rPr lang="en-US" dirty="0" err="1"/>
              <a:t>fus</a:t>
            </a:r>
            <a:r>
              <a:rPr lang="en-US" dirty="0"/>
              <a:t> </a:t>
            </a:r>
            <a:r>
              <a:rPr lang="en-US" dirty="0" err="1"/>
              <a:t>nisl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ligula </a:t>
            </a:r>
            <a:r>
              <a:rPr lang="en-US" dirty="0" err="1"/>
              <a:t>vestibulum</a:t>
            </a:r>
            <a:r>
              <a:rPr lang="en-US" dirty="0"/>
              <a:t>, </a:t>
            </a:r>
            <a:r>
              <a:rPr lang="en-US" dirty="0" err="1"/>
              <a:t>ut</a:t>
            </a:r>
            <a:r>
              <a:rPr lang="en-US" dirty="0"/>
              <a:t> semper ex </a:t>
            </a:r>
            <a:r>
              <a:rPr lang="en-US" dirty="0" err="1"/>
              <a:t>suscipit</a:t>
            </a:r>
            <a:r>
              <a:rPr lang="en-US" dirty="0"/>
              <a:t> </a:t>
            </a:r>
            <a:r>
              <a:rPr lang="en-US" dirty="0" err="1"/>
              <a:t>fringillascipit</a:t>
            </a:r>
            <a:r>
              <a:rPr lang="en-US" dirty="0"/>
              <a:t> </a:t>
            </a:r>
            <a:r>
              <a:rPr lang="en-US" dirty="0" err="1"/>
              <a:t>cursus</a:t>
            </a:r>
            <a:r>
              <a:rPr lang="en-US" dirty="0"/>
              <a:t>. </a:t>
            </a:r>
            <a:r>
              <a:rPr lang="en-US" dirty="0" err="1"/>
              <a:t>Aenean</a:t>
            </a:r>
            <a:r>
              <a:rPr lang="en-US" dirty="0"/>
              <a:t> </a:t>
            </a:r>
            <a:r>
              <a:rPr lang="en-US" dirty="0" err="1"/>
              <a:t>accumsan</a:t>
            </a:r>
            <a:r>
              <a:rPr lang="en-US" dirty="0"/>
              <a:t> </a:t>
            </a:r>
            <a:r>
              <a:rPr lang="en-US" dirty="0" err="1"/>
              <a:t>malesuada</a:t>
            </a:r>
            <a:r>
              <a:rPr lang="en-US" dirty="0"/>
              <a:t> </a:t>
            </a:r>
            <a:r>
              <a:rPr lang="en-US" dirty="0" err="1"/>
              <a:t>hendrerit</a:t>
            </a:r>
            <a:r>
              <a:rPr lang="en-US" dirty="0"/>
              <a:t>. </a:t>
            </a:r>
            <a:r>
              <a:rPr lang="en-US" dirty="0" err="1"/>
              <a:t>Morbi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dolor ante. </a:t>
            </a:r>
            <a:r>
              <a:rPr lang="en-US" dirty="0" err="1"/>
              <a:t>Duis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viverra</a:t>
            </a:r>
            <a:r>
              <a:rPr lang="en-US" dirty="0"/>
              <a:t> </a:t>
            </a:r>
            <a:r>
              <a:rPr lang="en-US" dirty="0" err="1"/>
              <a:t>urna</a:t>
            </a:r>
            <a:r>
              <a:rPr lang="en-US" dirty="0"/>
              <a:t>, in </a:t>
            </a:r>
            <a:r>
              <a:rPr lang="en-US" dirty="0" err="1"/>
              <a:t>ultricies</a:t>
            </a:r>
            <a:r>
              <a:rPr lang="en-US" dirty="0"/>
              <a:t> diam. </a:t>
            </a:r>
          </a:p>
        </p:txBody>
      </p:sp>
      <p:sp>
        <p:nvSpPr>
          <p:cNvPr id="9" name="Text Placeholder 2"/>
          <p:cNvSpPr>
            <a:spLocks noGrp="1"/>
          </p:cNvSpPr>
          <p:nvPr>
            <p:ph type="body" sz="quarter" idx="64" hasCustomPrompt="1"/>
          </p:nvPr>
        </p:nvSpPr>
        <p:spPr>
          <a:xfrm>
            <a:off x="467783" y="4523255"/>
            <a:ext cx="2932641" cy="701161"/>
          </a:xfrm>
          <a:prstGeom prst="rect">
            <a:avLst/>
          </a:prstGeom>
        </p:spPr>
        <p:txBody>
          <a:bodyPr vert="horz" lIns="0" tIns="0" rIns="0" bIns="0"/>
          <a:lstStyle>
            <a:lvl1pPr marL="0" indent="0" algn="just">
              <a:lnSpc>
                <a:spcPct val="130000"/>
              </a:lnSpc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  <a:latin typeface="Lato Regular"/>
                <a:cs typeface="Lato Regular"/>
              </a:defRPr>
            </a:lvl1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</a:p>
        </p:txBody>
      </p:sp>
      <p:sp>
        <p:nvSpPr>
          <p:cNvPr id="10" name="Text Placeholder 7"/>
          <p:cNvSpPr>
            <a:spLocks noGrp="1"/>
          </p:cNvSpPr>
          <p:nvPr>
            <p:ph type="body" sz="quarter" idx="18" hasCustomPrompt="1"/>
          </p:nvPr>
        </p:nvSpPr>
        <p:spPr>
          <a:xfrm>
            <a:off x="467783" y="3974582"/>
            <a:ext cx="2932641" cy="287817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000" b="1" baseline="0">
                <a:solidFill>
                  <a:schemeClr val="tx1">
                    <a:lumMod val="50000"/>
                    <a:lumOff val="50000"/>
                  </a:schemeClr>
                </a:solidFill>
                <a:latin typeface="Lato Regular"/>
                <a:cs typeface="Lato Regular"/>
              </a:defRPr>
            </a:lvl1pPr>
          </a:lstStyle>
          <a:p>
            <a:pPr lvl="0"/>
            <a:r>
              <a:rPr lang="es-ES_tradnl" dirty="0"/>
              <a:t>RESULT 1</a:t>
            </a:r>
          </a:p>
        </p:txBody>
      </p:sp>
      <p:sp>
        <p:nvSpPr>
          <p:cNvPr id="11" name="Text Placeholder 7"/>
          <p:cNvSpPr>
            <a:spLocks noGrp="1"/>
          </p:cNvSpPr>
          <p:nvPr>
            <p:ph type="body" sz="quarter" idx="65" hasCustomPrompt="1"/>
          </p:nvPr>
        </p:nvSpPr>
        <p:spPr>
          <a:xfrm>
            <a:off x="467783" y="4317574"/>
            <a:ext cx="2932641" cy="190376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accent3"/>
                </a:solidFill>
                <a:latin typeface="Lato Light"/>
                <a:cs typeface="Lato Light"/>
              </a:defRPr>
            </a:lvl1pPr>
          </a:lstStyle>
          <a:p>
            <a:pPr lvl="0"/>
            <a:r>
              <a:rPr lang="es-ES_tradnl" dirty="0" err="1"/>
              <a:t>Subtitle</a:t>
            </a:r>
            <a:r>
              <a:rPr lang="es-ES_tradnl" dirty="0"/>
              <a:t> </a:t>
            </a:r>
            <a:r>
              <a:rPr lang="es-ES_tradnl" dirty="0" err="1"/>
              <a:t>Example</a:t>
            </a:r>
            <a:endParaRPr lang="es-ES_tradnl" dirty="0"/>
          </a:p>
        </p:txBody>
      </p:sp>
    </p:spTree>
    <p:extLst>
      <p:ext uri="{BB962C8B-B14F-4D97-AF65-F5344CB8AC3E}">
        <p14:creationId xmlns:p14="http://schemas.microsoft.com/office/powerpoint/2010/main" val="5398045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4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4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4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4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4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400"/>
                        <p:tgtEl>
                          <p:spTgt spid="8"/>
                        </p:tgtEl>
                      </p:cBhvr>
                    </p:animEffect>
                    <p:anim calcmode="lin" valueType="num">
                      <p:cBhvr>
                        <p:cTn dur="400" fill="hold"/>
                        <p:tgtEl>
                          <p:spTgt spid="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400" fill="hold"/>
                        <p:tgtEl>
                          <p:spTgt spid="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6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6"/>
                        </p:tgtEl>
                      </p:cBhvr>
                    </p:animEffect>
                    <p:anim calcmode="lin" valueType="num">
                      <p:cBhvr>
                        <p:cTn dur="500" fill="hold"/>
                        <p:tgtEl>
                          <p:spTgt spid="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400"/>
                        <p:tgtEl>
                          <p:spTgt spid="4"/>
                        </p:tgtEl>
                      </p:cBhvr>
                    </p:animEffect>
                    <p:anim calcmode="lin" valueType="num">
                      <p:cBhvr>
                        <p:cTn dur="400" fill="hold"/>
                        <p:tgtEl>
                          <p:spTgt spid="4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400" fill="hold"/>
                        <p:tgtEl>
                          <p:spTgt spid="4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5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5"/>
                        </p:tgtEl>
                      </p:cBhvr>
                    </p:animEffect>
                    <p:anim calcmode="lin" valueType="num">
                      <p:cBhvr>
                        <p:cTn dur="500" fill="hold"/>
                        <p:tgtEl>
                          <p:spTgt spid="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7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8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9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8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0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400"/>
                        <p:tgtEl>
                          <p:spTgt spid="10"/>
                        </p:tgtEl>
                      </p:cBhvr>
                    </p:animEffect>
                    <p:anim calcmode="lin" valueType="num">
                      <p:cBhvr>
                        <p:cTn dur="400" fill="hold"/>
                        <p:tgtEl>
                          <p:spTgt spid="10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400" fill="hold"/>
                        <p:tgtEl>
                          <p:spTgt spid="10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1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1"/>
                        </p:tgtEl>
                      </p:cBhvr>
                    </p:animEffect>
                    <p:anim calcmode="lin" valueType="num">
                      <p:cBhvr>
                        <p:cTn dur="500" fill="hold"/>
                        <p:tgtEl>
                          <p:spTgt spid="1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1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content Clea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/>
          <p:cNvSpPr>
            <a:spLocks noGrp="1"/>
          </p:cNvSpPr>
          <p:nvPr>
            <p:ph type="body" sz="quarter" idx="10" hasCustomPrompt="1"/>
          </p:nvPr>
        </p:nvSpPr>
        <p:spPr>
          <a:xfrm>
            <a:off x="452438" y="270483"/>
            <a:ext cx="8229600" cy="359817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500" b="1">
                <a:solidFill>
                  <a:schemeClr val="tx1">
                    <a:lumMod val="75000"/>
                    <a:lumOff val="25000"/>
                  </a:schemeClr>
                </a:solidFill>
                <a:latin typeface="Lato Light"/>
                <a:cs typeface="Lato Light"/>
              </a:defRPr>
            </a:lvl1pPr>
          </a:lstStyle>
          <a:p>
            <a:pPr lvl="0"/>
            <a:r>
              <a:rPr lang="es-ES_tradnl" dirty="0"/>
              <a:t>Text </a:t>
            </a:r>
            <a:r>
              <a:rPr lang="es-ES_tradnl" dirty="0" err="1"/>
              <a:t>slide</a:t>
            </a:r>
            <a:r>
              <a:rPr lang="es-ES_tradnl" dirty="0"/>
              <a:t> </a:t>
            </a:r>
            <a:r>
              <a:rPr lang="es-ES_tradnl" dirty="0" err="1"/>
              <a:t>example</a:t>
            </a:r>
            <a:endParaRPr lang="es-ES_tradnl" dirty="0"/>
          </a:p>
        </p:txBody>
      </p:sp>
      <p:sp>
        <p:nvSpPr>
          <p:cNvPr id="6" name="Text Placeholder 7"/>
          <p:cNvSpPr>
            <a:spLocks noGrp="1"/>
          </p:cNvSpPr>
          <p:nvPr>
            <p:ph type="body" sz="quarter" idx="11" hasCustomPrompt="1"/>
          </p:nvPr>
        </p:nvSpPr>
        <p:spPr>
          <a:xfrm>
            <a:off x="452438" y="689252"/>
            <a:ext cx="8229600" cy="190376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accent3"/>
                </a:solidFill>
                <a:latin typeface="Lato Light"/>
                <a:cs typeface="Lato Light"/>
              </a:defRPr>
            </a:lvl1pPr>
          </a:lstStyle>
          <a:p>
            <a:pPr lvl="0"/>
            <a:r>
              <a:rPr lang="es-ES_tradnl" dirty="0" err="1"/>
              <a:t>Subtitle</a:t>
            </a:r>
            <a:r>
              <a:rPr lang="es-ES_tradnl" dirty="0"/>
              <a:t> </a:t>
            </a:r>
            <a:r>
              <a:rPr lang="es-ES_tradnl" dirty="0" err="1"/>
              <a:t>Example</a:t>
            </a:r>
            <a:endParaRPr lang="es-ES_tradnl" dirty="0"/>
          </a:p>
        </p:txBody>
      </p:sp>
      <p:sp>
        <p:nvSpPr>
          <p:cNvPr id="4" name="Text Placeholder 2"/>
          <p:cNvSpPr>
            <a:spLocks noGrp="1"/>
          </p:cNvSpPr>
          <p:nvPr>
            <p:ph type="body" sz="quarter" idx="64" hasCustomPrompt="1"/>
          </p:nvPr>
        </p:nvSpPr>
        <p:spPr>
          <a:xfrm>
            <a:off x="443971" y="4636475"/>
            <a:ext cx="8230129" cy="649977"/>
          </a:xfrm>
          <a:prstGeom prst="rect">
            <a:avLst/>
          </a:prstGeom>
        </p:spPr>
        <p:txBody>
          <a:bodyPr vert="horz" lIns="0" tIns="0" rIns="0" bIns="0"/>
          <a:lstStyle>
            <a:lvl1pPr marL="0" indent="0" algn="just">
              <a:lnSpc>
                <a:spcPct val="130000"/>
              </a:lnSpc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  <a:latin typeface="Lato Regular"/>
                <a:cs typeface="Lato Regular"/>
              </a:defRPr>
            </a:lvl1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tortor</a:t>
            </a:r>
            <a:r>
              <a:rPr lang="en-US" dirty="0"/>
              <a:t>, </a:t>
            </a:r>
            <a:r>
              <a:rPr lang="en-US" dirty="0" err="1"/>
              <a:t>mattis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dapibus</a:t>
            </a:r>
            <a:r>
              <a:rPr lang="en-US" dirty="0"/>
              <a:t> vitae, </a:t>
            </a:r>
            <a:r>
              <a:rPr lang="en-US" dirty="0" err="1"/>
              <a:t>euismod</a:t>
            </a:r>
            <a:r>
              <a:rPr lang="en-US" dirty="0"/>
              <a:t> non </a:t>
            </a:r>
            <a:r>
              <a:rPr lang="en-US" dirty="0" err="1"/>
              <a:t>purus</a:t>
            </a:r>
            <a:r>
              <a:rPr lang="en-US" dirty="0"/>
              <a:t>. Maecenas </a:t>
            </a:r>
            <a:r>
              <a:rPr lang="en-US" dirty="0" err="1"/>
              <a:t>ut</a:t>
            </a:r>
            <a:r>
              <a:rPr lang="en-US" dirty="0"/>
              <a:t> lacus </a:t>
            </a:r>
            <a:r>
              <a:rPr lang="en-US" dirty="0" err="1"/>
              <a:t>nec</a:t>
            </a:r>
            <a:r>
              <a:rPr lang="en-US" dirty="0"/>
              <a:t> </a:t>
            </a:r>
            <a:r>
              <a:rPr lang="en-US" dirty="0" err="1"/>
              <a:t>mauris</a:t>
            </a:r>
            <a:r>
              <a:rPr lang="en-US" dirty="0"/>
              <a:t> </a:t>
            </a:r>
            <a:r>
              <a:rPr lang="en-US" dirty="0" err="1"/>
              <a:t>feugiat</a:t>
            </a:r>
            <a:r>
              <a:rPr lang="en-US" dirty="0"/>
              <a:t> </a:t>
            </a:r>
            <a:r>
              <a:rPr lang="en-US" dirty="0" err="1"/>
              <a:t>tristique</a:t>
            </a:r>
            <a:r>
              <a:rPr lang="en-US" dirty="0"/>
              <a:t> et in </a:t>
            </a:r>
            <a:r>
              <a:rPr lang="en-US" dirty="0" err="1"/>
              <a:t>metus.is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 </a:t>
            </a:r>
            <a:r>
              <a:rPr lang="en-US" dirty="0" err="1"/>
              <a:t>eros</a:t>
            </a:r>
            <a:r>
              <a:rPr lang="en-US" dirty="0"/>
              <a:t> </a:t>
            </a:r>
            <a:r>
              <a:rPr lang="en-US" dirty="0" err="1"/>
              <a:t>vel</a:t>
            </a:r>
            <a:r>
              <a:rPr lang="en-US" dirty="0"/>
              <a:t> </a:t>
            </a:r>
            <a:r>
              <a:rPr lang="en-US" dirty="0" err="1"/>
              <a:t>lectus</a:t>
            </a:r>
            <a:r>
              <a:rPr lang="en-US" dirty="0"/>
              <a:t> semper semper. </a:t>
            </a:r>
            <a:r>
              <a:rPr lang="en-US" dirty="0" err="1"/>
              <a:t>Nullam</a:t>
            </a:r>
            <a:r>
              <a:rPr lang="en-US" dirty="0"/>
              <a:t> </a:t>
            </a:r>
            <a:r>
              <a:rPr lang="en-US" dirty="0" err="1"/>
              <a:t>finibus</a:t>
            </a:r>
            <a:r>
              <a:rPr lang="en-US" dirty="0"/>
              <a:t> </a:t>
            </a:r>
            <a:r>
              <a:rPr lang="en-US" dirty="0" err="1"/>
              <a:t>nisl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ligula </a:t>
            </a:r>
            <a:r>
              <a:rPr lang="en-US" dirty="0" err="1"/>
              <a:t>vestibulum</a:t>
            </a:r>
            <a:r>
              <a:rPr lang="en-US" dirty="0"/>
              <a:t>, </a:t>
            </a:r>
            <a:r>
              <a:rPr lang="en-US" dirty="0" err="1"/>
              <a:t>ut</a:t>
            </a:r>
            <a:r>
              <a:rPr lang="en-US" dirty="0"/>
              <a:t> semper ex </a:t>
            </a:r>
            <a:r>
              <a:rPr lang="en-US" dirty="0" err="1"/>
              <a:t>suscipit</a:t>
            </a:r>
            <a:r>
              <a:rPr lang="en-US" dirty="0"/>
              <a:t>. </a:t>
            </a:r>
            <a:r>
              <a:rPr lang="en-US" dirty="0" err="1"/>
              <a:t>Cras</a:t>
            </a:r>
            <a:r>
              <a:rPr lang="en-US" dirty="0"/>
              <a:t> </a:t>
            </a:r>
            <a:r>
              <a:rPr lang="en-US" dirty="0" err="1"/>
              <a:t>fringilla</a:t>
            </a:r>
            <a:r>
              <a:rPr lang="en-US" dirty="0"/>
              <a:t> </a:t>
            </a:r>
            <a:r>
              <a:rPr lang="en-US" dirty="0" err="1"/>
              <a:t>suscipit</a:t>
            </a:r>
            <a:r>
              <a:rPr lang="en-US" dirty="0"/>
              <a:t> </a:t>
            </a:r>
            <a:r>
              <a:rPr lang="en-US" dirty="0" err="1"/>
              <a:t>cursus</a:t>
            </a:r>
            <a:r>
              <a:rPr lang="en-US" dirty="0"/>
              <a:t>. </a:t>
            </a:r>
            <a:r>
              <a:rPr lang="en-US" dirty="0" err="1"/>
              <a:t>Aenean</a:t>
            </a:r>
            <a:r>
              <a:rPr lang="en-US" dirty="0"/>
              <a:t> </a:t>
            </a:r>
            <a:r>
              <a:rPr lang="en-US" dirty="0" err="1"/>
              <a:t>accumsan</a:t>
            </a:r>
            <a:r>
              <a:rPr lang="en-US" dirty="0"/>
              <a:t> </a:t>
            </a:r>
            <a:r>
              <a:rPr lang="en-US" dirty="0" err="1"/>
              <a:t>malesuada</a:t>
            </a:r>
            <a:r>
              <a:rPr lang="en-US" dirty="0"/>
              <a:t> </a:t>
            </a:r>
            <a:r>
              <a:rPr lang="en-US" dirty="0" err="1"/>
              <a:t>hendrerit</a:t>
            </a:r>
            <a:r>
              <a:rPr lang="en-US" dirty="0"/>
              <a:t>. </a:t>
            </a:r>
            <a:r>
              <a:rPr lang="en-US" dirty="0" err="1"/>
              <a:t>Morbi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dolor ante.</a:t>
            </a:r>
          </a:p>
        </p:txBody>
      </p:sp>
      <p:sp>
        <p:nvSpPr>
          <p:cNvPr id="5" name="Text Placeholder 7"/>
          <p:cNvSpPr>
            <a:spLocks noGrp="1"/>
          </p:cNvSpPr>
          <p:nvPr>
            <p:ph type="body" sz="quarter" idx="18" hasCustomPrompt="1"/>
          </p:nvPr>
        </p:nvSpPr>
        <p:spPr>
          <a:xfrm>
            <a:off x="427038" y="4257826"/>
            <a:ext cx="8247062" cy="359817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00" b="1" baseline="0">
                <a:solidFill>
                  <a:schemeClr val="tx1">
                    <a:lumMod val="75000"/>
                    <a:lumOff val="25000"/>
                  </a:schemeClr>
                </a:solidFill>
                <a:latin typeface="Lato Light"/>
                <a:cs typeface="Lato Light"/>
              </a:defRPr>
            </a:lvl1pPr>
          </a:lstStyle>
          <a:p>
            <a:pPr lvl="0"/>
            <a:r>
              <a:rPr lang="es-ES_tradnl" dirty="0" err="1"/>
              <a:t>Put</a:t>
            </a:r>
            <a:r>
              <a:rPr lang="es-ES_tradnl" dirty="0"/>
              <a:t> </a:t>
            </a:r>
            <a:r>
              <a:rPr lang="es-ES_tradnl" dirty="0" err="1"/>
              <a:t>your</a:t>
            </a:r>
            <a:r>
              <a:rPr lang="es-ES_tradnl" dirty="0"/>
              <a:t> </a:t>
            </a:r>
            <a:r>
              <a:rPr lang="es-ES_tradnl" dirty="0" err="1"/>
              <a:t>title</a:t>
            </a:r>
            <a:r>
              <a:rPr lang="es-ES_tradnl" dirty="0"/>
              <a:t> </a:t>
            </a:r>
            <a:r>
              <a:rPr lang="es-ES_tradnl" dirty="0" err="1"/>
              <a:t>here</a:t>
            </a:r>
            <a:endParaRPr lang="es-ES_tradnl" dirty="0"/>
          </a:p>
        </p:txBody>
      </p:sp>
    </p:spTree>
    <p:extLst>
      <p:ext uri="{BB962C8B-B14F-4D97-AF65-F5344CB8AC3E}">
        <p14:creationId xmlns:p14="http://schemas.microsoft.com/office/powerpoint/2010/main" val="22027968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4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4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400"/>
                        <p:tgtEl>
                          <p:spTgt spid="8"/>
                        </p:tgtEl>
                      </p:cBhvr>
                    </p:animEffect>
                    <p:anim calcmode="lin" valueType="num">
                      <p:cBhvr>
                        <p:cTn dur="400" fill="hold"/>
                        <p:tgtEl>
                          <p:spTgt spid="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400" fill="hold"/>
                        <p:tgtEl>
                          <p:spTgt spid="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6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6"/>
                        </p:tgtEl>
                      </p:cBhvr>
                    </p:animEffect>
                    <p:anim calcmode="lin" valueType="num">
                      <p:cBhvr>
                        <p:cTn dur="500" fill="hold"/>
                        <p:tgtEl>
                          <p:spTgt spid="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8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400"/>
                        <p:tgtEl>
                          <p:spTgt spid="5"/>
                        </p:tgtEl>
                      </p:cBhvr>
                    </p:animEffect>
                    <p:anim calcmode="lin" valueType="num">
                      <p:cBhvr>
                        <p:cTn dur="400" fill="hold"/>
                        <p:tgtEl>
                          <p:spTgt spid="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400" fill="hold"/>
                        <p:tgtEl>
                          <p:spTgt spid="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content Dark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/>
          <p:cNvSpPr>
            <a:spLocks noGrp="1"/>
          </p:cNvSpPr>
          <p:nvPr>
            <p:ph type="body" sz="quarter" idx="10" hasCustomPrompt="1"/>
          </p:nvPr>
        </p:nvSpPr>
        <p:spPr>
          <a:xfrm>
            <a:off x="452438" y="270483"/>
            <a:ext cx="8229600" cy="359817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500" b="1">
                <a:solidFill>
                  <a:schemeClr val="bg1"/>
                </a:solidFill>
                <a:latin typeface="Lato Light"/>
                <a:cs typeface="Lato Light"/>
              </a:defRPr>
            </a:lvl1pPr>
          </a:lstStyle>
          <a:p>
            <a:pPr lvl="0"/>
            <a:r>
              <a:rPr lang="es-ES_tradnl" dirty="0"/>
              <a:t>Text </a:t>
            </a:r>
            <a:r>
              <a:rPr lang="es-ES_tradnl" dirty="0" err="1"/>
              <a:t>slide</a:t>
            </a:r>
            <a:r>
              <a:rPr lang="es-ES_tradnl" dirty="0"/>
              <a:t> </a:t>
            </a:r>
            <a:r>
              <a:rPr lang="es-ES_tradnl" dirty="0" err="1"/>
              <a:t>example</a:t>
            </a:r>
            <a:endParaRPr lang="es-ES_tradnl" dirty="0"/>
          </a:p>
        </p:txBody>
      </p:sp>
      <p:sp>
        <p:nvSpPr>
          <p:cNvPr id="6" name="Text Placeholder 7"/>
          <p:cNvSpPr>
            <a:spLocks noGrp="1"/>
          </p:cNvSpPr>
          <p:nvPr>
            <p:ph type="body" sz="quarter" idx="11" hasCustomPrompt="1"/>
          </p:nvPr>
        </p:nvSpPr>
        <p:spPr>
          <a:xfrm>
            <a:off x="452438" y="689252"/>
            <a:ext cx="8229600" cy="190376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accent3"/>
                </a:solidFill>
                <a:latin typeface="Lato Light"/>
                <a:cs typeface="Lato Light"/>
              </a:defRPr>
            </a:lvl1pPr>
          </a:lstStyle>
          <a:p>
            <a:pPr lvl="0"/>
            <a:r>
              <a:rPr lang="es-ES_tradnl" dirty="0" err="1"/>
              <a:t>Subtitle</a:t>
            </a:r>
            <a:r>
              <a:rPr lang="es-ES_tradnl" dirty="0"/>
              <a:t> </a:t>
            </a:r>
            <a:r>
              <a:rPr lang="es-ES_tradnl" dirty="0" err="1"/>
              <a:t>Example</a:t>
            </a:r>
            <a:endParaRPr lang="es-ES_tradnl" dirty="0"/>
          </a:p>
        </p:txBody>
      </p:sp>
      <p:sp>
        <p:nvSpPr>
          <p:cNvPr id="4" name="Text Placeholder 2"/>
          <p:cNvSpPr>
            <a:spLocks noGrp="1"/>
          </p:cNvSpPr>
          <p:nvPr>
            <p:ph type="body" sz="quarter" idx="64" hasCustomPrompt="1"/>
          </p:nvPr>
        </p:nvSpPr>
        <p:spPr>
          <a:xfrm>
            <a:off x="443971" y="4636475"/>
            <a:ext cx="8230129" cy="649977"/>
          </a:xfrm>
          <a:prstGeom prst="rect">
            <a:avLst/>
          </a:prstGeom>
        </p:spPr>
        <p:txBody>
          <a:bodyPr vert="horz" lIns="0" tIns="0" rIns="0" bIns="0"/>
          <a:lstStyle>
            <a:lvl1pPr marL="0" indent="0" algn="just">
              <a:lnSpc>
                <a:spcPct val="130000"/>
              </a:lnSpc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  <a:latin typeface="Lato Regular"/>
                <a:cs typeface="Lato Regular"/>
              </a:defRPr>
            </a:lvl1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tortor</a:t>
            </a:r>
            <a:r>
              <a:rPr lang="en-US" dirty="0"/>
              <a:t>, </a:t>
            </a:r>
            <a:r>
              <a:rPr lang="en-US" dirty="0" err="1"/>
              <a:t>mattis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dapibus</a:t>
            </a:r>
            <a:r>
              <a:rPr lang="en-US" dirty="0"/>
              <a:t> vitae, </a:t>
            </a:r>
            <a:r>
              <a:rPr lang="en-US" dirty="0" err="1"/>
              <a:t>euismod</a:t>
            </a:r>
            <a:r>
              <a:rPr lang="en-US" dirty="0"/>
              <a:t> non </a:t>
            </a:r>
            <a:r>
              <a:rPr lang="en-US" dirty="0" err="1"/>
              <a:t>purus</a:t>
            </a:r>
            <a:r>
              <a:rPr lang="en-US" dirty="0"/>
              <a:t>. Maecenas </a:t>
            </a:r>
            <a:r>
              <a:rPr lang="en-US" dirty="0" err="1"/>
              <a:t>ut</a:t>
            </a:r>
            <a:r>
              <a:rPr lang="en-US" dirty="0"/>
              <a:t> lacus </a:t>
            </a:r>
            <a:r>
              <a:rPr lang="en-US" dirty="0" err="1"/>
              <a:t>nec</a:t>
            </a:r>
            <a:r>
              <a:rPr lang="en-US" dirty="0"/>
              <a:t> </a:t>
            </a:r>
            <a:r>
              <a:rPr lang="en-US" dirty="0" err="1"/>
              <a:t>mauris</a:t>
            </a:r>
            <a:r>
              <a:rPr lang="en-US" dirty="0"/>
              <a:t> </a:t>
            </a:r>
            <a:r>
              <a:rPr lang="en-US" dirty="0" err="1"/>
              <a:t>feugiat</a:t>
            </a:r>
            <a:r>
              <a:rPr lang="en-US" dirty="0"/>
              <a:t> </a:t>
            </a:r>
            <a:r>
              <a:rPr lang="en-US" dirty="0" err="1"/>
              <a:t>tristique</a:t>
            </a:r>
            <a:r>
              <a:rPr lang="en-US" dirty="0"/>
              <a:t> et in </a:t>
            </a:r>
            <a:r>
              <a:rPr lang="en-US" dirty="0" err="1"/>
              <a:t>metus.is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 </a:t>
            </a:r>
            <a:r>
              <a:rPr lang="en-US" dirty="0" err="1"/>
              <a:t>eros</a:t>
            </a:r>
            <a:r>
              <a:rPr lang="en-US" dirty="0"/>
              <a:t> </a:t>
            </a:r>
            <a:r>
              <a:rPr lang="en-US" dirty="0" err="1"/>
              <a:t>vel</a:t>
            </a:r>
            <a:r>
              <a:rPr lang="en-US" dirty="0"/>
              <a:t> </a:t>
            </a:r>
            <a:r>
              <a:rPr lang="en-US" dirty="0" err="1"/>
              <a:t>lectus</a:t>
            </a:r>
            <a:r>
              <a:rPr lang="en-US" dirty="0"/>
              <a:t> semper semper. </a:t>
            </a:r>
            <a:r>
              <a:rPr lang="en-US" dirty="0" err="1"/>
              <a:t>Nullam</a:t>
            </a:r>
            <a:r>
              <a:rPr lang="en-US" dirty="0"/>
              <a:t> </a:t>
            </a:r>
            <a:r>
              <a:rPr lang="en-US" dirty="0" err="1"/>
              <a:t>finibus</a:t>
            </a:r>
            <a:r>
              <a:rPr lang="en-US" dirty="0"/>
              <a:t> </a:t>
            </a:r>
            <a:r>
              <a:rPr lang="en-US" dirty="0" err="1"/>
              <a:t>nisl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ligula </a:t>
            </a:r>
            <a:r>
              <a:rPr lang="en-US" dirty="0" err="1"/>
              <a:t>vestibulum</a:t>
            </a:r>
            <a:r>
              <a:rPr lang="en-US" dirty="0"/>
              <a:t>, </a:t>
            </a:r>
            <a:r>
              <a:rPr lang="en-US" dirty="0" err="1"/>
              <a:t>ut</a:t>
            </a:r>
            <a:r>
              <a:rPr lang="en-US" dirty="0"/>
              <a:t> semper ex </a:t>
            </a:r>
            <a:r>
              <a:rPr lang="en-US" dirty="0" err="1"/>
              <a:t>suscipit</a:t>
            </a:r>
            <a:r>
              <a:rPr lang="en-US" dirty="0"/>
              <a:t>. </a:t>
            </a:r>
            <a:r>
              <a:rPr lang="en-US" dirty="0" err="1"/>
              <a:t>Cras</a:t>
            </a:r>
            <a:r>
              <a:rPr lang="en-US" dirty="0"/>
              <a:t> </a:t>
            </a:r>
            <a:r>
              <a:rPr lang="en-US" dirty="0" err="1"/>
              <a:t>fringilla</a:t>
            </a:r>
            <a:r>
              <a:rPr lang="en-US" dirty="0"/>
              <a:t> </a:t>
            </a:r>
            <a:r>
              <a:rPr lang="en-US" dirty="0" err="1"/>
              <a:t>suscipit</a:t>
            </a:r>
            <a:r>
              <a:rPr lang="en-US" dirty="0"/>
              <a:t> </a:t>
            </a:r>
            <a:r>
              <a:rPr lang="en-US" dirty="0" err="1"/>
              <a:t>cursus</a:t>
            </a:r>
            <a:r>
              <a:rPr lang="en-US" dirty="0"/>
              <a:t>. </a:t>
            </a:r>
            <a:r>
              <a:rPr lang="en-US" dirty="0" err="1"/>
              <a:t>Aenean</a:t>
            </a:r>
            <a:r>
              <a:rPr lang="en-US" dirty="0"/>
              <a:t> </a:t>
            </a:r>
            <a:r>
              <a:rPr lang="en-US" dirty="0" err="1"/>
              <a:t>accumsan</a:t>
            </a:r>
            <a:r>
              <a:rPr lang="en-US" dirty="0"/>
              <a:t> </a:t>
            </a:r>
            <a:r>
              <a:rPr lang="en-US" dirty="0" err="1"/>
              <a:t>malesuada</a:t>
            </a:r>
            <a:r>
              <a:rPr lang="en-US" dirty="0"/>
              <a:t> </a:t>
            </a:r>
            <a:r>
              <a:rPr lang="en-US" dirty="0" err="1"/>
              <a:t>hendrerit</a:t>
            </a:r>
            <a:r>
              <a:rPr lang="en-US" dirty="0"/>
              <a:t>. </a:t>
            </a:r>
            <a:r>
              <a:rPr lang="en-US" dirty="0" err="1"/>
              <a:t>Morbi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dolor ante.</a:t>
            </a:r>
          </a:p>
        </p:txBody>
      </p:sp>
      <p:sp>
        <p:nvSpPr>
          <p:cNvPr id="5" name="Text Placeholder 7"/>
          <p:cNvSpPr>
            <a:spLocks noGrp="1"/>
          </p:cNvSpPr>
          <p:nvPr>
            <p:ph type="body" sz="quarter" idx="18" hasCustomPrompt="1"/>
          </p:nvPr>
        </p:nvSpPr>
        <p:spPr>
          <a:xfrm>
            <a:off x="427038" y="4257826"/>
            <a:ext cx="8247062" cy="359817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00" b="1" baseline="0">
                <a:solidFill>
                  <a:schemeClr val="bg1"/>
                </a:solidFill>
                <a:latin typeface="Lato Light"/>
                <a:cs typeface="Lato Light"/>
              </a:defRPr>
            </a:lvl1pPr>
          </a:lstStyle>
          <a:p>
            <a:pPr lvl="0"/>
            <a:r>
              <a:rPr lang="es-ES_tradnl" dirty="0" err="1"/>
              <a:t>Put</a:t>
            </a:r>
            <a:r>
              <a:rPr lang="es-ES_tradnl" dirty="0"/>
              <a:t> </a:t>
            </a:r>
            <a:r>
              <a:rPr lang="es-ES_tradnl" dirty="0" err="1"/>
              <a:t>your</a:t>
            </a:r>
            <a:r>
              <a:rPr lang="es-ES_tradnl" dirty="0"/>
              <a:t> </a:t>
            </a:r>
            <a:r>
              <a:rPr lang="es-ES_tradnl" dirty="0" err="1"/>
              <a:t>title</a:t>
            </a:r>
            <a:r>
              <a:rPr lang="es-ES_tradnl" dirty="0"/>
              <a:t> </a:t>
            </a:r>
            <a:r>
              <a:rPr lang="es-ES_tradnl" dirty="0" err="1"/>
              <a:t>here</a:t>
            </a:r>
            <a:endParaRPr lang="es-ES_tradnl" dirty="0"/>
          </a:p>
        </p:txBody>
      </p:sp>
    </p:spTree>
    <p:extLst>
      <p:ext uri="{BB962C8B-B14F-4D97-AF65-F5344CB8AC3E}">
        <p14:creationId xmlns:p14="http://schemas.microsoft.com/office/powerpoint/2010/main" val="24858713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4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4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400"/>
                        <p:tgtEl>
                          <p:spTgt spid="8"/>
                        </p:tgtEl>
                      </p:cBhvr>
                    </p:animEffect>
                    <p:anim calcmode="lin" valueType="num">
                      <p:cBhvr>
                        <p:cTn dur="400" fill="hold"/>
                        <p:tgtEl>
                          <p:spTgt spid="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400" fill="hold"/>
                        <p:tgtEl>
                          <p:spTgt spid="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6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6"/>
                        </p:tgtEl>
                      </p:cBhvr>
                    </p:animEffect>
                    <p:anim calcmode="lin" valueType="num">
                      <p:cBhvr>
                        <p:cTn dur="500" fill="hold"/>
                        <p:tgtEl>
                          <p:spTgt spid="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8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400"/>
                        <p:tgtEl>
                          <p:spTgt spid="5"/>
                        </p:tgtEl>
                      </p:cBhvr>
                    </p:animEffect>
                    <p:anim calcmode="lin" valueType="num">
                      <p:cBhvr>
                        <p:cTn dur="400" fill="hold"/>
                        <p:tgtEl>
                          <p:spTgt spid="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400" fill="hold"/>
                        <p:tgtEl>
                          <p:spTgt spid="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s with dat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/>
          <p:cNvSpPr>
            <a:spLocks noGrp="1"/>
          </p:cNvSpPr>
          <p:nvPr>
            <p:ph type="body" sz="quarter" idx="10" hasCustomPrompt="1"/>
          </p:nvPr>
        </p:nvSpPr>
        <p:spPr>
          <a:xfrm>
            <a:off x="452438" y="270483"/>
            <a:ext cx="8229600" cy="359817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500" b="1">
                <a:solidFill>
                  <a:schemeClr val="tx1">
                    <a:lumMod val="75000"/>
                    <a:lumOff val="25000"/>
                  </a:schemeClr>
                </a:solidFill>
                <a:latin typeface="Lato Light"/>
                <a:cs typeface="Lato Light"/>
              </a:defRPr>
            </a:lvl1pPr>
          </a:lstStyle>
          <a:p>
            <a:pPr lvl="0"/>
            <a:r>
              <a:rPr lang="es-ES_tradnl" dirty="0"/>
              <a:t>Text </a:t>
            </a:r>
            <a:r>
              <a:rPr lang="es-ES_tradnl" dirty="0" err="1"/>
              <a:t>slide</a:t>
            </a:r>
            <a:r>
              <a:rPr lang="es-ES_tradnl" dirty="0"/>
              <a:t> </a:t>
            </a:r>
            <a:r>
              <a:rPr lang="es-ES_tradnl" dirty="0" err="1"/>
              <a:t>example</a:t>
            </a:r>
            <a:endParaRPr lang="es-ES_tradnl" dirty="0"/>
          </a:p>
        </p:txBody>
      </p:sp>
      <p:sp>
        <p:nvSpPr>
          <p:cNvPr id="6" name="Text Placeholder 7"/>
          <p:cNvSpPr>
            <a:spLocks noGrp="1"/>
          </p:cNvSpPr>
          <p:nvPr>
            <p:ph type="body" sz="quarter" idx="11" hasCustomPrompt="1"/>
          </p:nvPr>
        </p:nvSpPr>
        <p:spPr>
          <a:xfrm>
            <a:off x="452438" y="689252"/>
            <a:ext cx="8229600" cy="190376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accent3"/>
                </a:solidFill>
                <a:latin typeface="Lato Light"/>
                <a:cs typeface="Lato Light"/>
              </a:defRPr>
            </a:lvl1pPr>
          </a:lstStyle>
          <a:p>
            <a:pPr lvl="0"/>
            <a:r>
              <a:rPr lang="es-ES_tradnl" dirty="0" err="1"/>
              <a:t>Subtitle</a:t>
            </a:r>
            <a:r>
              <a:rPr lang="es-ES_tradnl" dirty="0"/>
              <a:t> </a:t>
            </a:r>
            <a:r>
              <a:rPr lang="es-ES_tradnl" dirty="0" err="1"/>
              <a:t>Example</a:t>
            </a:r>
            <a:endParaRPr lang="es-ES_tradnl" dirty="0"/>
          </a:p>
        </p:txBody>
      </p:sp>
      <p:sp>
        <p:nvSpPr>
          <p:cNvPr id="10" name="Text Placeholder 2"/>
          <p:cNvSpPr>
            <a:spLocks noGrp="1"/>
          </p:cNvSpPr>
          <p:nvPr>
            <p:ph type="body" sz="quarter" idx="64" hasCustomPrompt="1"/>
          </p:nvPr>
        </p:nvSpPr>
        <p:spPr>
          <a:xfrm>
            <a:off x="443972" y="4568743"/>
            <a:ext cx="3907896" cy="649977"/>
          </a:xfrm>
          <a:prstGeom prst="rect">
            <a:avLst/>
          </a:prstGeom>
        </p:spPr>
        <p:txBody>
          <a:bodyPr vert="horz" lIns="0" tIns="0" rIns="0" bIns="0"/>
          <a:lstStyle>
            <a:lvl1pPr marL="0" indent="0" algn="just">
              <a:lnSpc>
                <a:spcPct val="130000"/>
              </a:lnSpc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  <a:latin typeface="Lato Regular"/>
                <a:cs typeface="Lato Regular"/>
              </a:defRPr>
            </a:lvl1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tortor</a:t>
            </a:r>
            <a:r>
              <a:rPr lang="en-US" dirty="0"/>
              <a:t>, </a:t>
            </a:r>
            <a:r>
              <a:rPr lang="en-US" dirty="0" err="1"/>
              <a:t>mattis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dapibus</a:t>
            </a:r>
            <a:r>
              <a:rPr lang="en-US" dirty="0"/>
              <a:t> vitae, </a:t>
            </a:r>
            <a:r>
              <a:rPr lang="en-US" dirty="0" err="1"/>
              <a:t>euismod</a:t>
            </a:r>
            <a:r>
              <a:rPr lang="en-US" dirty="0"/>
              <a:t> non </a:t>
            </a:r>
            <a:r>
              <a:rPr lang="en-US" dirty="0" err="1"/>
              <a:t>purus</a:t>
            </a:r>
            <a:r>
              <a:rPr lang="en-US" dirty="0"/>
              <a:t>. Maecenas </a:t>
            </a:r>
            <a:r>
              <a:rPr lang="en-US" dirty="0" err="1"/>
              <a:t>ut</a:t>
            </a:r>
            <a:r>
              <a:rPr lang="en-US" dirty="0"/>
              <a:t> lacus </a:t>
            </a:r>
            <a:r>
              <a:rPr lang="en-US" dirty="0" err="1"/>
              <a:t>nec</a:t>
            </a:r>
            <a:r>
              <a:rPr lang="en-US" dirty="0"/>
              <a:t> </a:t>
            </a:r>
            <a:r>
              <a:rPr lang="en-US" dirty="0" err="1"/>
              <a:t>mauris</a:t>
            </a:r>
            <a:r>
              <a:rPr lang="en-US" dirty="0"/>
              <a:t> </a:t>
            </a:r>
            <a:r>
              <a:rPr lang="en-US" dirty="0" err="1"/>
              <a:t>feugiat</a:t>
            </a:r>
            <a:r>
              <a:rPr lang="en-US" dirty="0"/>
              <a:t> </a:t>
            </a:r>
            <a:r>
              <a:rPr lang="en-US" dirty="0" err="1"/>
              <a:t>tristique</a:t>
            </a:r>
            <a:r>
              <a:rPr lang="en-US" dirty="0"/>
              <a:t> et in </a:t>
            </a:r>
            <a:r>
              <a:rPr lang="en-US" dirty="0" err="1"/>
              <a:t>metus.is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 </a:t>
            </a:r>
            <a:r>
              <a:rPr lang="en-US" dirty="0" err="1"/>
              <a:t>eros</a:t>
            </a:r>
            <a:r>
              <a:rPr lang="en-US" dirty="0"/>
              <a:t> </a:t>
            </a:r>
            <a:r>
              <a:rPr lang="en-US" dirty="0" err="1"/>
              <a:t>vel</a:t>
            </a:r>
            <a:r>
              <a:rPr lang="en-US" dirty="0"/>
              <a:t> </a:t>
            </a:r>
            <a:r>
              <a:rPr lang="en-US" dirty="0" err="1"/>
              <a:t>lectus</a:t>
            </a:r>
            <a:r>
              <a:rPr lang="en-US" dirty="0"/>
              <a:t> semper semper. </a:t>
            </a:r>
          </a:p>
        </p:txBody>
      </p:sp>
      <p:sp>
        <p:nvSpPr>
          <p:cNvPr id="11" name="Text Placeholder 7"/>
          <p:cNvSpPr>
            <a:spLocks noGrp="1"/>
          </p:cNvSpPr>
          <p:nvPr>
            <p:ph type="body" sz="quarter" idx="18" hasCustomPrompt="1"/>
          </p:nvPr>
        </p:nvSpPr>
        <p:spPr>
          <a:xfrm>
            <a:off x="427038" y="3886736"/>
            <a:ext cx="3924830" cy="378649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000" b="1" baseline="0">
                <a:solidFill>
                  <a:schemeClr val="tx1">
                    <a:lumMod val="50000"/>
                    <a:lumOff val="50000"/>
                  </a:schemeClr>
                </a:solidFill>
                <a:latin typeface="Lato Regular"/>
                <a:cs typeface="Lato Regular"/>
              </a:defRPr>
            </a:lvl1pPr>
          </a:lstStyle>
          <a:p>
            <a:pPr lvl="0"/>
            <a:r>
              <a:rPr lang="es-ES_tradnl" dirty="0"/>
              <a:t>2015</a:t>
            </a:r>
          </a:p>
        </p:txBody>
      </p:sp>
      <p:sp>
        <p:nvSpPr>
          <p:cNvPr id="12" name="Text Placeholder 7"/>
          <p:cNvSpPr>
            <a:spLocks noGrp="1"/>
          </p:cNvSpPr>
          <p:nvPr>
            <p:ph type="body" sz="quarter" idx="65" hasCustomPrompt="1"/>
          </p:nvPr>
        </p:nvSpPr>
        <p:spPr>
          <a:xfrm>
            <a:off x="452438" y="4292797"/>
            <a:ext cx="3899430" cy="190376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>
                    <a:lumMod val="50000"/>
                    <a:lumOff val="50000"/>
                  </a:schemeClr>
                </a:solidFill>
                <a:latin typeface="Lato Light"/>
                <a:cs typeface="Lato Light"/>
              </a:defRPr>
            </a:lvl1pPr>
          </a:lstStyle>
          <a:p>
            <a:pPr lvl="0"/>
            <a:r>
              <a:rPr lang="es-ES_tradnl" dirty="0" err="1"/>
              <a:t>Subtitle</a:t>
            </a:r>
            <a:r>
              <a:rPr lang="es-ES_tradnl" dirty="0"/>
              <a:t> </a:t>
            </a:r>
            <a:r>
              <a:rPr lang="es-ES_tradnl" dirty="0" err="1"/>
              <a:t>Example</a:t>
            </a:r>
            <a:endParaRPr lang="es-ES_tradnl" dirty="0"/>
          </a:p>
        </p:txBody>
      </p:sp>
      <p:sp>
        <p:nvSpPr>
          <p:cNvPr id="13" name="Text Placeholder 2"/>
          <p:cNvSpPr>
            <a:spLocks noGrp="1"/>
          </p:cNvSpPr>
          <p:nvPr>
            <p:ph type="body" sz="quarter" idx="66" hasCustomPrompt="1"/>
          </p:nvPr>
        </p:nvSpPr>
        <p:spPr>
          <a:xfrm>
            <a:off x="4774142" y="4568743"/>
            <a:ext cx="3907896" cy="649977"/>
          </a:xfrm>
          <a:prstGeom prst="rect">
            <a:avLst/>
          </a:prstGeom>
        </p:spPr>
        <p:txBody>
          <a:bodyPr vert="horz" lIns="0" tIns="0" rIns="0" bIns="0"/>
          <a:lstStyle>
            <a:lvl1pPr marL="0" indent="0" algn="just">
              <a:lnSpc>
                <a:spcPct val="130000"/>
              </a:lnSpc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  <a:latin typeface="Lato Regular"/>
                <a:cs typeface="Lato Regular"/>
              </a:defRPr>
            </a:lvl1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tortor</a:t>
            </a:r>
            <a:r>
              <a:rPr lang="en-US" dirty="0"/>
              <a:t>, </a:t>
            </a:r>
            <a:r>
              <a:rPr lang="en-US" dirty="0" err="1"/>
              <a:t>mattis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dapibus</a:t>
            </a:r>
            <a:r>
              <a:rPr lang="en-US" dirty="0"/>
              <a:t> vitae, </a:t>
            </a:r>
            <a:r>
              <a:rPr lang="en-US" dirty="0" err="1"/>
              <a:t>euismod</a:t>
            </a:r>
            <a:r>
              <a:rPr lang="en-US" dirty="0"/>
              <a:t> non </a:t>
            </a:r>
            <a:r>
              <a:rPr lang="en-US" dirty="0" err="1"/>
              <a:t>purus</a:t>
            </a:r>
            <a:r>
              <a:rPr lang="en-US" dirty="0"/>
              <a:t>. Maecenas </a:t>
            </a:r>
            <a:r>
              <a:rPr lang="en-US" dirty="0" err="1"/>
              <a:t>ut</a:t>
            </a:r>
            <a:r>
              <a:rPr lang="en-US" dirty="0"/>
              <a:t> lacus </a:t>
            </a:r>
            <a:r>
              <a:rPr lang="en-US" dirty="0" err="1"/>
              <a:t>nec</a:t>
            </a:r>
            <a:r>
              <a:rPr lang="en-US" dirty="0"/>
              <a:t> </a:t>
            </a:r>
            <a:r>
              <a:rPr lang="en-US" dirty="0" err="1"/>
              <a:t>mauris</a:t>
            </a:r>
            <a:r>
              <a:rPr lang="en-US" dirty="0"/>
              <a:t> </a:t>
            </a:r>
            <a:r>
              <a:rPr lang="en-US" dirty="0" err="1"/>
              <a:t>feugiat</a:t>
            </a:r>
            <a:r>
              <a:rPr lang="en-US" dirty="0"/>
              <a:t> </a:t>
            </a:r>
            <a:r>
              <a:rPr lang="en-US" dirty="0" err="1"/>
              <a:t>tristique</a:t>
            </a:r>
            <a:r>
              <a:rPr lang="en-US" dirty="0"/>
              <a:t> et in </a:t>
            </a:r>
            <a:r>
              <a:rPr lang="en-US" dirty="0" err="1"/>
              <a:t>metus.is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 </a:t>
            </a:r>
            <a:r>
              <a:rPr lang="en-US" dirty="0" err="1"/>
              <a:t>eros</a:t>
            </a:r>
            <a:r>
              <a:rPr lang="en-US" dirty="0"/>
              <a:t> </a:t>
            </a:r>
            <a:r>
              <a:rPr lang="en-US" dirty="0" err="1"/>
              <a:t>vel</a:t>
            </a:r>
            <a:r>
              <a:rPr lang="en-US" dirty="0"/>
              <a:t> </a:t>
            </a:r>
            <a:r>
              <a:rPr lang="en-US" dirty="0" err="1"/>
              <a:t>lectus</a:t>
            </a:r>
            <a:r>
              <a:rPr lang="en-US" dirty="0"/>
              <a:t> semper semper. </a:t>
            </a:r>
          </a:p>
        </p:txBody>
      </p:sp>
      <p:sp>
        <p:nvSpPr>
          <p:cNvPr id="14" name="Text Placeholder 7"/>
          <p:cNvSpPr>
            <a:spLocks noGrp="1"/>
          </p:cNvSpPr>
          <p:nvPr>
            <p:ph type="body" sz="quarter" idx="67" hasCustomPrompt="1"/>
          </p:nvPr>
        </p:nvSpPr>
        <p:spPr>
          <a:xfrm>
            <a:off x="4757208" y="3886736"/>
            <a:ext cx="3924830" cy="378649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000" b="1" baseline="0">
                <a:solidFill>
                  <a:schemeClr val="tx1">
                    <a:lumMod val="50000"/>
                    <a:lumOff val="50000"/>
                  </a:schemeClr>
                </a:solidFill>
                <a:latin typeface="Lato Regular"/>
                <a:cs typeface="Lato Regular"/>
              </a:defRPr>
            </a:lvl1pPr>
          </a:lstStyle>
          <a:p>
            <a:pPr lvl="0"/>
            <a:r>
              <a:rPr lang="es-ES_tradnl" dirty="0"/>
              <a:t>2016</a:t>
            </a:r>
          </a:p>
        </p:txBody>
      </p:sp>
      <p:sp>
        <p:nvSpPr>
          <p:cNvPr id="15" name="Text Placeholder 7"/>
          <p:cNvSpPr>
            <a:spLocks noGrp="1"/>
          </p:cNvSpPr>
          <p:nvPr>
            <p:ph type="body" sz="quarter" idx="68" hasCustomPrompt="1"/>
          </p:nvPr>
        </p:nvSpPr>
        <p:spPr>
          <a:xfrm>
            <a:off x="4782608" y="4292797"/>
            <a:ext cx="3899430" cy="190376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>
                    <a:lumMod val="50000"/>
                    <a:lumOff val="50000"/>
                  </a:schemeClr>
                </a:solidFill>
                <a:latin typeface="Lato Light"/>
                <a:cs typeface="Lato Light"/>
              </a:defRPr>
            </a:lvl1pPr>
          </a:lstStyle>
          <a:p>
            <a:pPr lvl="0"/>
            <a:r>
              <a:rPr lang="es-ES_tradnl" dirty="0" err="1"/>
              <a:t>Subtitle</a:t>
            </a:r>
            <a:r>
              <a:rPr lang="es-ES_tradnl" dirty="0"/>
              <a:t> </a:t>
            </a:r>
            <a:r>
              <a:rPr lang="es-ES_tradnl" dirty="0" err="1"/>
              <a:t>Example</a:t>
            </a:r>
            <a:endParaRPr lang="es-ES_tradnl" dirty="0"/>
          </a:p>
        </p:txBody>
      </p:sp>
    </p:spTree>
    <p:extLst>
      <p:ext uri="{BB962C8B-B14F-4D97-AF65-F5344CB8AC3E}">
        <p14:creationId xmlns:p14="http://schemas.microsoft.com/office/powerpoint/2010/main" val="37770332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4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4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4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4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400"/>
                        <p:tgtEl>
                          <p:spTgt spid="8"/>
                        </p:tgtEl>
                      </p:cBhvr>
                    </p:animEffect>
                    <p:anim calcmode="lin" valueType="num">
                      <p:cBhvr>
                        <p:cTn dur="400" fill="hold"/>
                        <p:tgtEl>
                          <p:spTgt spid="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400" fill="hold"/>
                        <p:tgtEl>
                          <p:spTgt spid="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6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6"/>
                        </p:tgtEl>
                      </p:cBhvr>
                    </p:animEffect>
                    <p:anim calcmode="lin" valueType="num">
                      <p:cBhvr>
                        <p:cTn dur="500" fill="hold"/>
                        <p:tgtEl>
                          <p:spTgt spid="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0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8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1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400"/>
                        <p:tgtEl>
                          <p:spTgt spid="11"/>
                        </p:tgtEl>
                      </p:cBhvr>
                    </p:animEffect>
                    <p:anim calcmode="lin" valueType="num">
                      <p:cBhvr>
                        <p:cTn dur="400" fill="hold"/>
                        <p:tgtEl>
                          <p:spTgt spid="1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400" fill="hold"/>
                        <p:tgtEl>
                          <p:spTgt spid="1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2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2"/>
                        </p:tgtEl>
                      </p:cBhvr>
                    </p:animEffect>
                    <p:anim calcmode="lin" valueType="num">
                      <p:cBhvr>
                        <p:cTn dur="500" fill="hold"/>
                        <p:tgtEl>
                          <p:spTgt spid="1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1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3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8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4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400"/>
                        <p:tgtEl>
                          <p:spTgt spid="14"/>
                        </p:tgtEl>
                      </p:cBhvr>
                    </p:animEffect>
                    <p:anim calcmode="lin" valueType="num">
                      <p:cBhvr>
                        <p:cTn dur="400" fill="hold"/>
                        <p:tgtEl>
                          <p:spTgt spid="14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400" fill="hold"/>
                        <p:tgtEl>
                          <p:spTgt spid="14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5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5"/>
                        </p:tgtEl>
                      </p:cBhvr>
                    </p:animEffect>
                    <p:anim calcmode="lin" valueType="num">
                      <p:cBhvr>
                        <p:cTn dur="500" fill="hold"/>
                        <p:tgtEl>
                          <p:spTgt spid="1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1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ight column with dat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/>
          <p:cNvSpPr>
            <a:spLocks noGrp="1"/>
          </p:cNvSpPr>
          <p:nvPr>
            <p:ph type="body" sz="quarter" idx="10" hasCustomPrompt="1"/>
          </p:nvPr>
        </p:nvSpPr>
        <p:spPr>
          <a:xfrm>
            <a:off x="452438" y="270483"/>
            <a:ext cx="8229600" cy="359817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500" b="1">
                <a:solidFill>
                  <a:schemeClr val="tx1">
                    <a:lumMod val="75000"/>
                    <a:lumOff val="25000"/>
                  </a:schemeClr>
                </a:solidFill>
                <a:latin typeface="Lato Light"/>
                <a:cs typeface="Lato Light"/>
              </a:defRPr>
            </a:lvl1pPr>
          </a:lstStyle>
          <a:p>
            <a:pPr lvl="0"/>
            <a:r>
              <a:rPr lang="es-ES_tradnl" dirty="0"/>
              <a:t>Text </a:t>
            </a:r>
            <a:r>
              <a:rPr lang="es-ES_tradnl" dirty="0" err="1"/>
              <a:t>slide</a:t>
            </a:r>
            <a:r>
              <a:rPr lang="es-ES_tradnl" dirty="0"/>
              <a:t> </a:t>
            </a:r>
            <a:r>
              <a:rPr lang="es-ES_tradnl" dirty="0" err="1"/>
              <a:t>example</a:t>
            </a:r>
            <a:endParaRPr lang="es-ES_tradnl" dirty="0"/>
          </a:p>
        </p:txBody>
      </p:sp>
      <p:sp>
        <p:nvSpPr>
          <p:cNvPr id="6" name="Text Placeholder 7"/>
          <p:cNvSpPr>
            <a:spLocks noGrp="1"/>
          </p:cNvSpPr>
          <p:nvPr>
            <p:ph type="body" sz="quarter" idx="11" hasCustomPrompt="1"/>
          </p:nvPr>
        </p:nvSpPr>
        <p:spPr>
          <a:xfrm>
            <a:off x="452438" y="689252"/>
            <a:ext cx="8229600" cy="190376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accent3"/>
                </a:solidFill>
                <a:latin typeface="Lato Light"/>
                <a:cs typeface="Lato Light"/>
              </a:defRPr>
            </a:lvl1pPr>
          </a:lstStyle>
          <a:p>
            <a:pPr lvl="0"/>
            <a:r>
              <a:rPr lang="es-ES_tradnl" dirty="0" err="1"/>
              <a:t>Subtitle</a:t>
            </a:r>
            <a:r>
              <a:rPr lang="es-ES_tradnl" dirty="0"/>
              <a:t> </a:t>
            </a:r>
            <a:r>
              <a:rPr lang="es-ES_tradnl" dirty="0" err="1"/>
              <a:t>Example</a:t>
            </a:r>
            <a:endParaRPr lang="es-ES_tradnl" dirty="0"/>
          </a:p>
        </p:txBody>
      </p:sp>
      <p:sp>
        <p:nvSpPr>
          <p:cNvPr id="4" name="Text Placeholder 2"/>
          <p:cNvSpPr>
            <a:spLocks noGrp="1"/>
          </p:cNvSpPr>
          <p:nvPr>
            <p:ph type="body" sz="quarter" idx="64" hasCustomPrompt="1"/>
          </p:nvPr>
        </p:nvSpPr>
        <p:spPr>
          <a:xfrm>
            <a:off x="4748741" y="1788039"/>
            <a:ext cx="1770592" cy="701161"/>
          </a:xfrm>
          <a:prstGeom prst="rect">
            <a:avLst/>
          </a:prstGeom>
        </p:spPr>
        <p:txBody>
          <a:bodyPr vert="horz" lIns="0" tIns="0" rIns="0" bIns="0"/>
          <a:lstStyle>
            <a:lvl1pPr marL="0" indent="0" algn="just">
              <a:lnSpc>
                <a:spcPct val="130000"/>
              </a:lnSpc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  <a:latin typeface="Lato Regular"/>
                <a:cs typeface="Lato Regular"/>
              </a:defRPr>
            </a:lvl1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</a:p>
        </p:txBody>
      </p:sp>
      <p:sp>
        <p:nvSpPr>
          <p:cNvPr id="5" name="Text Placeholder 7"/>
          <p:cNvSpPr>
            <a:spLocks noGrp="1"/>
          </p:cNvSpPr>
          <p:nvPr>
            <p:ph type="body" sz="quarter" idx="18" hasCustomPrompt="1"/>
          </p:nvPr>
        </p:nvSpPr>
        <p:spPr>
          <a:xfrm>
            <a:off x="4748741" y="1273232"/>
            <a:ext cx="1770592" cy="287817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 baseline="0">
                <a:solidFill>
                  <a:schemeClr val="tx1">
                    <a:lumMod val="50000"/>
                    <a:lumOff val="50000"/>
                  </a:schemeClr>
                </a:solidFill>
                <a:latin typeface="Lato Regular"/>
                <a:cs typeface="Lato Regular"/>
              </a:defRPr>
            </a:lvl1pPr>
          </a:lstStyle>
          <a:p>
            <a:pPr lvl="0"/>
            <a:r>
              <a:rPr lang="es-ES_tradnl" dirty="0"/>
              <a:t>2000</a:t>
            </a:r>
          </a:p>
        </p:txBody>
      </p:sp>
      <p:sp>
        <p:nvSpPr>
          <p:cNvPr id="7" name="Text Placeholder 7"/>
          <p:cNvSpPr>
            <a:spLocks noGrp="1"/>
          </p:cNvSpPr>
          <p:nvPr>
            <p:ph type="body" sz="quarter" idx="65" hasCustomPrompt="1"/>
          </p:nvPr>
        </p:nvSpPr>
        <p:spPr>
          <a:xfrm>
            <a:off x="4748741" y="1582358"/>
            <a:ext cx="1770592" cy="190376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accent3"/>
                </a:solidFill>
                <a:latin typeface="Lato Light"/>
                <a:cs typeface="Lato Light"/>
              </a:defRPr>
            </a:lvl1pPr>
          </a:lstStyle>
          <a:p>
            <a:pPr lvl="0"/>
            <a:r>
              <a:rPr lang="es-ES_tradnl" dirty="0" err="1"/>
              <a:t>Subtitle</a:t>
            </a:r>
            <a:r>
              <a:rPr lang="es-ES_tradnl" dirty="0"/>
              <a:t> </a:t>
            </a:r>
            <a:r>
              <a:rPr lang="es-ES_tradnl" dirty="0" err="1"/>
              <a:t>Example</a:t>
            </a:r>
            <a:endParaRPr lang="es-ES_tradnl" dirty="0"/>
          </a:p>
        </p:txBody>
      </p:sp>
      <p:sp>
        <p:nvSpPr>
          <p:cNvPr id="18" name="Text Placeholder 2"/>
          <p:cNvSpPr>
            <a:spLocks noGrp="1"/>
          </p:cNvSpPr>
          <p:nvPr>
            <p:ph type="body" sz="quarter" idx="66" hasCustomPrompt="1"/>
          </p:nvPr>
        </p:nvSpPr>
        <p:spPr>
          <a:xfrm>
            <a:off x="6911446" y="1788039"/>
            <a:ext cx="1770592" cy="701161"/>
          </a:xfrm>
          <a:prstGeom prst="rect">
            <a:avLst/>
          </a:prstGeom>
        </p:spPr>
        <p:txBody>
          <a:bodyPr vert="horz" lIns="0" tIns="0" rIns="0" bIns="0"/>
          <a:lstStyle>
            <a:lvl1pPr marL="0" indent="0" algn="just">
              <a:lnSpc>
                <a:spcPct val="130000"/>
              </a:lnSpc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  <a:latin typeface="Lato Regular"/>
                <a:cs typeface="Lato Regular"/>
              </a:defRPr>
            </a:lvl1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</a:p>
        </p:txBody>
      </p:sp>
      <p:sp>
        <p:nvSpPr>
          <p:cNvPr id="19" name="Text Placeholder 7"/>
          <p:cNvSpPr>
            <a:spLocks noGrp="1"/>
          </p:cNvSpPr>
          <p:nvPr>
            <p:ph type="body" sz="quarter" idx="67" hasCustomPrompt="1"/>
          </p:nvPr>
        </p:nvSpPr>
        <p:spPr>
          <a:xfrm>
            <a:off x="6911446" y="1273232"/>
            <a:ext cx="1770592" cy="287817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 baseline="0">
                <a:solidFill>
                  <a:schemeClr val="tx1">
                    <a:lumMod val="50000"/>
                    <a:lumOff val="50000"/>
                  </a:schemeClr>
                </a:solidFill>
                <a:latin typeface="Lato Regular"/>
                <a:cs typeface="Lato Regular"/>
              </a:defRPr>
            </a:lvl1pPr>
          </a:lstStyle>
          <a:p>
            <a:pPr lvl="0"/>
            <a:r>
              <a:rPr lang="es-ES_tradnl" dirty="0"/>
              <a:t>2000</a:t>
            </a:r>
          </a:p>
        </p:txBody>
      </p:sp>
      <p:sp>
        <p:nvSpPr>
          <p:cNvPr id="20" name="Text Placeholder 7"/>
          <p:cNvSpPr>
            <a:spLocks noGrp="1"/>
          </p:cNvSpPr>
          <p:nvPr>
            <p:ph type="body" sz="quarter" idx="68" hasCustomPrompt="1"/>
          </p:nvPr>
        </p:nvSpPr>
        <p:spPr>
          <a:xfrm>
            <a:off x="6911446" y="1582358"/>
            <a:ext cx="1770592" cy="190376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accent3"/>
                </a:solidFill>
                <a:latin typeface="Lato Light"/>
                <a:cs typeface="Lato Light"/>
              </a:defRPr>
            </a:lvl1pPr>
          </a:lstStyle>
          <a:p>
            <a:pPr lvl="0"/>
            <a:r>
              <a:rPr lang="es-ES_tradnl" dirty="0" err="1"/>
              <a:t>Subtitle</a:t>
            </a:r>
            <a:r>
              <a:rPr lang="es-ES_tradnl" dirty="0"/>
              <a:t> </a:t>
            </a:r>
            <a:r>
              <a:rPr lang="es-ES_tradnl" dirty="0" err="1"/>
              <a:t>Example</a:t>
            </a:r>
            <a:endParaRPr lang="es-ES_tradnl" dirty="0"/>
          </a:p>
        </p:txBody>
      </p:sp>
      <p:sp>
        <p:nvSpPr>
          <p:cNvPr id="21" name="Text Placeholder 2"/>
          <p:cNvSpPr>
            <a:spLocks noGrp="1"/>
          </p:cNvSpPr>
          <p:nvPr>
            <p:ph type="body" sz="quarter" idx="69" hasCustomPrompt="1"/>
          </p:nvPr>
        </p:nvSpPr>
        <p:spPr>
          <a:xfrm>
            <a:off x="4748741" y="3135145"/>
            <a:ext cx="1770592" cy="701161"/>
          </a:xfrm>
          <a:prstGeom prst="rect">
            <a:avLst/>
          </a:prstGeom>
        </p:spPr>
        <p:txBody>
          <a:bodyPr vert="horz" lIns="0" tIns="0" rIns="0" bIns="0"/>
          <a:lstStyle>
            <a:lvl1pPr marL="0" indent="0" algn="just">
              <a:lnSpc>
                <a:spcPct val="130000"/>
              </a:lnSpc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  <a:latin typeface="Lato Regular"/>
                <a:cs typeface="Lato Regular"/>
              </a:defRPr>
            </a:lvl1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</a:p>
        </p:txBody>
      </p:sp>
      <p:sp>
        <p:nvSpPr>
          <p:cNvPr id="22" name="Text Placeholder 7"/>
          <p:cNvSpPr>
            <a:spLocks noGrp="1"/>
          </p:cNvSpPr>
          <p:nvPr>
            <p:ph type="body" sz="quarter" idx="70" hasCustomPrompt="1"/>
          </p:nvPr>
        </p:nvSpPr>
        <p:spPr>
          <a:xfrm>
            <a:off x="4748741" y="2620338"/>
            <a:ext cx="1770592" cy="287817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 baseline="0">
                <a:solidFill>
                  <a:schemeClr val="tx1">
                    <a:lumMod val="50000"/>
                    <a:lumOff val="50000"/>
                  </a:schemeClr>
                </a:solidFill>
                <a:latin typeface="Lato Regular"/>
                <a:cs typeface="Lato Regular"/>
              </a:defRPr>
            </a:lvl1pPr>
          </a:lstStyle>
          <a:p>
            <a:pPr lvl="0"/>
            <a:r>
              <a:rPr lang="es-ES_tradnl" dirty="0"/>
              <a:t>2000</a:t>
            </a:r>
          </a:p>
        </p:txBody>
      </p:sp>
      <p:sp>
        <p:nvSpPr>
          <p:cNvPr id="23" name="Text Placeholder 7"/>
          <p:cNvSpPr>
            <a:spLocks noGrp="1"/>
          </p:cNvSpPr>
          <p:nvPr>
            <p:ph type="body" sz="quarter" idx="71" hasCustomPrompt="1"/>
          </p:nvPr>
        </p:nvSpPr>
        <p:spPr>
          <a:xfrm>
            <a:off x="4748741" y="2929464"/>
            <a:ext cx="1770592" cy="190376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accent3"/>
                </a:solidFill>
                <a:latin typeface="Lato Light"/>
                <a:cs typeface="Lato Light"/>
              </a:defRPr>
            </a:lvl1pPr>
          </a:lstStyle>
          <a:p>
            <a:pPr lvl="0"/>
            <a:r>
              <a:rPr lang="es-ES_tradnl" dirty="0" err="1"/>
              <a:t>Subtitle</a:t>
            </a:r>
            <a:r>
              <a:rPr lang="es-ES_tradnl" dirty="0"/>
              <a:t> </a:t>
            </a:r>
            <a:r>
              <a:rPr lang="es-ES_tradnl" dirty="0" err="1"/>
              <a:t>Example</a:t>
            </a:r>
            <a:endParaRPr lang="es-ES_tradnl" dirty="0"/>
          </a:p>
        </p:txBody>
      </p:sp>
      <p:sp>
        <p:nvSpPr>
          <p:cNvPr id="24" name="Text Placeholder 2"/>
          <p:cNvSpPr>
            <a:spLocks noGrp="1"/>
          </p:cNvSpPr>
          <p:nvPr>
            <p:ph type="body" sz="quarter" idx="72" hasCustomPrompt="1"/>
          </p:nvPr>
        </p:nvSpPr>
        <p:spPr>
          <a:xfrm>
            <a:off x="6911446" y="3135145"/>
            <a:ext cx="1770592" cy="701161"/>
          </a:xfrm>
          <a:prstGeom prst="rect">
            <a:avLst/>
          </a:prstGeom>
        </p:spPr>
        <p:txBody>
          <a:bodyPr vert="horz" lIns="0" tIns="0" rIns="0" bIns="0"/>
          <a:lstStyle>
            <a:lvl1pPr marL="0" indent="0" algn="just">
              <a:lnSpc>
                <a:spcPct val="130000"/>
              </a:lnSpc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  <a:latin typeface="Lato Regular"/>
                <a:cs typeface="Lato Regular"/>
              </a:defRPr>
            </a:lvl1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</a:p>
        </p:txBody>
      </p:sp>
      <p:sp>
        <p:nvSpPr>
          <p:cNvPr id="25" name="Text Placeholder 7"/>
          <p:cNvSpPr>
            <a:spLocks noGrp="1"/>
          </p:cNvSpPr>
          <p:nvPr>
            <p:ph type="body" sz="quarter" idx="73" hasCustomPrompt="1"/>
          </p:nvPr>
        </p:nvSpPr>
        <p:spPr>
          <a:xfrm>
            <a:off x="6911446" y="2620338"/>
            <a:ext cx="1770592" cy="287817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 baseline="0">
                <a:solidFill>
                  <a:schemeClr val="tx1">
                    <a:lumMod val="50000"/>
                    <a:lumOff val="50000"/>
                  </a:schemeClr>
                </a:solidFill>
                <a:latin typeface="Lato Regular"/>
                <a:cs typeface="Lato Regular"/>
              </a:defRPr>
            </a:lvl1pPr>
          </a:lstStyle>
          <a:p>
            <a:pPr lvl="0"/>
            <a:r>
              <a:rPr lang="es-ES_tradnl" dirty="0"/>
              <a:t>2000</a:t>
            </a:r>
          </a:p>
        </p:txBody>
      </p:sp>
      <p:sp>
        <p:nvSpPr>
          <p:cNvPr id="26" name="Text Placeholder 7"/>
          <p:cNvSpPr>
            <a:spLocks noGrp="1"/>
          </p:cNvSpPr>
          <p:nvPr>
            <p:ph type="body" sz="quarter" idx="74" hasCustomPrompt="1"/>
          </p:nvPr>
        </p:nvSpPr>
        <p:spPr>
          <a:xfrm>
            <a:off x="6911446" y="2929464"/>
            <a:ext cx="1770592" cy="190376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accent3"/>
                </a:solidFill>
                <a:latin typeface="Lato Light"/>
                <a:cs typeface="Lato Light"/>
              </a:defRPr>
            </a:lvl1pPr>
          </a:lstStyle>
          <a:p>
            <a:pPr lvl="0"/>
            <a:r>
              <a:rPr lang="es-ES_tradnl" dirty="0" err="1"/>
              <a:t>Subtitle</a:t>
            </a:r>
            <a:r>
              <a:rPr lang="es-ES_tradnl" dirty="0"/>
              <a:t> </a:t>
            </a:r>
            <a:r>
              <a:rPr lang="es-ES_tradnl" dirty="0" err="1"/>
              <a:t>Example</a:t>
            </a:r>
            <a:endParaRPr lang="es-ES_tradnl" dirty="0"/>
          </a:p>
        </p:txBody>
      </p:sp>
      <p:sp>
        <p:nvSpPr>
          <p:cNvPr id="27" name="Text Placeholder 2"/>
          <p:cNvSpPr>
            <a:spLocks noGrp="1"/>
          </p:cNvSpPr>
          <p:nvPr>
            <p:ph type="body" sz="quarter" idx="75" hasCustomPrompt="1"/>
          </p:nvPr>
        </p:nvSpPr>
        <p:spPr>
          <a:xfrm>
            <a:off x="4748741" y="4453539"/>
            <a:ext cx="1770592" cy="701161"/>
          </a:xfrm>
          <a:prstGeom prst="rect">
            <a:avLst/>
          </a:prstGeom>
        </p:spPr>
        <p:txBody>
          <a:bodyPr vert="horz" lIns="0" tIns="0" rIns="0" bIns="0"/>
          <a:lstStyle>
            <a:lvl1pPr marL="0" indent="0" algn="just">
              <a:lnSpc>
                <a:spcPct val="130000"/>
              </a:lnSpc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  <a:latin typeface="Lato Regular"/>
                <a:cs typeface="Lato Regular"/>
              </a:defRPr>
            </a:lvl1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</a:p>
        </p:txBody>
      </p:sp>
      <p:sp>
        <p:nvSpPr>
          <p:cNvPr id="28" name="Text Placeholder 7"/>
          <p:cNvSpPr>
            <a:spLocks noGrp="1"/>
          </p:cNvSpPr>
          <p:nvPr>
            <p:ph type="body" sz="quarter" idx="76" hasCustomPrompt="1"/>
          </p:nvPr>
        </p:nvSpPr>
        <p:spPr>
          <a:xfrm>
            <a:off x="4748741" y="3955773"/>
            <a:ext cx="1770592" cy="287817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 baseline="0">
                <a:solidFill>
                  <a:schemeClr val="tx1">
                    <a:lumMod val="50000"/>
                    <a:lumOff val="50000"/>
                  </a:schemeClr>
                </a:solidFill>
                <a:latin typeface="Lato Regular"/>
                <a:cs typeface="Lato Regular"/>
              </a:defRPr>
            </a:lvl1pPr>
          </a:lstStyle>
          <a:p>
            <a:pPr lvl="0"/>
            <a:r>
              <a:rPr lang="es-ES_tradnl" dirty="0"/>
              <a:t>2000</a:t>
            </a:r>
          </a:p>
        </p:txBody>
      </p:sp>
      <p:sp>
        <p:nvSpPr>
          <p:cNvPr id="29" name="Text Placeholder 7"/>
          <p:cNvSpPr>
            <a:spLocks noGrp="1"/>
          </p:cNvSpPr>
          <p:nvPr>
            <p:ph type="body" sz="quarter" idx="77" hasCustomPrompt="1"/>
          </p:nvPr>
        </p:nvSpPr>
        <p:spPr>
          <a:xfrm>
            <a:off x="4748741" y="4247858"/>
            <a:ext cx="1770592" cy="190376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accent3"/>
                </a:solidFill>
                <a:latin typeface="Lato Light"/>
                <a:cs typeface="Lato Light"/>
              </a:defRPr>
            </a:lvl1pPr>
          </a:lstStyle>
          <a:p>
            <a:pPr lvl="0"/>
            <a:r>
              <a:rPr lang="es-ES_tradnl" dirty="0" err="1"/>
              <a:t>Subtitle</a:t>
            </a:r>
            <a:r>
              <a:rPr lang="es-ES_tradnl" dirty="0"/>
              <a:t> </a:t>
            </a:r>
            <a:r>
              <a:rPr lang="es-ES_tradnl" dirty="0" err="1"/>
              <a:t>Example</a:t>
            </a:r>
            <a:endParaRPr lang="es-ES_tradnl" dirty="0"/>
          </a:p>
        </p:txBody>
      </p:sp>
      <p:sp>
        <p:nvSpPr>
          <p:cNvPr id="30" name="Text Placeholder 2"/>
          <p:cNvSpPr>
            <a:spLocks noGrp="1"/>
          </p:cNvSpPr>
          <p:nvPr>
            <p:ph type="body" sz="quarter" idx="78" hasCustomPrompt="1"/>
          </p:nvPr>
        </p:nvSpPr>
        <p:spPr>
          <a:xfrm>
            <a:off x="6911446" y="4453539"/>
            <a:ext cx="1770592" cy="701161"/>
          </a:xfrm>
          <a:prstGeom prst="rect">
            <a:avLst/>
          </a:prstGeom>
        </p:spPr>
        <p:txBody>
          <a:bodyPr vert="horz" lIns="0" tIns="0" rIns="0" bIns="0"/>
          <a:lstStyle>
            <a:lvl1pPr marL="0" indent="0" algn="just">
              <a:lnSpc>
                <a:spcPct val="130000"/>
              </a:lnSpc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  <a:latin typeface="Lato Regular"/>
                <a:cs typeface="Lato Regular"/>
              </a:defRPr>
            </a:lvl1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</a:p>
        </p:txBody>
      </p:sp>
      <p:sp>
        <p:nvSpPr>
          <p:cNvPr id="31" name="Text Placeholder 7"/>
          <p:cNvSpPr>
            <a:spLocks noGrp="1"/>
          </p:cNvSpPr>
          <p:nvPr>
            <p:ph type="body" sz="quarter" idx="79" hasCustomPrompt="1"/>
          </p:nvPr>
        </p:nvSpPr>
        <p:spPr>
          <a:xfrm>
            <a:off x="6911446" y="3955773"/>
            <a:ext cx="1770592" cy="287817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 baseline="0">
                <a:solidFill>
                  <a:schemeClr val="tx1">
                    <a:lumMod val="50000"/>
                    <a:lumOff val="50000"/>
                  </a:schemeClr>
                </a:solidFill>
                <a:latin typeface="Lato Regular"/>
                <a:cs typeface="Lato Regular"/>
              </a:defRPr>
            </a:lvl1pPr>
          </a:lstStyle>
          <a:p>
            <a:pPr lvl="0"/>
            <a:r>
              <a:rPr lang="es-ES_tradnl" dirty="0"/>
              <a:t>2000</a:t>
            </a:r>
          </a:p>
        </p:txBody>
      </p:sp>
      <p:sp>
        <p:nvSpPr>
          <p:cNvPr id="32" name="Text Placeholder 7"/>
          <p:cNvSpPr>
            <a:spLocks noGrp="1"/>
          </p:cNvSpPr>
          <p:nvPr>
            <p:ph type="body" sz="quarter" idx="80" hasCustomPrompt="1"/>
          </p:nvPr>
        </p:nvSpPr>
        <p:spPr>
          <a:xfrm>
            <a:off x="6911446" y="4247858"/>
            <a:ext cx="1770592" cy="190376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accent3"/>
                </a:solidFill>
                <a:latin typeface="Lato Light"/>
                <a:cs typeface="Lato Light"/>
              </a:defRPr>
            </a:lvl1pPr>
          </a:lstStyle>
          <a:p>
            <a:pPr lvl="0"/>
            <a:r>
              <a:rPr lang="es-ES_tradnl" dirty="0" err="1"/>
              <a:t>Subtitle</a:t>
            </a:r>
            <a:r>
              <a:rPr lang="es-ES_tradnl" dirty="0"/>
              <a:t> </a:t>
            </a:r>
            <a:r>
              <a:rPr lang="es-ES_tradnl" dirty="0" err="1"/>
              <a:t>Example</a:t>
            </a:r>
            <a:endParaRPr lang="es-ES_tradnl" dirty="0"/>
          </a:p>
        </p:txBody>
      </p:sp>
    </p:spTree>
    <p:extLst>
      <p:ext uri="{BB962C8B-B14F-4D97-AF65-F5344CB8AC3E}">
        <p14:creationId xmlns:p14="http://schemas.microsoft.com/office/powerpoint/2010/main" val="42149964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4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4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400" fill="hold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400" fill="hold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400" fill="hold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400" fill="hold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00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400" fill="hold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400" fill="hold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400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400" fill="hold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400" fill="hold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4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6" dur="400" fill="hold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400" fill="hold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1" dur="500" fill="hold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400"/>
                        <p:tgtEl>
                          <p:spTgt spid="8"/>
                        </p:tgtEl>
                      </p:cBhvr>
                    </p:animEffect>
                    <p:anim calcmode="lin" valueType="num">
                      <p:cBhvr>
                        <p:cTn dur="400" fill="hold"/>
                        <p:tgtEl>
                          <p:spTgt spid="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400" fill="hold"/>
                        <p:tgtEl>
                          <p:spTgt spid="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6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6"/>
                        </p:tgtEl>
                      </p:cBhvr>
                    </p:animEffect>
                    <p:anim calcmode="lin" valueType="num">
                      <p:cBhvr>
                        <p:cTn dur="500" fill="hold"/>
                        <p:tgtEl>
                          <p:spTgt spid="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8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400"/>
                        <p:tgtEl>
                          <p:spTgt spid="5"/>
                        </p:tgtEl>
                      </p:cBhvr>
                    </p:animEffect>
                    <p:anim calcmode="lin" valueType="num">
                      <p:cBhvr>
                        <p:cTn dur="400" fill="hold"/>
                        <p:tgtEl>
                          <p:spTgt spid="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400" fill="hold"/>
                        <p:tgtEl>
                          <p:spTgt spid="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7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  <p:anim calcmode="lin" valueType="num">
                      <p:cBhvr>
                        <p:cTn dur="500" fill="hold"/>
                        <p:tgtEl>
                          <p:spTgt spid="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8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8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9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400"/>
                        <p:tgtEl>
                          <p:spTgt spid="19"/>
                        </p:tgtEl>
                      </p:cBhvr>
                    </p:animEffect>
                    <p:anim calcmode="lin" valueType="num">
                      <p:cBhvr>
                        <p:cTn dur="400" fill="hold"/>
                        <p:tgtEl>
                          <p:spTgt spid="1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400" fill="hold"/>
                        <p:tgtEl>
                          <p:spTgt spid="1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0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0"/>
                        </p:tgtEl>
                      </p:cBhvr>
                    </p:animEffect>
                    <p:anim calcmode="lin" valueType="num">
                      <p:cBhvr>
                        <p:cTn dur="500" fill="hold"/>
                        <p:tgtEl>
                          <p:spTgt spid="20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20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1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8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2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400"/>
                        <p:tgtEl>
                          <p:spTgt spid="22"/>
                        </p:tgtEl>
                      </p:cBhvr>
                    </p:animEffect>
                    <p:anim calcmode="lin" valueType="num">
                      <p:cBhvr>
                        <p:cTn dur="400" fill="hold"/>
                        <p:tgtEl>
                          <p:spTgt spid="2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400" fill="hold"/>
                        <p:tgtEl>
                          <p:spTgt spid="2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3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3"/>
                        </p:tgtEl>
                      </p:cBhvr>
                    </p:animEffect>
                    <p:anim calcmode="lin" valueType="num">
                      <p:cBhvr>
                        <p:cTn dur="500" fill="hold"/>
                        <p:tgtEl>
                          <p:spTgt spid="2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2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4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8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5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400"/>
                        <p:tgtEl>
                          <p:spTgt spid="25"/>
                        </p:tgtEl>
                      </p:cBhvr>
                    </p:animEffect>
                    <p:anim calcmode="lin" valueType="num">
                      <p:cBhvr>
                        <p:cTn dur="400" fill="hold"/>
                        <p:tgtEl>
                          <p:spTgt spid="2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400" fill="hold"/>
                        <p:tgtEl>
                          <p:spTgt spid="2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6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6"/>
                        </p:tgtEl>
                      </p:cBhvr>
                    </p:animEffect>
                    <p:anim calcmode="lin" valueType="num">
                      <p:cBhvr>
                        <p:cTn dur="500" fill="hold"/>
                        <p:tgtEl>
                          <p:spTgt spid="2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2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7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8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8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400"/>
                        <p:tgtEl>
                          <p:spTgt spid="28"/>
                        </p:tgtEl>
                      </p:cBhvr>
                    </p:animEffect>
                    <p:anim calcmode="lin" valueType="num">
                      <p:cBhvr>
                        <p:cTn dur="400" fill="hold"/>
                        <p:tgtEl>
                          <p:spTgt spid="2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400" fill="hold"/>
                        <p:tgtEl>
                          <p:spTgt spid="2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9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9"/>
                        </p:tgtEl>
                      </p:cBhvr>
                    </p:animEffect>
                    <p:anim calcmode="lin" valueType="num">
                      <p:cBhvr>
                        <p:cTn dur="500" fill="hold"/>
                        <p:tgtEl>
                          <p:spTgt spid="2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2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0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8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1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400"/>
                        <p:tgtEl>
                          <p:spTgt spid="31"/>
                        </p:tgtEl>
                      </p:cBhvr>
                    </p:animEffect>
                    <p:anim calcmode="lin" valueType="num">
                      <p:cBhvr>
                        <p:cTn dur="400" fill="hold"/>
                        <p:tgtEl>
                          <p:spTgt spid="3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400" fill="hold"/>
                        <p:tgtEl>
                          <p:spTgt spid="3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2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2"/>
                        </p:tgtEl>
                      </p:cBhvr>
                    </p:animEffect>
                    <p:anim calcmode="lin" valueType="num">
                      <p:cBhvr>
                        <p:cTn dur="500" fill="hold"/>
                        <p:tgtEl>
                          <p:spTgt spid="3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3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lumns results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/>
          <p:cNvSpPr>
            <a:spLocks noGrp="1"/>
          </p:cNvSpPr>
          <p:nvPr>
            <p:ph type="body" sz="quarter" idx="10" hasCustomPrompt="1"/>
          </p:nvPr>
        </p:nvSpPr>
        <p:spPr>
          <a:xfrm>
            <a:off x="452438" y="270483"/>
            <a:ext cx="8229600" cy="359817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500" b="1">
                <a:solidFill>
                  <a:schemeClr val="tx1">
                    <a:lumMod val="75000"/>
                    <a:lumOff val="25000"/>
                  </a:schemeClr>
                </a:solidFill>
                <a:latin typeface="Lato Light"/>
                <a:cs typeface="Lato Light"/>
              </a:defRPr>
            </a:lvl1pPr>
          </a:lstStyle>
          <a:p>
            <a:pPr lvl="0"/>
            <a:r>
              <a:rPr lang="es-ES_tradnl" dirty="0"/>
              <a:t>Text </a:t>
            </a:r>
            <a:r>
              <a:rPr lang="es-ES_tradnl" dirty="0" err="1"/>
              <a:t>slide</a:t>
            </a:r>
            <a:r>
              <a:rPr lang="es-ES_tradnl" dirty="0"/>
              <a:t> </a:t>
            </a:r>
            <a:r>
              <a:rPr lang="es-ES_tradnl" dirty="0" err="1"/>
              <a:t>example</a:t>
            </a:r>
            <a:endParaRPr lang="es-ES_tradnl" dirty="0"/>
          </a:p>
        </p:txBody>
      </p:sp>
      <p:sp>
        <p:nvSpPr>
          <p:cNvPr id="6" name="Text Placeholder 7"/>
          <p:cNvSpPr>
            <a:spLocks noGrp="1"/>
          </p:cNvSpPr>
          <p:nvPr>
            <p:ph type="body" sz="quarter" idx="11" hasCustomPrompt="1"/>
          </p:nvPr>
        </p:nvSpPr>
        <p:spPr>
          <a:xfrm>
            <a:off x="452438" y="689252"/>
            <a:ext cx="8229600" cy="190376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accent3"/>
                </a:solidFill>
                <a:latin typeface="Lato Light"/>
                <a:cs typeface="Lato Light"/>
              </a:defRPr>
            </a:lvl1pPr>
          </a:lstStyle>
          <a:p>
            <a:pPr lvl="0"/>
            <a:r>
              <a:rPr lang="es-ES_tradnl" dirty="0" err="1"/>
              <a:t>Subtitle</a:t>
            </a:r>
            <a:r>
              <a:rPr lang="es-ES_tradnl" dirty="0"/>
              <a:t> </a:t>
            </a:r>
            <a:r>
              <a:rPr lang="es-ES_tradnl" dirty="0" err="1"/>
              <a:t>Example</a:t>
            </a:r>
            <a:endParaRPr lang="es-ES_tradnl" dirty="0"/>
          </a:p>
        </p:txBody>
      </p:sp>
      <p:sp>
        <p:nvSpPr>
          <p:cNvPr id="4" name="Text Placeholder 2"/>
          <p:cNvSpPr>
            <a:spLocks noGrp="1"/>
          </p:cNvSpPr>
          <p:nvPr>
            <p:ph type="body" sz="quarter" idx="64" hasCustomPrompt="1"/>
          </p:nvPr>
        </p:nvSpPr>
        <p:spPr>
          <a:xfrm>
            <a:off x="413811" y="3515246"/>
            <a:ext cx="1770592" cy="701161"/>
          </a:xfrm>
          <a:prstGeom prst="rect">
            <a:avLst/>
          </a:prstGeom>
        </p:spPr>
        <p:txBody>
          <a:bodyPr vert="horz" lIns="0" tIns="0" rIns="0" bIns="0"/>
          <a:lstStyle>
            <a:lvl1pPr marL="0" indent="0" algn="just">
              <a:lnSpc>
                <a:spcPct val="130000"/>
              </a:lnSpc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  <a:latin typeface="Lato Regular"/>
                <a:cs typeface="Lato Regular"/>
              </a:defRPr>
            </a:lvl1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</a:p>
        </p:txBody>
      </p:sp>
      <p:sp>
        <p:nvSpPr>
          <p:cNvPr id="5" name="Text Placeholder 7"/>
          <p:cNvSpPr>
            <a:spLocks noGrp="1"/>
          </p:cNvSpPr>
          <p:nvPr>
            <p:ph type="body" sz="quarter" idx="18" hasCustomPrompt="1"/>
          </p:nvPr>
        </p:nvSpPr>
        <p:spPr>
          <a:xfrm>
            <a:off x="413811" y="2983506"/>
            <a:ext cx="1770592" cy="287817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000" b="1" baseline="0">
                <a:solidFill>
                  <a:schemeClr val="tx1">
                    <a:lumMod val="50000"/>
                    <a:lumOff val="50000"/>
                  </a:schemeClr>
                </a:solidFill>
                <a:latin typeface="Lato Regular"/>
                <a:cs typeface="Lato Regular"/>
              </a:defRPr>
            </a:lvl1pPr>
          </a:lstStyle>
          <a:p>
            <a:pPr lvl="0"/>
            <a:r>
              <a:rPr lang="es-ES_tradnl" dirty="0"/>
              <a:t>RESULT 1</a:t>
            </a:r>
          </a:p>
        </p:txBody>
      </p:sp>
      <p:sp>
        <p:nvSpPr>
          <p:cNvPr id="7" name="Text Placeholder 7"/>
          <p:cNvSpPr>
            <a:spLocks noGrp="1"/>
          </p:cNvSpPr>
          <p:nvPr>
            <p:ph type="body" sz="quarter" idx="65" hasCustomPrompt="1"/>
          </p:nvPr>
        </p:nvSpPr>
        <p:spPr>
          <a:xfrm>
            <a:off x="413811" y="3309565"/>
            <a:ext cx="1770592" cy="190376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accent3"/>
                </a:solidFill>
                <a:latin typeface="Lato Light"/>
                <a:cs typeface="Lato Light"/>
              </a:defRPr>
            </a:lvl1pPr>
          </a:lstStyle>
          <a:p>
            <a:pPr lvl="0"/>
            <a:r>
              <a:rPr lang="es-ES_tradnl" dirty="0" err="1"/>
              <a:t>Subtitle</a:t>
            </a:r>
            <a:r>
              <a:rPr lang="es-ES_tradnl" dirty="0"/>
              <a:t> </a:t>
            </a:r>
            <a:r>
              <a:rPr lang="es-ES_tradnl" dirty="0" err="1"/>
              <a:t>Example</a:t>
            </a:r>
            <a:endParaRPr lang="es-ES_tradnl" dirty="0"/>
          </a:p>
        </p:txBody>
      </p:sp>
      <p:sp>
        <p:nvSpPr>
          <p:cNvPr id="33" name="Text Placeholder 2"/>
          <p:cNvSpPr>
            <a:spLocks noGrp="1"/>
          </p:cNvSpPr>
          <p:nvPr>
            <p:ph type="body" sz="quarter" idx="66" hasCustomPrompt="1"/>
          </p:nvPr>
        </p:nvSpPr>
        <p:spPr>
          <a:xfrm>
            <a:off x="2513541" y="3515246"/>
            <a:ext cx="1770592" cy="701161"/>
          </a:xfrm>
          <a:prstGeom prst="rect">
            <a:avLst/>
          </a:prstGeom>
        </p:spPr>
        <p:txBody>
          <a:bodyPr vert="horz" lIns="0" tIns="0" rIns="0" bIns="0"/>
          <a:lstStyle>
            <a:lvl1pPr marL="0" indent="0" algn="just">
              <a:lnSpc>
                <a:spcPct val="130000"/>
              </a:lnSpc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  <a:latin typeface="Lato Regular"/>
                <a:cs typeface="Lato Regular"/>
              </a:defRPr>
            </a:lvl1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</a:p>
        </p:txBody>
      </p:sp>
      <p:sp>
        <p:nvSpPr>
          <p:cNvPr id="34" name="Text Placeholder 7"/>
          <p:cNvSpPr>
            <a:spLocks noGrp="1"/>
          </p:cNvSpPr>
          <p:nvPr>
            <p:ph type="body" sz="quarter" idx="67" hasCustomPrompt="1"/>
          </p:nvPr>
        </p:nvSpPr>
        <p:spPr>
          <a:xfrm>
            <a:off x="2513541" y="2983506"/>
            <a:ext cx="1770592" cy="287817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000" b="1" baseline="0">
                <a:solidFill>
                  <a:schemeClr val="tx1">
                    <a:lumMod val="50000"/>
                    <a:lumOff val="50000"/>
                  </a:schemeClr>
                </a:solidFill>
                <a:latin typeface="Lato Regular"/>
                <a:cs typeface="Lato Regular"/>
              </a:defRPr>
            </a:lvl1pPr>
          </a:lstStyle>
          <a:p>
            <a:pPr lvl="0"/>
            <a:r>
              <a:rPr lang="es-ES_tradnl" dirty="0"/>
              <a:t>RESULT 1</a:t>
            </a:r>
          </a:p>
        </p:txBody>
      </p:sp>
      <p:sp>
        <p:nvSpPr>
          <p:cNvPr id="35" name="Text Placeholder 7"/>
          <p:cNvSpPr>
            <a:spLocks noGrp="1"/>
          </p:cNvSpPr>
          <p:nvPr>
            <p:ph type="body" sz="quarter" idx="68" hasCustomPrompt="1"/>
          </p:nvPr>
        </p:nvSpPr>
        <p:spPr>
          <a:xfrm>
            <a:off x="2513541" y="3309565"/>
            <a:ext cx="1770592" cy="190376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accent3"/>
                </a:solidFill>
                <a:latin typeface="Lato Light"/>
                <a:cs typeface="Lato Light"/>
              </a:defRPr>
            </a:lvl1pPr>
          </a:lstStyle>
          <a:p>
            <a:pPr lvl="0"/>
            <a:r>
              <a:rPr lang="es-ES_tradnl" dirty="0" err="1"/>
              <a:t>Subtitle</a:t>
            </a:r>
            <a:r>
              <a:rPr lang="es-ES_tradnl" dirty="0"/>
              <a:t> </a:t>
            </a:r>
            <a:r>
              <a:rPr lang="es-ES_tradnl" dirty="0" err="1"/>
              <a:t>Example</a:t>
            </a:r>
            <a:endParaRPr lang="es-ES_tradnl" dirty="0"/>
          </a:p>
        </p:txBody>
      </p:sp>
      <p:sp>
        <p:nvSpPr>
          <p:cNvPr id="36" name="Text Placeholder 2"/>
          <p:cNvSpPr>
            <a:spLocks noGrp="1"/>
          </p:cNvSpPr>
          <p:nvPr>
            <p:ph type="body" sz="quarter" idx="69" hasCustomPrompt="1"/>
          </p:nvPr>
        </p:nvSpPr>
        <p:spPr>
          <a:xfrm>
            <a:off x="4714870" y="3515246"/>
            <a:ext cx="1770592" cy="701161"/>
          </a:xfrm>
          <a:prstGeom prst="rect">
            <a:avLst/>
          </a:prstGeom>
        </p:spPr>
        <p:txBody>
          <a:bodyPr vert="horz" lIns="0" tIns="0" rIns="0" bIns="0"/>
          <a:lstStyle>
            <a:lvl1pPr marL="0" indent="0" algn="just">
              <a:lnSpc>
                <a:spcPct val="130000"/>
              </a:lnSpc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  <a:latin typeface="Lato Regular"/>
                <a:cs typeface="Lato Regular"/>
              </a:defRPr>
            </a:lvl1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</a:p>
        </p:txBody>
      </p:sp>
      <p:sp>
        <p:nvSpPr>
          <p:cNvPr id="37" name="Text Placeholder 7"/>
          <p:cNvSpPr>
            <a:spLocks noGrp="1"/>
          </p:cNvSpPr>
          <p:nvPr>
            <p:ph type="body" sz="quarter" idx="70" hasCustomPrompt="1"/>
          </p:nvPr>
        </p:nvSpPr>
        <p:spPr>
          <a:xfrm>
            <a:off x="4714870" y="2983506"/>
            <a:ext cx="1770592" cy="287817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000" b="1" baseline="0">
                <a:solidFill>
                  <a:schemeClr val="tx1">
                    <a:lumMod val="50000"/>
                    <a:lumOff val="50000"/>
                  </a:schemeClr>
                </a:solidFill>
                <a:latin typeface="Lato Regular"/>
                <a:cs typeface="Lato Regular"/>
              </a:defRPr>
            </a:lvl1pPr>
          </a:lstStyle>
          <a:p>
            <a:pPr lvl="0"/>
            <a:r>
              <a:rPr lang="es-ES_tradnl" dirty="0"/>
              <a:t>RESULT 1</a:t>
            </a:r>
          </a:p>
        </p:txBody>
      </p:sp>
      <p:sp>
        <p:nvSpPr>
          <p:cNvPr id="38" name="Text Placeholder 7"/>
          <p:cNvSpPr>
            <a:spLocks noGrp="1"/>
          </p:cNvSpPr>
          <p:nvPr>
            <p:ph type="body" sz="quarter" idx="71" hasCustomPrompt="1"/>
          </p:nvPr>
        </p:nvSpPr>
        <p:spPr>
          <a:xfrm>
            <a:off x="4714870" y="3309565"/>
            <a:ext cx="1770592" cy="190376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accent3"/>
                </a:solidFill>
                <a:latin typeface="Lato Light"/>
                <a:cs typeface="Lato Light"/>
              </a:defRPr>
            </a:lvl1pPr>
          </a:lstStyle>
          <a:p>
            <a:pPr lvl="0"/>
            <a:r>
              <a:rPr lang="es-ES_tradnl" dirty="0" err="1"/>
              <a:t>Subtitle</a:t>
            </a:r>
            <a:r>
              <a:rPr lang="es-ES_tradnl" dirty="0"/>
              <a:t> </a:t>
            </a:r>
            <a:r>
              <a:rPr lang="es-ES_tradnl" dirty="0" err="1"/>
              <a:t>Example</a:t>
            </a:r>
            <a:endParaRPr lang="es-ES_tradnl" dirty="0"/>
          </a:p>
        </p:txBody>
      </p:sp>
      <p:sp>
        <p:nvSpPr>
          <p:cNvPr id="39" name="Text Placeholder 2"/>
          <p:cNvSpPr>
            <a:spLocks noGrp="1"/>
          </p:cNvSpPr>
          <p:nvPr>
            <p:ph type="body" sz="quarter" idx="72" hasCustomPrompt="1"/>
          </p:nvPr>
        </p:nvSpPr>
        <p:spPr>
          <a:xfrm>
            <a:off x="6894513" y="3515246"/>
            <a:ext cx="1770592" cy="701161"/>
          </a:xfrm>
          <a:prstGeom prst="rect">
            <a:avLst/>
          </a:prstGeom>
        </p:spPr>
        <p:txBody>
          <a:bodyPr vert="horz" lIns="0" tIns="0" rIns="0" bIns="0"/>
          <a:lstStyle>
            <a:lvl1pPr marL="0" indent="0" algn="just">
              <a:lnSpc>
                <a:spcPct val="130000"/>
              </a:lnSpc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  <a:latin typeface="Lato Regular"/>
                <a:cs typeface="Lato Regular"/>
              </a:defRPr>
            </a:lvl1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</a:p>
        </p:txBody>
      </p:sp>
      <p:sp>
        <p:nvSpPr>
          <p:cNvPr id="40" name="Text Placeholder 7"/>
          <p:cNvSpPr>
            <a:spLocks noGrp="1"/>
          </p:cNvSpPr>
          <p:nvPr>
            <p:ph type="body" sz="quarter" idx="73" hasCustomPrompt="1"/>
          </p:nvPr>
        </p:nvSpPr>
        <p:spPr>
          <a:xfrm>
            <a:off x="6894513" y="2983506"/>
            <a:ext cx="1770592" cy="287817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000" b="1" baseline="0">
                <a:solidFill>
                  <a:schemeClr val="tx1">
                    <a:lumMod val="50000"/>
                    <a:lumOff val="50000"/>
                  </a:schemeClr>
                </a:solidFill>
                <a:latin typeface="Lato Regular"/>
                <a:cs typeface="Lato Regular"/>
              </a:defRPr>
            </a:lvl1pPr>
          </a:lstStyle>
          <a:p>
            <a:pPr lvl="0"/>
            <a:r>
              <a:rPr lang="es-ES_tradnl" dirty="0"/>
              <a:t>RESULT 1</a:t>
            </a:r>
          </a:p>
        </p:txBody>
      </p:sp>
      <p:sp>
        <p:nvSpPr>
          <p:cNvPr id="41" name="Text Placeholder 7"/>
          <p:cNvSpPr>
            <a:spLocks noGrp="1"/>
          </p:cNvSpPr>
          <p:nvPr>
            <p:ph type="body" sz="quarter" idx="74" hasCustomPrompt="1"/>
          </p:nvPr>
        </p:nvSpPr>
        <p:spPr>
          <a:xfrm>
            <a:off x="6894513" y="3309565"/>
            <a:ext cx="1770592" cy="190376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accent3"/>
                </a:solidFill>
                <a:latin typeface="Lato Light"/>
                <a:cs typeface="Lato Light"/>
              </a:defRPr>
            </a:lvl1pPr>
          </a:lstStyle>
          <a:p>
            <a:pPr lvl="0"/>
            <a:r>
              <a:rPr lang="es-ES_tradnl" dirty="0" err="1"/>
              <a:t>Subtitle</a:t>
            </a:r>
            <a:r>
              <a:rPr lang="es-ES_tradnl" dirty="0"/>
              <a:t> </a:t>
            </a:r>
            <a:r>
              <a:rPr lang="es-ES_tradnl" dirty="0" err="1"/>
              <a:t>Example</a:t>
            </a:r>
            <a:endParaRPr lang="es-ES_tradnl" dirty="0"/>
          </a:p>
        </p:txBody>
      </p:sp>
      <p:sp>
        <p:nvSpPr>
          <p:cNvPr id="42" name="Text Placeholder 2"/>
          <p:cNvSpPr>
            <a:spLocks noGrp="1"/>
          </p:cNvSpPr>
          <p:nvPr>
            <p:ph type="body" sz="quarter" idx="75" hasCustomPrompt="1"/>
          </p:nvPr>
        </p:nvSpPr>
        <p:spPr>
          <a:xfrm>
            <a:off x="443971" y="4636475"/>
            <a:ext cx="8230129" cy="649977"/>
          </a:xfrm>
          <a:prstGeom prst="rect">
            <a:avLst/>
          </a:prstGeom>
        </p:spPr>
        <p:txBody>
          <a:bodyPr vert="horz" lIns="0" tIns="0" rIns="0" bIns="0"/>
          <a:lstStyle>
            <a:lvl1pPr marL="0" indent="0" algn="just">
              <a:lnSpc>
                <a:spcPct val="130000"/>
              </a:lnSpc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  <a:latin typeface="Lato Regular"/>
                <a:cs typeface="Lato Regular"/>
              </a:defRPr>
            </a:lvl1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tortor</a:t>
            </a:r>
            <a:r>
              <a:rPr lang="en-US" dirty="0"/>
              <a:t>, </a:t>
            </a:r>
            <a:r>
              <a:rPr lang="en-US" dirty="0" err="1"/>
              <a:t>mattis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dapibus</a:t>
            </a:r>
            <a:r>
              <a:rPr lang="en-US" dirty="0"/>
              <a:t> vitae, </a:t>
            </a:r>
            <a:r>
              <a:rPr lang="en-US" dirty="0" err="1"/>
              <a:t>euismod</a:t>
            </a:r>
            <a:r>
              <a:rPr lang="en-US" dirty="0"/>
              <a:t> non </a:t>
            </a:r>
            <a:r>
              <a:rPr lang="en-US" dirty="0" err="1"/>
              <a:t>purus</a:t>
            </a:r>
            <a:r>
              <a:rPr lang="en-US" dirty="0"/>
              <a:t>. Maecenas </a:t>
            </a:r>
            <a:r>
              <a:rPr lang="en-US" dirty="0" err="1"/>
              <a:t>ut</a:t>
            </a:r>
            <a:r>
              <a:rPr lang="en-US" dirty="0"/>
              <a:t> lacus </a:t>
            </a:r>
            <a:r>
              <a:rPr lang="en-US" dirty="0" err="1"/>
              <a:t>nec</a:t>
            </a:r>
            <a:r>
              <a:rPr lang="en-US" dirty="0"/>
              <a:t> </a:t>
            </a:r>
            <a:r>
              <a:rPr lang="en-US" dirty="0" err="1"/>
              <a:t>mauris</a:t>
            </a:r>
            <a:r>
              <a:rPr lang="en-US" dirty="0"/>
              <a:t> </a:t>
            </a:r>
            <a:r>
              <a:rPr lang="en-US" dirty="0" err="1"/>
              <a:t>feugiat</a:t>
            </a:r>
            <a:r>
              <a:rPr lang="en-US" dirty="0"/>
              <a:t> </a:t>
            </a:r>
            <a:r>
              <a:rPr lang="en-US" dirty="0" err="1"/>
              <a:t>tristique</a:t>
            </a:r>
            <a:r>
              <a:rPr lang="en-US" dirty="0"/>
              <a:t> et in </a:t>
            </a:r>
            <a:r>
              <a:rPr lang="en-US" dirty="0" err="1"/>
              <a:t>metus.is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 </a:t>
            </a:r>
            <a:r>
              <a:rPr lang="en-US" dirty="0" err="1"/>
              <a:t>eros</a:t>
            </a:r>
            <a:r>
              <a:rPr lang="en-US" dirty="0"/>
              <a:t> </a:t>
            </a:r>
            <a:r>
              <a:rPr lang="en-US" dirty="0" err="1"/>
              <a:t>vel</a:t>
            </a:r>
            <a:r>
              <a:rPr lang="en-US" dirty="0"/>
              <a:t> </a:t>
            </a:r>
            <a:r>
              <a:rPr lang="en-US" dirty="0" err="1"/>
              <a:t>lectus</a:t>
            </a:r>
            <a:r>
              <a:rPr lang="en-US" dirty="0"/>
              <a:t> semper semper. </a:t>
            </a:r>
            <a:r>
              <a:rPr lang="en-US" dirty="0" err="1"/>
              <a:t>Nullam</a:t>
            </a:r>
            <a:r>
              <a:rPr lang="en-US" dirty="0"/>
              <a:t> </a:t>
            </a:r>
            <a:r>
              <a:rPr lang="en-US" dirty="0" err="1"/>
              <a:t>finibus</a:t>
            </a:r>
            <a:r>
              <a:rPr lang="en-US" dirty="0"/>
              <a:t> </a:t>
            </a:r>
            <a:r>
              <a:rPr lang="en-US" dirty="0" err="1"/>
              <a:t>nisl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ligula </a:t>
            </a:r>
            <a:r>
              <a:rPr lang="en-US" dirty="0" err="1"/>
              <a:t>vestibulum</a:t>
            </a:r>
            <a:r>
              <a:rPr lang="en-US" dirty="0"/>
              <a:t>, </a:t>
            </a:r>
            <a:r>
              <a:rPr lang="en-US" dirty="0" err="1"/>
              <a:t>ut</a:t>
            </a:r>
            <a:r>
              <a:rPr lang="en-US" dirty="0"/>
              <a:t> semper ex </a:t>
            </a:r>
            <a:r>
              <a:rPr lang="en-US" dirty="0" err="1"/>
              <a:t>suscipit</a:t>
            </a:r>
            <a:r>
              <a:rPr lang="en-US" dirty="0"/>
              <a:t>. </a:t>
            </a:r>
            <a:r>
              <a:rPr lang="en-US" dirty="0" err="1"/>
              <a:t>Cras</a:t>
            </a:r>
            <a:r>
              <a:rPr lang="en-US" dirty="0"/>
              <a:t> </a:t>
            </a:r>
            <a:r>
              <a:rPr lang="en-US" dirty="0" err="1"/>
              <a:t>fringilla</a:t>
            </a:r>
            <a:r>
              <a:rPr lang="en-US" dirty="0"/>
              <a:t> </a:t>
            </a:r>
            <a:r>
              <a:rPr lang="en-US" dirty="0" err="1"/>
              <a:t>suscipit</a:t>
            </a:r>
            <a:r>
              <a:rPr lang="en-US" dirty="0"/>
              <a:t> </a:t>
            </a:r>
            <a:r>
              <a:rPr lang="en-US" dirty="0" err="1"/>
              <a:t>cursus</a:t>
            </a:r>
            <a:r>
              <a:rPr lang="en-US" dirty="0"/>
              <a:t>. </a:t>
            </a:r>
            <a:r>
              <a:rPr lang="en-US" dirty="0" err="1"/>
              <a:t>Aenean</a:t>
            </a:r>
            <a:r>
              <a:rPr lang="en-US" dirty="0"/>
              <a:t> </a:t>
            </a:r>
            <a:r>
              <a:rPr lang="en-US" dirty="0" err="1"/>
              <a:t>accumsan</a:t>
            </a:r>
            <a:r>
              <a:rPr lang="en-US" dirty="0"/>
              <a:t> </a:t>
            </a:r>
            <a:r>
              <a:rPr lang="en-US" dirty="0" err="1"/>
              <a:t>malesuada</a:t>
            </a:r>
            <a:r>
              <a:rPr lang="en-US" dirty="0"/>
              <a:t> </a:t>
            </a:r>
            <a:r>
              <a:rPr lang="en-US" dirty="0" err="1"/>
              <a:t>hendrerit</a:t>
            </a:r>
            <a:r>
              <a:rPr lang="en-US" dirty="0"/>
              <a:t>. </a:t>
            </a:r>
            <a:r>
              <a:rPr lang="en-US" dirty="0" err="1"/>
              <a:t>Morbi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dolor ante.</a:t>
            </a:r>
          </a:p>
        </p:txBody>
      </p:sp>
      <p:sp>
        <p:nvSpPr>
          <p:cNvPr id="43" name="Text Placeholder 7"/>
          <p:cNvSpPr>
            <a:spLocks noGrp="1"/>
          </p:cNvSpPr>
          <p:nvPr>
            <p:ph type="body" sz="quarter" idx="76" hasCustomPrompt="1"/>
          </p:nvPr>
        </p:nvSpPr>
        <p:spPr>
          <a:xfrm>
            <a:off x="427038" y="4257826"/>
            <a:ext cx="8247062" cy="359817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00" b="1" baseline="0">
                <a:solidFill>
                  <a:schemeClr val="tx1">
                    <a:lumMod val="75000"/>
                    <a:lumOff val="25000"/>
                  </a:schemeClr>
                </a:solidFill>
                <a:latin typeface="Lato Light"/>
                <a:cs typeface="Lato Light"/>
              </a:defRPr>
            </a:lvl1pPr>
          </a:lstStyle>
          <a:p>
            <a:pPr lvl="0"/>
            <a:r>
              <a:rPr lang="es-ES_tradnl" dirty="0" err="1"/>
              <a:t>Put</a:t>
            </a:r>
            <a:r>
              <a:rPr lang="es-ES_tradnl" dirty="0"/>
              <a:t> </a:t>
            </a:r>
            <a:r>
              <a:rPr lang="es-ES_tradnl" dirty="0" err="1"/>
              <a:t>your</a:t>
            </a:r>
            <a:r>
              <a:rPr lang="es-ES_tradnl" dirty="0"/>
              <a:t> </a:t>
            </a:r>
            <a:r>
              <a:rPr lang="es-ES_tradnl" dirty="0" err="1"/>
              <a:t>title</a:t>
            </a:r>
            <a:r>
              <a:rPr lang="es-ES_tradnl" dirty="0"/>
              <a:t> </a:t>
            </a:r>
            <a:r>
              <a:rPr lang="es-ES_tradnl" dirty="0" err="1"/>
              <a:t>here</a:t>
            </a:r>
            <a:endParaRPr lang="es-ES_tradnl" dirty="0"/>
          </a:p>
        </p:txBody>
      </p:sp>
    </p:spTree>
    <p:extLst>
      <p:ext uri="{BB962C8B-B14F-4D97-AF65-F5344CB8AC3E}">
        <p14:creationId xmlns:p14="http://schemas.microsoft.com/office/powerpoint/2010/main" val="23207576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4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4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00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400" fill="hold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400" fill="hold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00"/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400" fill="hold"/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400" fill="hold"/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00"/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400" fill="hold"/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400" fill="hold"/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400"/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400" fill="hold"/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400" fill="hold"/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400"/>
                        <p:tgtEl>
                          <p:spTgt spid="8"/>
                        </p:tgtEl>
                      </p:cBhvr>
                    </p:animEffect>
                    <p:anim calcmode="lin" valueType="num">
                      <p:cBhvr>
                        <p:cTn dur="400" fill="hold"/>
                        <p:tgtEl>
                          <p:spTgt spid="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400" fill="hold"/>
                        <p:tgtEl>
                          <p:spTgt spid="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6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6"/>
                        </p:tgtEl>
                      </p:cBhvr>
                    </p:animEffect>
                    <p:anim calcmode="lin" valueType="num">
                      <p:cBhvr>
                        <p:cTn dur="500" fill="hold"/>
                        <p:tgtEl>
                          <p:spTgt spid="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8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400"/>
                        <p:tgtEl>
                          <p:spTgt spid="5"/>
                        </p:tgtEl>
                      </p:cBhvr>
                    </p:animEffect>
                    <p:anim calcmode="lin" valueType="num">
                      <p:cBhvr>
                        <p:cTn dur="400" fill="hold"/>
                        <p:tgtEl>
                          <p:spTgt spid="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400" fill="hold"/>
                        <p:tgtEl>
                          <p:spTgt spid="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7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  <p:anim calcmode="lin" valueType="num">
                      <p:cBhvr>
                        <p:cTn dur="500" fill="hold"/>
                        <p:tgtEl>
                          <p:spTgt spid="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3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8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4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400"/>
                        <p:tgtEl>
                          <p:spTgt spid="34"/>
                        </p:tgtEl>
                      </p:cBhvr>
                    </p:animEffect>
                    <p:anim calcmode="lin" valueType="num">
                      <p:cBhvr>
                        <p:cTn dur="400" fill="hold"/>
                        <p:tgtEl>
                          <p:spTgt spid="34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400" fill="hold"/>
                        <p:tgtEl>
                          <p:spTgt spid="34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5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5"/>
                        </p:tgtEl>
                      </p:cBhvr>
                    </p:animEffect>
                    <p:anim calcmode="lin" valueType="num">
                      <p:cBhvr>
                        <p:cTn dur="500" fill="hold"/>
                        <p:tgtEl>
                          <p:spTgt spid="3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3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6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8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7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400"/>
                        <p:tgtEl>
                          <p:spTgt spid="37"/>
                        </p:tgtEl>
                      </p:cBhvr>
                    </p:animEffect>
                    <p:anim calcmode="lin" valueType="num">
                      <p:cBhvr>
                        <p:cTn dur="400" fill="hold"/>
                        <p:tgtEl>
                          <p:spTgt spid="3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400" fill="hold"/>
                        <p:tgtEl>
                          <p:spTgt spid="3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8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8"/>
                        </p:tgtEl>
                      </p:cBhvr>
                    </p:animEffect>
                    <p:anim calcmode="lin" valueType="num">
                      <p:cBhvr>
                        <p:cTn dur="500" fill="hold"/>
                        <p:tgtEl>
                          <p:spTgt spid="3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3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9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8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0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400"/>
                        <p:tgtEl>
                          <p:spTgt spid="40"/>
                        </p:tgtEl>
                      </p:cBhvr>
                    </p:animEffect>
                    <p:anim calcmode="lin" valueType="num">
                      <p:cBhvr>
                        <p:cTn dur="400" fill="hold"/>
                        <p:tgtEl>
                          <p:spTgt spid="40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400" fill="hold"/>
                        <p:tgtEl>
                          <p:spTgt spid="40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1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1"/>
                        </p:tgtEl>
                      </p:cBhvr>
                    </p:animEffect>
                    <p:anim calcmode="lin" valueType="num">
                      <p:cBhvr>
                        <p:cTn dur="500" fill="hold"/>
                        <p:tgtEl>
                          <p:spTgt spid="4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4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2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8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3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400"/>
                        <p:tgtEl>
                          <p:spTgt spid="43"/>
                        </p:tgtEl>
                      </p:cBhvr>
                    </p:animEffect>
                    <p:anim calcmode="lin" valueType="num">
                      <p:cBhvr>
                        <p:cTn dur="400" fill="hold"/>
                        <p:tgtEl>
                          <p:spTgt spid="4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400" fill="hold"/>
                        <p:tgtEl>
                          <p:spTgt spid="4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ubes diagr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/>
          <p:cNvSpPr>
            <a:spLocks noGrp="1"/>
          </p:cNvSpPr>
          <p:nvPr>
            <p:ph type="body" sz="quarter" idx="10" hasCustomPrompt="1"/>
          </p:nvPr>
        </p:nvSpPr>
        <p:spPr>
          <a:xfrm>
            <a:off x="452438" y="270483"/>
            <a:ext cx="8229600" cy="359817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500" b="1">
                <a:solidFill>
                  <a:schemeClr val="tx1">
                    <a:lumMod val="75000"/>
                    <a:lumOff val="25000"/>
                  </a:schemeClr>
                </a:solidFill>
                <a:latin typeface="Lato Light"/>
                <a:cs typeface="Lato Light"/>
              </a:defRPr>
            </a:lvl1pPr>
          </a:lstStyle>
          <a:p>
            <a:pPr lvl="0"/>
            <a:r>
              <a:rPr lang="es-ES_tradnl" dirty="0"/>
              <a:t>Text </a:t>
            </a:r>
            <a:r>
              <a:rPr lang="es-ES_tradnl" dirty="0" err="1"/>
              <a:t>slide</a:t>
            </a:r>
            <a:r>
              <a:rPr lang="es-ES_tradnl" dirty="0"/>
              <a:t> </a:t>
            </a:r>
            <a:r>
              <a:rPr lang="es-ES_tradnl" dirty="0" err="1"/>
              <a:t>example</a:t>
            </a:r>
            <a:endParaRPr lang="es-ES_tradnl" dirty="0"/>
          </a:p>
        </p:txBody>
      </p:sp>
      <p:sp>
        <p:nvSpPr>
          <p:cNvPr id="6" name="Text Placeholder 7"/>
          <p:cNvSpPr>
            <a:spLocks noGrp="1"/>
          </p:cNvSpPr>
          <p:nvPr>
            <p:ph type="body" sz="quarter" idx="11" hasCustomPrompt="1"/>
          </p:nvPr>
        </p:nvSpPr>
        <p:spPr>
          <a:xfrm>
            <a:off x="452438" y="689252"/>
            <a:ext cx="8229600" cy="190376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accent3"/>
                </a:solidFill>
                <a:latin typeface="Lato Light"/>
                <a:cs typeface="Lato Light"/>
              </a:defRPr>
            </a:lvl1pPr>
          </a:lstStyle>
          <a:p>
            <a:pPr lvl="0"/>
            <a:r>
              <a:rPr lang="es-ES_tradnl" dirty="0" err="1"/>
              <a:t>Subtitle</a:t>
            </a:r>
            <a:r>
              <a:rPr lang="es-ES_tradnl" dirty="0"/>
              <a:t> </a:t>
            </a:r>
            <a:r>
              <a:rPr lang="es-ES_tradnl" dirty="0" err="1"/>
              <a:t>Example</a:t>
            </a:r>
            <a:endParaRPr lang="es-ES_tradnl" dirty="0"/>
          </a:p>
        </p:txBody>
      </p:sp>
      <p:sp>
        <p:nvSpPr>
          <p:cNvPr id="18" name="Freeform 17"/>
          <p:cNvSpPr/>
          <p:nvPr userDrawn="1"/>
        </p:nvSpPr>
        <p:spPr>
          <a:xfrm>
            <a:off x="900247" y="1248174"/>
            <a:ext cx="708497" cy="2733601"/>
          </a:xfrm>
          <a:custGeom>
            <a:avLst/>
            <a:gdLst>
              <a:gd name="connsiteX0" fmla="*/ 399901 w 799798"/>
              <a:gd name="connsiteY0" fmla="*/ 0 h 3085873"/>
              <a:gd name="connsiteX1" fmla="*/ 618803 w 799798"/>
              <a:gd name="connsiteY1" fmla="*/ 218902 h 3085873"/>
              <a:gd name="connsiteX2" fmla="*/ 618803 w 799798"/>
              <a:gd name="connsiteY2" fmla="*/ 2351830 h 3085873"/>
              <a:gd name="connsiteX3" fmla="*/ 623486 w 799798"/>
              <a:gd name="connsiteY3" fmla="*/ 2354372 h 3085873"/>
              <a:gd name="connsiteX4" fmla="*/ 799798 w 799798"/>
              <a:gd name="connsiteY4" fmla="*/ 2685974 h 3085873"/>
              <a:gd name="connsiteX5" fmla="*/ 399899 w 799798"/>
              <a:gd name="connsiteY5" fmla="*/ 3085873 h 3085873"/>
              <a:gd name="connsiteX6" fmla="*/ 0 w 799798"/>
              <a:gd name="connsiteY6" fmla="*/ 2685974 h 3085873"/>
              <a:gd name="connsiteX7" fmla="*/ 176312 w 799798"/>
              <a:gd name="connsiteY7" fmla="*/ 2354372 h 3085873"/>
              <a:gd name="connsiteX8" fmla="*/ 180999 w 799798"/>
              <a:gd name="connsiteY8" fmla="*/ 2351828 h 3085873"/>
              <a:gd name="connsiteX9" fmla="*/ 180999 w 799798"/>
              <a:gd name="connsiteY9" fmla="*/ 218902 h 3085873"/>
              <a:gd name="connsiteX10" fmla="*/ 399901 w 799798"/>
              <a:gd name="connsiteY10" fmla="*/ 0 h 30858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799798" h="3085873">
                <a:moveTo>
                  <a:pt x="399901" y="0"/>
                </a:moveTo>
                <a:cubicBezTo>
                  <a:pt x="520797" y="0"/>
                  <a:pt x="618803" y="98006"/>
                  <a:pt x="618803" y="218902"/>
                </a:cubicBezTo>
                <a:lnTo>
                  <a:pt x="618803" y="2351830"/>
                </a:lnTo>
                <a:lnTo>
                  <a:pt x="623486" y="2354372"/>
                </a:lnTo>
                <a:cubicBezTo>
                  <a:pt x="729860" y="2426237"/>
                  <a:pt x="799798" y="2547938"/>
                  <a:pt x="799798" y="2685974"/>
                </a:cubicBezTo>
                <a:cubicBezTo>
                  <a:pt x="799798" y="2906832"/>
                  <a:pt x="620757" y="3085873"/>
                  <a:pt x="399899" y="3085873"/>
                </a:cubicBezTo>
                <a:cubicBezTo>
                  <a:pt x="179041" y="3085873"/>
                  <a:pt x="0" y="2906832"/>
                  <a:pt x="0" y="2685974"/>
                </a:cubicBezTo>
                <a:cubicBezTo>
                  <a:pt x="0" y="2547938"/>
                  <a:pt x="69938" y="2426237"/>
                  <a:pt x="176312" y="2354372"/>
                </a:cubicBezTo>
                <a:lnTo>
                  <a:pt x="180999" y="2351828"/>
                </a:lnTo>
                <a:lnTo>
                  <a:pt x="180999" y="218902"/>
                </a:lnTo>
                <a:cubicBezTo>
                  <a:pt x="180999" y="98006"/>
                  <a:pt x="279005" y="0"/>
                  <a:pt x="399901" y="0"/>
                </a:cubicBezTo>
                <a:close/>
              </a:path>
            </a:pathLst>
          </a:custGeom>
          <a:noFill/>
          <a:ln w="57150" cmpd="sng">
            <a:solidFill>
              <a:schemeClr val="accent1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600">
              <a:latin typeface="Helvetica Light"/>
              <a:cs typeface="Helvetica Light"/>
            </a:endParaRPr>
          </a:p>
        </p:txBody>
      </p:sp>
      <p:sp>
        <p:nvSpPr>
          <p:cNvPr id="20" name="Oval 19"/>
          <p:cNvSpPr>
            <a:spLocks noChangeAspect="1"/>
          </p:cNvSpPr>
          <p:nvPr/>
        </p:nvSpPr>
        <p:spPr>
          <a:xfrm>
            <a:off x="985279" y="3362259"/>
            <a:ext cx="540000" cy="540000"/>
          </a:xfrm>
          <a:prstGeom prst="ellipse">
            <a:avLst/>
          </a:prstGeom>
          <a:solidFill>
            <a:schemeClr val="accent1"/>
          </a:solidFill>
          <a:ln w="7620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>
              <a:latin typeface="Helvetica Light"/>
              <a:cs typeface="Helvetica Light"/>
            </a:endParaRPr>
          </a:p>
        </p:txBody>
      </p:sp>
      <p:sp>
        <p:nvSpPr>
          <p:cNvPr id="31" name="Text Placeholder 7"/>
          <p:cNvSpPr>
            <a:spLocks noGrp="1"/>
          </p:cNvSpPr>
          <p:nvPr>
            <p:ph type="body" sz="quarter" idx="39" hasCustomPrompt="1"/>
          </p:nvPr>
        </p:nvSpPr>
        <p:spPr>
          <a:xfrm>
            <a:off x="1005358" y="3340160"/>
            <a:ext cx="528106" cy="562099"/>
          </a:xfrm>
          <a:prstGeom prst="rect">
            <a:avLst/>
          </a:prstGeom>
        </p:spPr>
        <p:txBody>
          <a:bodyPr vert="horz" lIns="0" tIns="103884" rIns="0" bIns="103884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bg1"/>
                </a:solidFill>
                <a:latin typeface="FontAwesome"/>
                <a:cs typeface="FontAwesome"/>
              </a:defRPr>
            </a:lvl1pPr>
          </a:lstStyle>
          <a:p>
            <a:pPr lvl="0"/>
            <a:r>
              <a:rPr lang="es-ES_tradnl" dirty="0" err="1"/>
              <a:t>icon</a:t>
            </a:r>
            <a:endParaRPr lang="es-ES_tradnl" dirty="0"/>
          </a:p>
        </p:txBody>
      </p:sp>
      <p:sp>
        <p:nvSpPr>
          <p:cNvPr id="64" name="Text Placeholder 2"/>
          <p:cNvSpPr>
            <a:spLocks noGrp="1"/>
          </p:cNvSpPr>
          <p:nvPr>
            <p:ph type="body" sz="quarter" idx="64" hasCustomPrompt="1"/>
          </p:nvPr>
        </p:nvSpPr>
        <p:spPr>
          <a:xfrm>
            <a:off x="356661" y="4721747"/>
            <a:ext cx="1760538" cy="459854"/>
          </a:xfrm>
          <a:prstGeom prst="rect">
            <a:avLst/>
          </a:prstGeom>
        </p:spPr>
        <p:txBody>
          <a:bodyPr vert="horz" lIns="0" tIns="0" rIns="0" bIns="0"/>
          <a:lstStyle>
            <a:lvl1pPr marL="0" indent="0" algn="ctr">
              <a:lnSpc>
                <a:spcPct val="130000"/>
              </a:lnSpc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  <a:latin typeface="Lato Regular"/>
                <a:cs typeface="Lato Regular"/>
              </a:defRPr>
            </a:lvl1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</a:p>
        </p:txBody>
      </p:sp>
      <p:sp>
        <p:nvSpPr>
          <p:cNvPr id="65" name="Text Placeholder 7"/>
          <p:cNvSpPr>
            <a:spLocks noGrp="1"/>
          </p:cNvSpPr>
          <p:nvPr>
            <p:ph type="body" sz="quarter" idx="18" hasCustomPrompt="1"/>
          </p:nvPr>
        </p:nvSpPr>
        <p:spPr>
          <a:xfrm>
            <a:off x="356661" y="4190006"/>
            <a:ext cx="1760538" cy="287817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baseline="0">
                <a:solidFill>
                  <a:schemeClr val="tx1">
                    <a:lumMod val="50000"/>
                    <a:lumOff val="50000"/>
                  </a:schemeClr>
                </a:solidFill>
                <a:latin typeface="Lato Light"/>
                <a:cs typeface="Lato Light"/>
              </a:defRPr>
            </a:lvl1pPr>
          </a:lstStyle>
          <a:p>
            <a:pPr lvl="0"/>
            <a:r>
              <a:rPr lang="es-ES_tradnl" dirty="0"/>
              <a:t>RESULT 1</a:t>
            </a:r>
          </a:p>
        </p:txBody>
      </p:sp>
      <p:sp>
        <p:nvSpPr>
          <p:cNvPr id="66" name="Text Placeholder 7"/>
          <p:cNvSpPr>
            <a:spLocks noGrp="1"/>
          </p:cNvSpPr>
          <p:nvPr>
            <p:ph type="body" sz="quarter" idx="65" hasCustomPrompt="1"/>
          </p:nvPr>
        </p:nvSpPr>
        <p:spPr>
          <a:xfrm>
            <a:off x="356661" y="4516065"/>
            <a:ext cx="1760538" cy="190376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accent3"/>
                </a:solidFill>
                <a:latin typeface="Lato Light"/>
                <a:cs typeface="Lato Light"/>
              </a:defRPr>
            </a:lvl1pPr>
          </a:lstStyle>
          <a:p>
            <a:pPr lvl="0"/>
            <a:r>
              <a:rPr lang="es-ES_tradnl" dirty="0" err="1"/>
              <a:t>Subtitle</a:t>
            </a:r>
            <a:r>
              <a:rPr lang="es-ES_tradnl" dirty="0"/>
              <a:t> </a:t>
            </a:r>
            <a:r>
              <a:rPr lang="es-ES_tradnl" dirty="0" err="1"/>
              <a:t>Example</a:t>
            </a:r>
            <a:endParaRPr lang="es-ES_tradnl" dirty="0"/>
          </a:p>
        </p:txBody>
      </p:sp>
      <p:sp>
        <p:nvSpPr>
          <p:cNvPr id="76" name="Freeform 75"/>
          <p:cNvSpPr/>
          <p:nvPr userDrawn="1"/>
        </p:nvSpPr>
        <p:spPr>
          <a:xfrm>
            <a:off x="3033847" y="1248174"/>
            <a:ext cx="708497" cy="2733601"/>
          </a:xfrm>
          <a:custGeom>
            <a:avLst/>
            <a:gdLst>
              <a:gd name="connsiteX0" fmla="*/ 399901 w 799798"/>
              <a:gd name="connsiteY0" fmla="*/ 0 h 3085873"/>
              <a:gd name="connsiteX1" fmla="*/ 618803 w 799798"/>
              <a:gd name="connsiteY1" fmla="*/ 218902 h 3085873"/>
              <a:gd name="connsiteX2" fmla="*/ 618803 w 799798"/>
              <a:gd name="connsiteY2" fmla="*/ 2351830 h 3085873"/>
              <a:gd name="connsiteX3" fmla="*/ 623486 w 799798"/>
              <a:gd name="connsiteY3" fmla="*/ 2354372 h 3085873"/>
              <a:gd name="connsiteX4" fmla="*/ 799798 w 799798"/>
              <a:gd name="connsiteY4" fmla="*/ 2685974 h 3085873"/>
              <a:gd name="connsiteX5" fmla="*/ 399899 w 799798"/>
              <a:gd name="connsiteY5" fmla="*/ 3085873 h 3085873"/>
              <a:gd name="connsiteX6" fmla="*/ 0 w 799798"/>
              <a:gd name="connsiteY6" fmla="*/ 2685974 h 3085873"/>
              <a:gd name="connsiteX7" fmla="*/ 176312 w 799798"/>
              <a:gd name="connsiteY7" fmla="*/ 2354372 h 3085873"/>
              <a:gd name="connsiteX8" fmla="*/ 180999 w 799798"/>
              <a:gd name="connsiteY8" fmla="*/ 2351828 h 3085873"/>
              <a:gd name="connsiteX9" fmla="*/ 180999 w 799798"/>
              <a:gd name="connsiteY9" fmla="*/ 218902 h 3085873"/>
              <a:gd name="connsiteX10" fmla="*/ 399901 w 799798"/>
              <a:gd name="connsiteY10" fmla="*/ 0 h 30858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799798" h="3085873">
                <a:moveTo>
                  <a:pt x="399901" y="0"/>
                </a:moveTo>
                <a:cubicBezTo>
                  <a:pt x="520797" y="0"/>
                  <a:pt x="618803" y="98006"/>
                  <a:pt x="618803" y="218902"/>
                </a:cubicBezTo>
                <a:lnTo>
                  <a:pt x="618803" y="2351830"/>
                </a:lnTo>
                <a:lnTo>
                  <a:pt x="623486" y="2354372"/>
                </a:lnTo>
                <a:cubicBezTo>
                  <a:pt x="729860" y="2426237"/>
                  <a:pt x="799798" y="2547938"/>
                  <a:pt x="799798" y="2685974"/>
                </a:cubicBezTo>
                <a:cubicBezTo>
                  <a:pt x="799798" y="2906832"/>
                  <a:pt x="620757" y="3085873"/>
                  <a:pt x="399899" y="3085873"/>
                </a:cubicBezTo>
                <a:cubicBezTo>
                  <a:pt x="179041" y="3085873"/>
                  <a:pt x="0" y="2906832"/>
                  <a:pt x="0" y="2685974"/>
                </a:cubicBezTo>
                <a:cubicBezTo>
                  <a:pt x="0" y="2547938"/>
                  <a:pt x="69938" y="2426237"/>
                  <a:pt x="176312" y="2354372"/>
                </a:cubicBezTo>
                <a:lnTo>
                  <a:pt x="180999" y="2351828"/>
                </a:lnTo>
                <a:lnTo>
                  <a:pt x="180999" y="218902"/>
                </a:lnTo>
                <a:cubicBezTo>
                  <a:pt x="180999" y="98006"/>
                  <a:pt x="279005" y="0"/>
                  <a:pt x="399901" y="0"/>
                </a:cubicBezTo>
                <a:close/>
              </a:path>
            </a:pathLst>
          </a:custGeom>
          <a:noFill/>
          <a:ln w="57150" cmpd="sng">
            <a:solidFill>
              <a:schemeClr val="accent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600">
              <a:latin typeface="Helvetica Light"/>
              <a:cs typeface="Helvetica Light"/>
            </a:endParaRPr>
          </a:p>
        </p:txBody>
      </p:sp>
      <p:sp>
        <p:nvSpPr>
          <p:cNvPr id="77" name="Oval 76"/>
          <p:cNvSpPr>
            <a:spLocks noChangeAspect="1"/>
          </p:cNvSpPr>
          <p:nvPr userDrawn="1"/>
        </p:nvSpPr>
        <p:spPr>
          <a:xfrm>
            <a:off x="3118879" y="3362259"/>
            <a:ext cx="540000" cy="540000"/>
          </a:xfrm>
          <a:prstGeom prst="ellipse">
            <a:avLst/>
          </a:prstGeom>
          <a:solidFill>
            <a:schemeClr val="accent2"/>
          </a:solidFill>
          <a:ln w="7620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>
              <a:latin typeface="Helvetica Light"/>
              <a:cs typeface="Helvetica Light"/>
            </a:endParaRPr>
          </a:p>
        </p:txBody>
      </p:sp>
      <p:sp>
        <p:nvSpPr>
          <p:cNvPr id="82" name="Text Placeholder 7"/>
          <p:cNvSpPr>
            <a:spLocks noGrp="1"/>
          </p:cNvSpPr>
          <p:nvPr>
            <p:ph type="body" sz="quarter" idx="75" hasCustomPrompt="1"/>
          </p:nvPr>
        </p:nvSpPr>
        <p:spPr>
          <a:xfrm>
            <a:off x="3130773" y="3340160"/>
            <a:ext cx="528106" cy="562099"/>
          </a:xfrm>
          <a:prstGeom prst="rect">
            <a:avLst/>
          </a:prstGeom>
        </p:spPr>
        <p:txBody>
          <a:bodyPr vert="horz" lIns="0" tIns="103884" rIns="0" bIns="103884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bg1"/>
                </a:solidFill>
                <a:latin typeface="FontAwesome"/>
                <a:cs typeface="FontAwesome"/>
              </a:defRPr>
            </a:lvl1pPr>
          </a:lstStyle>
          <a:p>
            <a:pPr lvl="0"/>
            <a:r>
              <a:rPr lang="es-ES_tradnl" dirty="0" err="1"/>
              <a:t>icon</a:t>
            </a:r>
            <a:endParaRPr lang="es-ES_tradnl" dirty="0"/>
          </a:p>
        </p:txBody>
      </p:sp>
      <p:sp>
        <p:nvSpPr>
          <p:cNvPr id="85" name="Text Placeholder 2"/>
          <p:cNvSpPr>
            <a:spLocks noGrp="1"/>
          </p:cNvSpPr>
          <p:nvPr>
            <p:ph type="body" sz="quarter" idx="66" hasCustomPrompt="1"/>
          </p:nvPr>
        </p:nvSpPr>
        <p:spPr>
          <a:xfrm>
            <a:off x="2507191" y="4721747"/>
            <a:ext cx="1760538" cy="459854"/>
          </a:xfrm>
          <a:prstGeom prst="rect">
            <a:avLst/>
          </a:prstGeom>
        </p:spPr>
        <p:txBody>
          <a:bodyPr vert="horz" lIns="0" tIns="0" rIns="0" bIns="0"/>
          <a:lstStyle>
            <a:lvl1pPr marL="0" indent="0" algn="ctr">
              <a:lnSpc>
                <a:spcPct val="130000"/>
              </a:lnSpc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  <a:latin typeface="Lato Regular"/>
                <a:cs typeface="Lato Regular"/>
              </a:defRPr>
            </a:lvl1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</a:p>
        </p:txBody>
      </p:sp>
      <p:sp>
        <p:nvSpPr>
          <p:cNvPr id="86" name="Text Placeholder 7"/>
          <p:cNvSpPr>
            <a:spLocks noGrp="1"/>
          </p:cNvSpPr>
          <p:nvPr>
            <p:ph type="body" sz="quarter" idx="67" hasCustomPrompt="1"/>
          </p:nvPr>
        </p:nvSpPr>
        <p:spPr>
          <a:xfrm>
            <a:off x="2507191" y="4190006"/>
            <a:ext cx="1760538" cy="287817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baseline="0">
                <a:solidFill>
                  <a:schemeClr val="tx1">
                    <a:lumMod val="50000"/>
                    <a:lumOff val="50000"/>
                  </a:schemeClr>
                </a:solidFill>
                <a:latin typeface="Lato Light"/>
                <a:cs typeface="Lato Light"/>
              </a:defRPr>
            </a:lvl1pPr>
          </a:lstStyle>
          <a:p>
            <a:pPr lvl="0"/>
            <a:r>
              <a:rPr lang="es-ES_tradnl" dirty="0"/>
              <a:t>RESULT 1</a:t>
            </a:r>
          </a:p>
        </p:txBody>
      </p:sp>
      <p:sp>
        <p:nvSpPr>
          <p:cNvPr id="87" name="Text Placeholder 7"/>
          <p:cNvSpPr>
            <a:spLocks noGrp="1"/>
          </p:cNvSpPr>
          <p:nvPr>
            <p:ph type="body" sz="quarter" idx="68" hasCustomPrompt="1"/>
          </p:nvPr>
        </p:nvSpPr>
        <p:spPr>
          <a:xfrm>
            <a:off x="2507191" y="4516065"/>
            <a:ext cx="1760538" cy="190376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accent3"/>
                </a:solidFill>
                <a:latin typeface="Lato Light"/>
                <a:cs typeface="Lato Light"/>
              </a:defRPr>
            </a:lvl1pPr>
          </a:lstStyle>
          <a:p>
            <a:pPr lvl="0"/>
            <a:r>
              <a:rPr lang="es-ES_tradnl" dirty="0" err="1"/>
              <a:t>Subtitle</a:t>
            </a:r>
            <a:r>
              <a:rPr lang="es-ES_tradnl" dirty="0"/>
              <a:t> </a:t>
            </a:r>
            <a:r>
              <a:rPr lang="es-ES_tradnl" dirty="0" err="1"/>
              <a:t>Example</a:t>
            </a:r>
            <a:endParaRPr lang="es-ES_tradnl" dirty="0"/>
          </a:p>
        </p:txBody>
      </p:sp>
      <p:sp>
        <p:nvSpPr>
          <p:cNvPr id="94" name="Freeform 93"/>
          <p:cNvSpPr/>
          <p:nvPr userDrawn="1"/>
        </p:nvSpPr>
        <p:spPr>
          <a:xfrm>
            <a:off x="5218247" y="1248174"/>
            <a:ext cx="708497" cy="2733601"/>
          </a:xfrm>
          <a:custGeom>
            <a:avLst/>
            <a:gdLst>
              <a:gd name="connsiteX0" fmla="*/ 399901 w 799798"/>
              <a:gd name="connsiteY0" fmla="*/ 0 h 3085873"/>
              <a:gd name="connsiteX1" fmla="*/ 618803 w 799798"/>
              <a:gd name="connsiteY1" fmla="*/ 218902 h 3085873"/>
              <a:gd name="connsiteX2" fmla="*/ 618803 w 799798"/>
              <a:gd name="connsiteY2" fmla="*/ 2351830 h 3085873"/>
              <a:gd name="connsiteX3" fmla="*/ 623486 w 799798"/>
              <a:gd name="connsiteY3" fmla="*/ 2354372 h 3085873"/>
              <a:gd name="connsiteX4" fmla="*/ 799798 w 799798"/>
              <a:gd name="connsiteY4" fmla="*/ 2685974 h 3085873"/>
              <a:gd name="connsiteX5" fmla="*/ 399899 w 799798"/>
              <a:gd name="connsiteY5" fmla="*/ 3085873 h 3085873"/>
              <a:gd name="connsiteX6" fmla="*/ 0 w 799798"/>
              <a:gd name="connsiteY6" fmla="*/ 2685974 h 3085873"/>
              <a:gd name="connsiteX7" fmla="*/ 176312 w 799798"/>
              <a:gd name="connsiteY7" fmla="*/ 2354372 h 3085873"/>
              <a:gd name="connsiteX8" fmla="*/ 180999 w 799798"/>
              <a:gd name="connsiteY8" fmla="*/ 2351828 h 3085873"/>
              <a:gd name="connsiteX9" fmla="*/ 180999 w 799798"/>
              <a:gd name="connsiteY9" fmla="*/ 218902 h 3085873"/>
              <a:gd name="connsiteX10" fmla="*/ 399901 w 799798"/>
              <a:gd name="connsiteY10" fmla="*/ 0 h 30858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799798" h="3085873">
                <a:moveTo>
                  <a:pt x="399901" y="0"/>
                </a:moveTo>
                <a:cubicBezTo>
                  <a:pt x="520797" y="0"/>
                  <a:pt x="618803" y="98006"/>
                  <a:pt x="618803" y="218902"/>
                </a:cubicBezTo>
                <a:lnTo>
                  <a:pt x="618803" y="2351830"/>
                </a:lnTo>
                <a:lnTo>
                  <a:pt x="623486" y="2354372"/>
                </a:lnTo>
                <a:cubicBezTo>
                  <a:pt x="729860" y="2426237"/>
                  <a:pt x="799798" y="2547938"/>
                  <a:pt x="799798" y="2685974"/>
                </a:cubicBezTo>
                <a:cubicBezTo>
                  <a:pt x="799798" y="2906832"/>
                  <a:pt x="620757" y="3085873"/>
                  <a:pt x="399899" y="3085873"/>
                </a:cubicBezTo>
                <a:cubicBezTo>
                  <a:pt x="179041" y="3085873"/>
                  <a:pt x="0" y="2906832"/>
                  <a:pt x="0" y="2685974"/>
                </a:cubicBezTo>
                <a:cubicBezTo>
                  <a:pt x="0" y="2547938"/>
                  <a:pt x="69938" y="2426237"/>
                  <a:pt x="176312" y="2354372"/>
                </a:cubicBezTo>
                <a:lnTo>
                  <a:pt x="180999" y="2351828"/>
                </a:lnTo>
                <a:lnTo>
                  <a:pt x="180999" y="218902"/>
                </a:lnTo>
                <a:cubicBezTo>
                  <a:pt x="180999" y="98006"/>
                  <a:pt x="279005" y="0"/>
                  <a:pt x="399901" y="0"/>
                </a:cubicBezTo>
                <a:close/>
              </a:path>
            </a:pathLst>
          </a:custGeom>
          <a:noFill/>
          <a:ln w="57150" cmpd="sng">
            <a:solidFill>
              <a:schemeClr val="accent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600">
              <a:latin typeface="Helvetica Light"/>
              <a:cs typeface="Helvetica Light"/>
            </a:endParaRPr>
          </a:p>
        </p:txBody>
      </p:sp>
      <p:sp>
        <p:nvSpPr>
          <p:cNvPr id="95" name="Oval 94"/>
          <p:cNvSpPr>
            <a:spLocks noChangeAspect="1"/>
          </p:cNvSpPr>
          <p:nvPr userDrawn="1"/>
        </p:nvSpPr>
        <p:spPr>
          <a:xfrm>
            <a:off x="5303279" y="3362259"/>
            <a:ext cx="540000" cy="540000"/>
          </a:xfrm>
          <a:prstGeom prst="ellipse">
            <a:avLst/>
          </a:prstGeom>
          <a:solidFill>
            <a:schemeClr val="accent3"/>
          </a:solidFill>
          <a:ln w="7620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>
              <a:latin typeface="Helvetica Light"/>
              <a:cs typeface="Helvetica Light"/>
            </a:endParaRPr>
          </a:p>
        </p:txBody>
      </p:sp>
      <p:sp>
        <p:nvSpPr>
          <p:cNvPr id="98" name="Text Placeholder 7"/>
          <p:cNvSpPr>
            <a:spLocks noGrp="1"/>
          </p:cNvSpPr>
          <p:nvPr>
            <p:ph type="body" sz="quarter" idx="76" hasCustomPrompt="1"/>
          </p:nvPr>
        </p:nvSpPr>
        <p:spPr>
          <a:xfrm>
            <a:off x="5315173" y="3340160"/>
            <a:ext cx="528106" cy="562099"/>
          </a:xfrm>
          <a:prstGeom prst="rect">
            <a:avLst/>
          </a:prstGeom>
        </p:spPr>
        <p:txBody>
          <a:bodyPr vert="horz" lIns="0" tIns="103884" rIns="0" bIns="103884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bg1"/>
                </a:solidFill>
                <a:latin typeface="FontAwesome"/>
                <a:cs typeface="FontAwesome"/>
              </a:defRPr>
            </a:lvl1pPr>
          </a:lstStyle>
          <a:p>
            <a:pPr lvl="0"/>
            <a:r>
              <a:rPr lang="es-ES_tradnl" dirty="0" err="1"/>
              <a:t>icon</a:t>
            </a:r>
            <a:endParaRPr lang="es-ES_tradnl" dirty="0"/>
          </a:p>
        </p:txBody>
      </p:sp>
      <p:sp>
        <p:nvSpPr>
          <p:cNvPr id="100" name="Text Placeholder 2"/>
          <p:cNvSpPr>
            <a:spLocks noGrp="1"/>
          </p:cNvSpPr>
          <p:nvPr>
            <p:ph type="body" sz="quarter" idx="69" hasCustomPrompt="1"/>
          </p:nvPr>
        </p:nvSpPr>
        <p:spPr>
          <a:xfrm>
            <a:off x="4733920" y="4721747"/>
            <a:ext cx="1760538" cy="459854"/>
          </a:xfrm>
          <a:prstGeom prst="rect">
            <a:avLst/>
          </a:prstGeom>
        </p:spPr>
        <p:txBody>
          <a:bodyPr vert="horz" lIns="0" tIns="0" rIns="0" bIns="0"/>
          <a:lstStyle>
            <a:lvl1pPr marL="0" indent="0" algn="ctr">
              <a:lnSpc>
                <a:spcPct val="130000"/>
              </a:lnSpc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  <a:latin typeface="Lato Regular"/>
                <a:cs typeface="Lato Regular"/>
              </a:defRPr>
            </a:lvl1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</a:p>
        </p:txBody>
      </p:sp>
      <p:sp>
        <p:nvSpPr>
          <p:cNvPr id="101" name="Text Placeholder 7"/>
          <p:cNvSpPr>
            <a:spLocks noGrp="1"/>
          </p:cNvSpPr>
          <p:nvPr>
            <p:ph type="body" sz="quarter" idx="70" hasCustomPrompt="1"/>
          </p:nvPr>
        </p:nvSpPr>
        <p:spPr>
          <a:xfrm>
            <a:off x="4733920" y="4190006"/>
            <a:ext cx="1760538" cy="287817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baseline="0">
                <a:solidFill>
                  <a:schemeClr val="tx1">
                    <a:lumMod val="50000"/>
                    <a:lumOff val="50000"/>
                  </a:schemeClr>
                </a:solidFill>
                <a:latin typeface="Lato Light"/>
                <a:cs typeface="Lato Light"/>
              </a:defRPr>
            </a:lvl1pPr>
          </a:lstStyle>
          <a:p>
            <a:pPr lvl="0"/>
            <a:r>
              <a:rPr lang="es-ES_tradnl" dirty="0"/>
              <a:t>RESULT 1</a:t>
            </a:r>
          </a:p>
        </p:txBody>
      </p:sp>
      <p:sp>
        <p:nvSpPr>
          <p:cNvPr id="102" name="Text Placeholder 7"/>
          <p:cNvSpPr>
            <a:spLocks noGrp="1"/>
          </p:cNvSpPr>
          <p:nvPr>
            <p:ph type="body" sz="quarter" idx="71" hasCustomPrompt="1"/>
          </p:nvPr>
        </p:nvSpPr>
        <p:spPr>
          <a:xfrm>
            <a:off x="4733920" y="4516065"/>
            <a:ext cx="1760538" cy="190376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accent3"/>
                </a:solidFill>
                <a:latin typeface="Lato Light"/>
                <a:cs typeface="Lato Light"/>
              </a:defRPr>
            </a:lvl1pPr>
          </a:lstStyle>
          <a:p>
            <a:pPr lvl="0"/>
            <a:r>
              <a:rPr lang="es-ES_tradnl" dirty="0" err="1"/>
              <a:t>Subtitle</a:t>
            </a:r>
            <a:r>
              <a:rPr lang="es-ES_tradnl" dirty="0"/>
              <a:t> </a:t>
            </a:r>
            <a:r>
              <a:rPr lang="es-ES_tradnl" dirty="0" err="1"/>
              <a:t>Example</a:t>
            </a:r>
            <a:endParaRPr lang="es-ES_tradnl" dirty="0"/>
          </a:p>
        </p:txBody>
      </p:sp>
      <p:sp>
        <p:nvSpPr>
          <p:cNvPr id="106" name="Freeform 105"/>
          <p:cNvSpPr/>
          <p:nvPr userDrawn="1"/>
        </p:nvSpPr>
        <p:spPr>
          <a:xfrm>
            <a:off x="7389947" y="1248174"/>
            <a:ext cx="708497" cy="2733601"/>
          </a:xfrm>
          <a:custGeom>
            <a:avLst/>
            <a:gdLst>
              <a:gd name="connsiteX0" fmla="*/ 399901 w 799798"/>
              <a:gd name="connsiteY0" fmla="*/ 0 h 3085873"/>
              <a:gd name="connsiteX1" fmla="*/ 618803 w 799798"/>
              <a:gd name="connsiteY1" fmla="*/ 218902 h 3085873"/>
              <a:gd name="connsiteX2" fmla="*/ 618803 w 799798"/>
              <a:gd name="connsiteY2" fmla="*/ 2351830 h 3085873"/>
              <a:gd name="connsiteX3" fmla="*/ 623486 w 799798"/>
              <a:gd name="connsiteY3" fmla="*/ 2354372 h 3085873"/>
              <a:gd name="connsiteX4" fmla="*/ 799798 w 799798"/>
              <a:gd name="connsiteY4" fmla="*/ 2685974 h 3085873"/>
              <a:gd name="connsiteX5" fmla="*/ 399899 w 799798"/>
              <a:gd name="connsiteY5" fmla="*/ 3085873 h 3085873"/>
              <a:gd name="connsiteX6" fmla="*/ 0 w 799798"/>
              <a:gd name="connsiteY6" fmla="*/ 2685974 h 3085873"/>
              <a:gd name="connsiteX7" fmla="*/ 176312 w 799798"/>
              <a:gd name="connsiteY7" fmla="*/ 2354372 h 3085873"/>
              <a:gd name="connsiteX8" fmla="*/ 180999 w 799798"/>
              <a:gd name="connsiteY8" fmla="*/ 2351828 h 3085873"/>
              <a:gd name="connsiteX9" fmla="*/ 180999 w 799798"/>
              <a:gd name="connsiteY9" fmla="*/ 218902 h 3085873"/>
              <a:gd name="connsiteX10" fmla="*/ 399901 w 799798"/>
              <a:gd name="connsiteY10" fmla="*/ 0 h 30858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799798" h="3085873">
                <a:moveTo>
                  <a:pt x="399901" y="0"/>
                </a:moveTo>
                <a:cubicBezTo>
                  <a:pt x="520797" y="0"/>
                  <a:pt x="618803" y="98006"/>
                  <a:pt x="618803" y="218902"/>
                </a:cubicBezTo>
                <a:lnTo>
                  <a:pt x="618803" y="2351830"/>
                </a:lnTo>
                <a:lnTo>
                  <a:pt x="623486" y="2354372"/>
                </a:lnTo>
                <a:cubicBezTo>
                  <a:pt x="729860" y="2426237"/>
                  <a:pt x="799798" y="2547938"/>
                  <a:pt x="799798" y="2685974"/>
                </a:cubicBezTo>
                <a:cubicBezTo>
                  <a:pt x="799798" y="2906832"/>
                  <a:pt x="620757" y="3085873"/>
                  <a:pt x="399899" y="3085873"/>
                </a:cubicBezTo>
                <a:cubicBezTo>
                  <a:pt x="179041" y="3085873"/>
                  <a:pt x="0" y="2906832"/>
                  <a:pt x="0" y="2685974"/>
                </a:cubicBezTo>
                <a:cubicBezTo>
                  <a:pt x="0" y="2547938"/>
                  <a:pt x="69938" y="2426237"/>
                  <a:pt x="176312" y="2354372"/>
                </a:cubicBezTo>
                <a:lnTo>
                  <a:pt x="180999" y="2351828"/>
                </a:lnTo>
                <a:lnTo>
                  <a:pt x="180999" y="218902"/>
                </a:lnTo>
                <a:cubicBezTo>
                  <a:pt x="180999" y="98006"/>
                  <a:pt x="279005" y="0"/>
                  <a:pt x="399901" y="0"/>
                </a:cubicBezTo>
                <a:close/>
              </a:path>
            </a:pathLst>
          </a:custGeom>
          <a:noFill/>
          <a:ln w="57150" cmpd="sng">
            <a:solidFill>
              <a:schemeClr val="accent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600">
              <a:latin typeface="Helvetica Light"/>
              <a:cs typeface="Helvetica Light"/>
            </a:endParaRPr>
          </a:p>
        </p:txBody>
      </p:sp>
      <p:sp>
        <p:nvSpPr>
          <p:cNvPr id="107" name="Oval 106"/>
          <p:cNvSpPr>
            <a:spLocks noChangeAspect="1"/>
          </p:cNvSpPr>
          <p:nvPr userDrawn="1"/>
        </p:nvSpPr>
        <p:spPr>
          <a:xfrm>
            <a:off x="7474979" y="3362259"/>
            <a:ext cx="540000" cy="540000"/>
          </a:xfrm>
          <a:prstGeom prst="ellipse">
            <a:avLst/>
          </a:prstGeom>
          <a:solidFill>
            <a:schemeClr val="accent4"/>
          </a:solidFill>
          <a:ln w="7620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>
              <a:latin typeface="Helvetica Light"/>
              <a:cs typeface="Helvetica Light"/>
            </a:endParaRPr>
          </a:p>
        </p:txBody>
      </p:sp>
      <p:sp>
        <p:nvSpPr>
          <p:cNvPr id="108" name="Text Placeholder 7"/>
          <p:cNvSpPr>
            <a:spLocks noGrp="1"/>
          </p:cNvSpPr>
          <p:nvPr>
            <p:ph type="body" sz="quarter" idx="77" hasCustomPrompt="1"/>
          </p:nvPr>
        </p:nvSpPr>
        <p:spPr>
          <a:xfrm>
            <a:off x="7486873" y="3340160"/>
            <a:ext cx="528106" cy="562099"/>
          </a:xfrm>
          <a:prstGeom prst="rect">
            <a:avLst/>
          </a:prstGeom>
        </p:spPr>
        <p:txBody>
          <a:bodyPr vert="horz" lIns="0" tIns="103884" rIns="0" bIns="103884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bg1"/>
                </a:solidFill>
                <a:latin typeface="FontAwesome"/>
                <a:cs typeface="FontAwesome"/>
              </a:defRPr>
            </a:lvl1pPr>
          </a:lstStyle>
          <a:p>
            <a:pPr lvl="0"/>
            <a:r>
              <a:rPr lang="es-ES_tradnl" dirty="0" err="1"/>
              <a:t>icon</a:t>
            </a:r>
            <a:endParaRPr lang="es-ES_tradnl" dirty="0"/>
          </a:p>
        </p:txBody>
      </p:sp>
      <p:sp>
        <p:nvSpPr>
          <p:cNvPr id="109" name="Text Placeholder 2"/>
          <p:cNvSpPr>
            <a:spLocks noGrp="1"/>
          </p:cNvSpPr>
          <p:nvPr>
            <p:ph type="body" sz="quarter" idx="72" hasCustomPrompt="1"/>
          </p:nvPr>
        </p:nvSpPr>
        <p:spPr>
          <a:xfrm>
            <a:off x="6921501" y="4721747"/>
            <a:ext cx="1760538" cy="459854"/>
          </a:xfrm>
          <a:prstGeom prst="rect">
            <a:avLst/>
          </a:prstGeom>
        </p:spPr>
        <p:txBody>
          <a:bodyPr vert="horz" lIns="0" tIns="0" rIns="0" bIns="0"/>
          <a:lstStyle>
            <a:lvl1pPr marL="0" indent="0" algn="ctr">
              <a:lnSpc>
                <a:spcPct val="130000"/>
              </a:lnSpc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  <a:latin typeface="Lato Regular"/>
                <a:cs typeface="Lato Regular"/>
              </a:defRPr>
            </a:lvl1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</a:p>
        </p:txBody>
      </p:sp>
      <p:sp>
        <p:nvSpPr>
          <p:cNvPr id="110" name="Text Placeholder 7"/>
          <p:cNvSpPr>
            <a:spLocks noGrp="1"/>
          </p:cNvSpPr>
          <p:nvPr>
            <p:ph type="body" sz="quarter" idx="73" hasCustomPrompt="1"/>
          </p:nvPr>
        </p:nvSpPr>
        <p:spPr>
          <a:xfrm>
            <a:off x="6921501" y="4190006"/>
            <a:ext cx="1760538" cy="287817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baseline="0">
                <a:solidFill>
                  <a:schemeClr val="tx1">
                    <a:lumMod val="50000"/>
                    <a:lumOff val="50000"/>
                  </a:schemeClr>
                </a:solidFill>
                <a:latin typeface="Lato Light"/>
                <a:cs typeface="Lato Light"/>
              </a:defRPr>
            </a:lvl1pPr>
          </a:lstStyle>
          <a:p>
            <a:pPr lvl="0"/>
            <a:r>
              <a:rPr lang="es-ES_tradnl" dirty="0"/>
              <a:t>RESULT 1</a:t>
            </a:r>
          </a:p>
        </p:txBody>
      </p:sp>
      <p:sp>
        <p:nvSpPr>
          <p:cNvPr id="111" name="Text Placeholder 7"/>
          <p:cNvSpPr>
            <a:spLocks noGrp="1"/>
          </p:cNvSpPr>
          <p:nvPr>
            <p:ph type="body" sz="quarter" idx="74" hasCustomPrompt="1"/>
          </p:nvPr>
        </p:nvSpPr>
        <p:spPr>
          <a:xfrm>
            <a:off x="6921501" y="4516065"/>
            <a:ext cx="1760538" cy="190376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accent3"/>
                </a:solidFill>
                <a:latin typeface="Lato Light"/>
                <a:cs typeface="Lato Light"/>
              </a:defRPr>
            </a:lvl1pPr>
          </a:lstStyle>
          <a:p>
            <a:pPr lvl="0"/>
            <a:r>
              <a:rPr lang="es-ES_tradnl" dirty="0" err="1"/>
              <a:t>Subtitle</a:t>
            </a:r>
            <a:r>
              <a:rPr lang="es-ES_tradnl" dirty="0"/>
              <a:t> </a:t>
            </a:r>
            <a:r>
              <a:rPr lang="es-ES_tradnl" dirty="0" err="1"/>
              <a:t>Example</a:t>
            </a:r>
            <a:endParaRPr lang="es-ES_tradnl" dirty="0"/>
          </a:p>
        </p:txBody>
      </p:sp>
    </p:spTree>
    <p:extLst>
      <p:ext uri="{BB962C8B-B14F-4D97-AF65-F5344CB8AC3E}">
        <p14:creationId xmlns:p14="http://schemas.microsoft.com/office/powerpoint/2010/main" val="32220914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4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700"/>
                            </p:stCondLst>
                            <p:childTnLst>
                              <p:par>
                                <p:cTn id="16" presetID="2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8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000"/>
                            </p:stCondLst>
                            <p:childTnLst>
                              <p:par>
                                <p:cTn id="2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3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3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300"/>
                            </p:stCondLst>
                            <p:childTnLst>
                              <p:par>
                                <p:cTn id="26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300" fill="hold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300" fill="hold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00"/>
                                        <p:tgtEl>
                                          <p:spTgt spid="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400" fill="hold"/>
                                        <p:tgtEl>
                                          <p:spTgt spid="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400" fill="hold"/>
                                        <p:tgtEl>
                                          <p:spTgt spid="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2600"/>
                            </p:stCondLst>
                            <p:childTnLst>
                              <p:par>
                                <p:cTn id="45" presetID="2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47" dur="3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2900"/>
                            </p:stCondLst>
                            <p:childTnLst>
                              <p:par>
                                <p:cTn id="4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3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3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3200"/>
                            </p:stCondLst>
                            <p:childTnLst>
                              <p:par>
                                <p:cTn id="5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300" fill="hold"/>
                                        <p:tgtEl>
                                          <p:spTgt spid="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300" fill="hold"/>
                                        <p:tgtEl>
                                          <p:spTgt spid="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300"/>
                                        <p:tgtEl>
                                          <p:spTgt spid="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400"/>
                                        <p:tgtEl>
                                          <p:spTgt spid="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6" dur="400" fill="hold"/>
                                        <p:tgtEl>
                                          <p:spTgt spid="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400" fill="hold"/>
                                        <p:tgtEl>
                                          <p:spTgt spid="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4500"/>
                            </p:stCondLst>
                            <p:childTnLst>
                              <p:par>
                                <p:cTn id="74" presetID="2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76" dur="3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4800"/>
                            </p:stCondLst>
                            <p:childTnLst>
                              <p:par>
                                <p:cTn id="78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0" dur="3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3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2" dur="3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5100"/>
                            </p:stCondLst>
                            <p:childTnLst>
                              <p:par>
                                <p:cTn id="84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6" dur="300" fill="hold"/>
                                        <p:tgtEl>
                                          <p:spTgt spid="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300" fill="hold"/>
                                        <p:tgtEl>
                                          <p:spTgt spid="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8" dur="300"/>
                                        <p:tgtEl>
                                          <p:spTgt spid="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1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400"/>
                                        <p:tgtEl>
                                          <p:spTgt spid="10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5" dur="400" fill="hold"/>
                                        <p:tgtEl>
                                          <p:spTgt spid="10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400" fill="hold"/>
                                        <p:tgtEl>
                                          <p:spTgt spid="10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1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0" dur="500" fill="hold"/>
                                        <p:tgtEl>
                                          <p:spTgt spid="1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500" fill="hold"/>
                                        <p:tgtEl>
                                          <p:spTgt spid="1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2" fill="hold">
                            <p:stCondLst>
                              <p:cond delay="6400"/>
                            </p:stCondLst>
                            <p:childTnLst>
                              <p:par>
                                <p:cTn id="103" presetID="2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05" dur="3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6" fill="hold">
                            <p:stCondLst>
                              <p:cond delay="6700"/>
                            </p:stCondLst>
                            <p:childTnLst>
                              <p:par>
                                <p:cTn id="107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9" dur="300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0" dur="300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1" dur="3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2" fill="hold">
                            <p:stCondLst>
                              <p:cond delay="7000"/>
                            </p:stCondLst>
                            <p:childTnLst>
                              <p:par>
                                <p:cTn id="11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5" dur="300" fill="hold"/>
                                        <p:tgtEl>
                                          <p:spTgt spid="10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6" dur="300" fill="hold"/>
                                        <p:tgtEl>
                                          <p:spTgt spid="10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7" dur="300"/>
                                        <p:tgtEl>
                                          <p:spTgt spid="10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500"/>
                                        <p:tgtEl>
                                          <p:spTgt spid="1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400"/>
                                        <p:tgtEl>
                                          <p:spTgt spid="1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4" dur="400" fill="hold"/>
                                        <p:tgtEl>
                                          <p:spTgt spid="1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5" dur="400" fill="hold"/>
                                        <p:tgtEl>
                                          <p:spTgt spid="1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6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" dur="500"/>
                                        <p:tgtEl>
                                          <p:spTgt spid="1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9" dur="500" fill="hold"/>
                                        <p:tgtEl>
                                          <p:spTgt spid="1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0" dur="500" fill="hold"/>
                                        <p:tgtEl>
                                          <p:spTgt spid="1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400"/>
                        <p:tgtEl>
                          <p:spTgt spid="8"/>
                        </p:tgtEl>
                      </p:cBhvr>
                    </p:animEffect>
                    <p:anim calcmode="lin" valueType="num">
                      <p:cBhvr>
                        <p:cTn dur="400" fill="hold"/>
                        <p:tgtEl>
                          <p:spTgt spid="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400" fill="hold"/>
                        <p:tgtEl>
                          <p:spTgt spid="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6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6"/>
                        </p:tgtEl>
                      </p:cBhvr>
                    </p:animEffect>
                    <p:anim calcmode="lin" valueType="num">
                      <p:cBhvr>
                        <p:cTn dur="500" fill="hold"/>
                        <p:tgtEl>
                          <p:spTgt spid="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8" grpId="0" animBg="1"/>
      <p:bldP spid="20" grpId="0" animBg="1"/>
      <p:bldP spid="31" grpId="0" build="p">
        <p:tmplLst>
          <p:tmpl lvl="1">
            <p:tnLst>
              <p:par>
                <p:cTn presetID="53" presetClass="entr" presetSubtype="16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300" fill="hold"/>
                        <p:tgtEl>
                          <p:spTgt spid="31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300" fill="hold"/>
                        <p:tgtEl>
                          <p:spTgt spid="31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300"/>
                        <p:tgtEl>
                          <p:spTgt spid="3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64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8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6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65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400"/>
                        <p:tgtEl>
                          <p:spTgt spid="65"/>
                        </p:tgtEl>
                      </p:cBhvr>
                    </p:animEffect>
                    <p:anim calcmode="lin" valueType="num">
                      <p:cBhvr>
                        <p:cTn dur="400" fill="hold"/>
                        <p:tgtEl>
                          <p:spTgt spid="6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400" fill="hold"/>
                        <p:tgtEl>
                          <p:spTgt spid="6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66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66"/>
                        </p:tgtEl>
                      </p:cBhvr>
                    </p:animEffect>
                    <p:anim calcmode="lin" valueType="num">
                      <p:cBhvr>
                        <p:cTn dur="500" fill="hold"/>
                        <p:tgtEl>
                          <p:spTgt spid="6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6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76" grpId="0" animBg="1"/>
      <p:bldP spid="77" grpId="0" animBg="1"/>
      <p:bldP spid="82" grpId="0" build="p">
        <p:tmplLst>
          <p:tmpl lvl="1">
            <p:tnLst>
              <p:par>
                <p:cTn presetID="53" presetClass="entr" presetSubtype="16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300" fill="hold"/>
                        <p:tgtEl>
                          <p:spTgt spid="82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300" fill="hold"/>
                        <p:tgtEl>
                          <p:spTgt spid="82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300"/>
                        <p:tgtEl>
                          <p:spTgt spid="8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5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8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8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6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400"/>
                        <p:tgtEl>
                          <p:spTgt spid="86"/>
                        </p:tgtEl>
                      </p:cBhvr>
                    </p:animEffect>
                    <p:anim calcmode="lin" valueType="num">
                      <p:cBhvr>
                        <p:cTn dur="400" fill="hold"/>
                        <p:tgtEl>
                          <p:spTgt spid="8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400" fill="hold"/>
                        <p:tgtEl>
                          <p:spTgt spid="8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87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87"/>
                        </p:tgtEl>
                      </p:cBhvr>
                    </p:animEffect>
                    <p:anim calcmode="lin" valueType="num">
                      <p:cBhvr>
                        <p:cTn dur="500" fill="hold"/>
                        <p:tgtEl>
                          <p:spTgt spid="8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8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94" grpId="0" animBg="1"/>
      <p:bldP spid="95" grpId="0" animBg="1"/>
      <p:bldP spid="98" grpId="0" build="p">
        <p:tmplLst>
          <p:tmpl lvl="1">
            <p:tnLst>
              <p:par>
                <p:cTn presetID="53" presetClass="entr" presetSubtype="16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300" fill="hold"/>
                        <p:tgtEl>
                          <p:spTgt spid="98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300" fill="hold"/>
                        <p:tgtEl>
                          <p:spTgt spid="98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300"/>
                        <p:tgtEl>
                          <p:spTgt spid="9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00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8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0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01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400"/>
                        <p:tgtEl>
                          <p:spTgt spid="101"/>
                        </p:tgtEl>
                      </p:cBhvr>
                    </p:animEffect>
                    <p:anim calcmode="lin" valueType="num">
                      <p:cBhvr>
                        <p:cTn dur="400" fill="hold"/>
                        <p:tgtEl>
                          <p:spTgt spid="10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400" fill="hold"/>
                        <p:tgtEl>
                          <p:spTgt spid="10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02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02"/>
                        </p:tgtEl>
                      </p:cBhvr>
                    </p:animEffect>
                    <p:anim calcmode="lin" valueType="num">
                      <p:cBhvr>
                        <p:cTn dur="500" fill="hold"/>
                        <p:tgtEl>
                          <p:spTgt spid="10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10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06" grpId="0" animBg="1"/>
      <p:bldP spid="107" grpId="0" animBg="1"/>
      <p:bldP spid="108" grpId="0" build="p">
        <p:tmplLst>
          <p:tmpl lvl="1">
            <p:tnLst>
              <p:par>
                <p:cTn presetID="53" presetClass="entr" presetSubtype="16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300" fill="hold"/>
                        <p:tgtEl>
                          <p:spTgt spid="108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300" fill="hold"/>
                        <p:tgtEl>
                          <p:spTgt spid="108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300"/>
                        <p:tgtEl>
                          <p:spTgt spid="10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09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8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0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10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1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400"/>
                        <p:tgtEl>
                          <p:spTgt spid="110"/>
                        </p:tgtEl>
                      </p:cBhvr>
                    </p:animEffect>
                    <p:anim calcmode="lin" valueType="num">
                      <p:cBhvr>
                        <p:cTn dur="400" fill="hold"/>
                        <p:tgtEl>
                          <p:spTgt spid="110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400" fill="hold"/>
                        <p:tgtEl>
                          <p:spTgt spid="110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11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1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11"/>
                        </p:tgtEl>
                      </p:cBhvr>
                    </p:animEffect>
                    <p:anim calcmode="lin" valueType="num">
                      <p:cBhvr>
                        <p:cTn dur="500" fill="hold"/>
                        <p:tgtEl>
                          <p:spTgt spid="11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11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steep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/>
          <p:cNvSpPr>
            <a:spLocks noGrp="1"/>
          </p:cNvSpPr>
          <p:nvPr>
            <p:ph type="body" sz="quarter" idx="10" hasCustomPrompt="1"/>
          </p:nvPr>
        </p:nvSpPr>
        <p:spPr>
          <a:xfrm>
            <a:off x="452438" y="270483"/>
            <a:ext cx="8229600" cy="359817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500" b="1">
                <a:solidFill>
                  <a:schemeClr val="tx1">
                    <a:lumMod val="75000"/>
                    <a:lumOff val="25000"/>
                  </a:schemeClr>
                </a:solidFill>
                <a:latin typeface="Lato Light"/>
                <a:cs typeface="Lato Light"/>
              </a:defRPr>
            </a:lvl1pPr>
          </a:lstStyle>
          <a:p>
            <a:pPr lvl="0"/>
            <a:r>
              <a:rPr lang="es-ES_tradnl" dirty="0"/>
              <a:t>Text </a:t>
            </a:r>
            <a:r>
              <a:rPr lang="es-ES_tradnl" dirty="0" err="1"/>
              <a:t>slide</a:t>
            </a:r>
            <a:r>
              <a:rPr lang="es-ES_tradnl" dirty="0"/>
              <a:t> </a:t>
            </a:r>
            <a:r>
              <a:rPr lang="es-ES_tradnl" dirty="0" err="1"/>
              <a:t>example</a:t>
            </a:r>
            <a:endParaRPr lang="es-ES_tradnl" dirty="0"/>
          </a:p>
        </p:txBody>
      </p:sp>
      <p:sp>
        <p:nvSpPr>
          <p:cNvPr id="6" name="Text Placeholder 7"/>
          <p:cNvSpPr>
            <a:spLocks noGrp="1"/>
          </p:cNvSpPr>
          <p:nvPr>
            <p:ph type="body" sz="quarter" idx="11" hasCustomPrompt="1"/>
          </p:nvPr>
        </p:nvSpPr>
        <p:spPr>
          <a:xfrm>
            <a:off x="452438" y="689252"/>
            <a:ext cx="8229600" cy="190376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accent3"/>
                </a:solidFill>
                <a:latin typeface="Lato Light"/>
                <a:cs typeface="Lato Light"/>
              </a:defRPr>
            </a:lvl1pPr>
          </a:lstStyle>
          <a:p>
            <a:pPr lvl="0"/>
            <a:r>
              <a:rPr lang="es-ES_tradnl" dirty="0" err="1"/>
              <a:t>Subtitle</a:t>
            </a:r>
            <a:r>
              <a:rPr lang="es-ES_tradnl" dirty="0"/>
              <a:t> </a:t>
            </a:r>
            <a:r>
              <a:rPr lang="es-ES_tradnl" dirty="0" err="1"/>
              <a:t>Example</a:t>
            </a:r>
            <a:endParaRPr lang="es-ES_tradnl" dirty="0"/>
          </a:p>
        </p:txBody>
      </p:sp>
      <p:sp>
        <p:nvSpPr>
          <p:cNvPr id="64" name="Text Placeholder 2"/>
          <p:cNvSpPr>
            <a:spLocks noGrp="1"/>
          </p:cNvSpPr>
          <p:nvPr>
            <p:ph type="body" sz="quarter" idx="64" hasCustomPrompt="1"/>
          </p:nvPr>
        </p:nvSpPr>
        <p:spPr>
          <a:xfrm>
            <a:off x="356661" y="4721747"/>
            <a:ext cx="1760538" cy="459854"/>
          </a:xfrm>
          <a:prstGeom prst="rect">
            <a:avLst/>
          </a:prstGeom>
        </p:spPr>
        <p:txBody>
          <a:bodyPr vert="horz" lIns="0" tIns="0" rIns="0" bIns="0"/>
          <a:lstStyle>
            <a:lvl1pPr marL="0" indent="0" algn="ctr">
              <a:lnSpc>
                <a:spcPct val="130000"/>
              </a:lnSpc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  <a:latin typeface="Lato Regular"/>
                <a:cs typeface="Lato Regular"/>
              </a:defRPr>
            </a:lvl1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</a:p>
        </p:txBody>
      </p:sp>
      <p:sp>
        <p:nvSpPr>
          <p:cNvPr id="65" name="Text Placeholder 7"/>
          <p:cNvSpPr>
            <a:spLocks noGrp="1"/>
          </p:cNvSpPr>
          <p:nvPr>
            <p:ph type="body" sz="quarter" idx="18" hasCustomPrompt="1"/>
          </p:nvPr>
        </p:nvSpPr>
        <p:spPr>
          <a:xfrm>
            <a:off x="356661" y="4190006"/>
            <a:ext cx="1760538" cy="287817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baseline="0">
                <a:solidFill>
                  <a:schemeClr val="tx1">
                    <a:lumMod val="50000"/>
                    <a:lumOff val="50000"/>
                  </a:schemeClr>
                </a:solidFill>
                <a:latin typeface="Lato Light"/>
                <a:cs typeface="Lato Light"/>
              </a:defRPr>
            </a:lvl1pPr>
          </a:lstStyle>
          <a:p>
            <a:pPr lvl="0"/>
            <a:r>
              <a:rPr lang="es-ES_tradnl" dirty="0"/>
              <a:t>RESULT 1</a:t>
            </a:r>
          </a:p>
        </p:txBody>
      </p:sp>
      <p:sp>
        <p:nvSpPr>
          <p:cNvPr id="66" name="Text Placeholder 7"/>
          <p:cNvSpPr>
            <a:spLocks noGrp="1"/>
          </p:cNvSpPr>
          <p:nvPr>
            <p:ph type="body" sz="quarter" idx="65" hasCustomPrompt="1"/>
          </p:nvPr>
        </p:nvSpPr>
        <p:spPr>
          <a:xfrm>
            <a:off x="356661" y="4516065"/>
            <a:ext cx="1760538" cy="190376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accent3"/>
                </a:solidFill>
                <a:latin typeface="Lato Light"/>
                <a:cs typeface="Lato Light"/>
              </a:defRPr>
            </a:lvl1pPr>
          </a:lstStyle>
          <a:p>
            <a:pPr lvl="0"/>
            <a:r>
              <a:rPr lang="es-ES_tradnl" dirty="0" err="1"/>
              <a:t>Subtitle</a:t>
            </a:r>
            <a:r>
              <a:rPr lang="es-ES_tradnl" dirty="0"/>
              <a:t> </a:t>
            </a:r>
            <a:r>
              <a:rPr lang="es-ES_tradnl" dirty="0" err="1"/>
              <a:t>Example</a:t>
            </a:r>
            <a:endParaRPr lang="es-ES_tradnl" dirty="0"/>
          </a:p>
        </p:txBody>
      </p:sp>
      <p:sp>
        <p:nvSpPr>
          <p:cNvPr id="85" name="Text Placeholder 2"/>
          <p:cNvSpPr>
            <a:spLocks noGrp="1"/>
          </p:cNvSpPr>
          <p:nvPr>
            <p:ph type="body" sz="quarter" idx="66" hasCustomPrompt="1"/>
          </p:nvPr>
        </p:nvSpPr>
        <p:spPr>
          <a:xfrm>
            <a:off x="2507191" y="4721747"/>
            <a:ext cx="1760538" cy="459854"/>
          </a:xfrm>
          <a:prstGeom prst="rect">
            <a:avLst/>
          </a:prstGeom>
        </p:spPr>
        <p:txBody>
          <a:bodyPr vert="horz" lIns="0" tIns="0" rIns="0" bIns="0"/>
          <a:lstStyle>
            <a:lvl1pPr marL="0" indent="0" algn="ctr">
              <a:lnSpc>
                <a:spcPct val="130000"/>
              </a:lnSpc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  <a:latin typeface="Lato Regular"/>
                <a:cs typeface="Lato Regular"/>
              </a:defRPr>
            </a:lvl1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</a:p>
        </p:txBody>
      </p:sp>
      <p:sp>
        <p:nvSpPr>
          <p:cNvPr id="86" name="Text Placeholder 7"/>
          <p:cNvSpPr>
            <a:spLocks noGrp="1"/>
          </p:cNvSpPr>
          <p:nvPr>
            <p:ph type="body" sz="quarter" idx="67" hasCustomPrompt="1"/>
          </p:nvPr>
        </p:nvSpPr>
        <p:spPr>
          <a:xfrm>
            <a:off x="2507191" y="4190006"/>
            <a:ext cx="1760538" cy="287817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baseline="0">
                <a:solidFill>
                  <a:schemeClr val="tx1">
                    <a:lumMod val="50000"/>
                    <a:lumOff val="50000"/>
                  </a:schemeClr>
                </a:solidFill>
                <a:latin typeface="Lato Light"/>
                <a:cs typeface="Lato Light"/>
              </a:defRPr>
            </a:lvl1pPr>
          </a:lstStyle>
          <a:p>
            <a:pPr lvl="0"/>
            <a:r>
              <a:rPr lang="es-ES_tradnl" dirty="0"/>
              <a:t>RESULT 1</a:t>
            </a:r>
          </a:p>
        </p:txBody>
      </p:sp>
      <p:sp>
        <p:nvSpPr>
          <p:cNvPr id="87" name="Text Placeholder 7"/>
          <p:cNvSpPr>
            <a:spLocks noGrp="1"/>
          </p:cNvSpPr>
          <p:nvPr>
            <p:ph type="body" sz="quarter" idx="68" hasCustomPrompt="1"/>
          </p:nvPr>
        </p:nvSpPr>
        <p:spPr>
          <a:xfrm>
            <a:off x="2507191" y="4516065"/>
            <a:ext cx="1760538" cy="190376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accent3"/>
                </a:solidFill>
                <a:latin typeface="Lato Light"/>
                <a:cs typeface="Lato Light"/>
              </a:defRPr>
            </a:lvl1pPr>
          </a:lstStyle>
          <a:p>
            <a:pPr lvl="0"/>
            <a:r>
              <a:rPr lang="es-ES_tradnl" dirty="0" err="1"/>
              <a:t>Subtitle</a:t>
            </a:r>
            <a:r>
              <a:rPr lang="es-ES_tradnl" dirty="0"/>
              <a:t> </a:t>
            </a:r>
            <a:r>
              <a:rPr lang="es-ES_tradnl" dirty="0" err="1"/>
              <a:t>Example</a:t>
            </a:r>
            <a:endParaRPr lang="es-ES_tradnl" dirty="0"/>
          </a:p>
        </p:txBody>
      </p:sp>
      <p:sp>
        <p:nvSpPr>
          <p:cNvPr id="100" name="Text Placeholder 2"/>
          <p:cNvSpPr>
            <a:spLocks noGrp="1"/>
          </p:cNvSpPr>
          <p:nvPr>
            <p:ph type="body" sz="quarter" idx="69" hasCustomPrompt="1"/>
          </p:nvPr>
        </p:nvSpPr>
        <p:spPr>
          <a:xfrm>
            <a:off x="4733920" y="4721747"/>
            <a:ext cx="1760538" cy="459854"/>
          </a:xfrm>
          <a:prstGeom prst="rect">
            <a:avLst/>
          </a:prstGeom>
        </p:spPr>
        <p:txBody>
          <a:bodyPr vert="horz" lIns="0" tIns="0" rIns="0" bIns="0"/>
          <a:lstStyle>
            <a:lvl1pPr marL="0" indent="0" algn="ctr">
              <a:lnSpc>
                <a:spcPct val="130000"/>
              </a:lnSpc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  <a:latin typeface="Lato Regular"/>
                <a:cs typeface="Lato Regular"/>
              </a:defRPr>
            </a:lvl1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</a:p>
        </p:txBody>
      </p:sp>
      <p:sp>
        <p:nvSpPr>
          <p:cNvPr id="101" name="Text Placeholder 7"/>
          <p:cNvSpPr>
            <a:spLocks noGrp="1"/>
          </p:cNvSpPr>
          <p:nvPr>
            <p:ph type="body" sz="quarter" idx="70" hasCustomPrompt="1"/>
          </p:nvPr>
        </p:nvSpPr>
        <p:spPr>
          <a:xfrm>
            <a:off x="4733920" y="4190006"/>
            <a:ext cx="1760538" cy="287817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baseline="0">
                <a:solidFill>
                  <a:schemeClr val="tx1">
                    <a:lumMod val="50000"/>
                    <a:lumOff val="50000"/>
                  </a:schemeClr>
                </a:solidFill>
                <a:latin typeface="Lato Light"/>
                <a:cs typeface="Lato Light"/>
              </a:defRPr>
            </a:lvl1pPr>
          </a:lstStyle>
          <a:p>
            <a:pPr lvl="0"/>
            <a:r>
              <a:rPr lang="es-ES_tradnl" dirty="0"/>
              <a:t>RESULT 1</a:t>
            </a:r>
          </a:p>
        </p:txBody>
      </p:sp>
      <p:sp>
        <p:nvSpPr>
          <p:cNvPr id="102" name="Text Placeholder 7"/>
          <p:cNvSpPr>
            <a:spLocks noGrp="1"/>
          </p:cNvSpPr>
          <p:nvPr>
            <p:ph type="body" sz="quarter" idx="71" hasCustomPrompt="1"/>
          </p:nvPr>
        </p:nvSpPr>
        <p:spPr>
          <a:xfrm>
            <a:off x="4733920" y="4516065"/>
            <a:ext cx="1760538" cy="190376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accent3"/>
                </a:solidFill>
                <a:latin typeface="Lato Light"/>
                <a:cs typeface="Lato Light"/>
              </a:defRPr>
            </a:lvl1pPr>
          </a:lstStyle>
          <a:p>
            <a:pPr lvl="0"/>
            <a:r>
              <a:rPr lang="es-ES_tradnl" dirty="0" err="1"/>
              <a:t>Subtitle</a:t>
            </a:r>
            <a:r>
              <a:rPr lang="es-ES_tradnl" dirty="0"/>
              <a:t> </a:t>
            </a:r>
            <a:r>
              <a:rPr lang="es-ES_tradnl" dirty="0" err="1"/>
              <a:t>Example</a:t>
            </a:r>
            <a:endParaRPr lang="es-ES_tradnl" dirty="0"/>
          </a:p>
        </p:txBody>
      </p:sp>
      <p:sp>
        <p:nvSpPr>
          <p:cNvPr id="109" name="Text Placeholder 2"/>
          <p:cNvSpPr>
            <a:spLocks noGrp="1"/>
          </p:cNvSpPr>
          <p:nvPr>
            <p:ph type="body" sz="quarter" idx="72" hasCustomPrompt="1"/>
          </p:nvPr>
        </p:nvSpPr>
        <p:spPr>
          <a:xfrm>
            <a:off x="6921501" y="4721747"/>
            <a:ext cx="1760538" cy="459854"/>
          </a:xfrm>
          <a:prstGeom prst="rect">
            <a:avLst/>
          </a:prstGeom>
        </p:spPr>
        <p:txBody>
          <a:bodyPr vert="horz" lIns="0" tIns="0" rIns="0" bIns="0"/>
          <a:lstStyle>
            <a:lvl1pPr marL="0" indent="0" algn="ctr">
              <a:lnSpc>
                <a:spcPct val="130000"/>
              </a:lnSpc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  <a:latin typeface="Lato Regular"/>
                <a:cs typeface="Lato Regular"/>
              </a:defRPr>
            </a:lvl1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</a:p>
        </p:txBody>
      </p:sp>
      <p:sp>
        <p:nvSpPr>
          <p:cNvPr id="110" name="Text Placeholder 7"/>
          <p:cNvSpPr>
            <a:spLocks noGrp="1"/>
          </p:cNvSpPr>
          <p:nvPr>
            <p:ph type="body" sz="quarter" idx="73" hasCustomPrompt="1"/>
          </p:nvPr>
        </p:nvSpPr>
        <p:spPr>
          <a:xfrm>
            <a:off x="6921501" y="4190006"/>
            <a:ext cx="1760538" cy="287817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baseline="0">
                <a:solidFill>
                  <a:schemeClr val="tx1">
                    <a:lumMod val="50000"/>
                    <a:lumOff val="50000"/>
                  </a:schemeClr>
                </a:solidFill>
                <a:latin typeface="Lato Light"/>
                <a:cs typeface="Lato Light"/>
              </a:defRPr>
            </a:lvl1pPr>
          </a:lstStyle>
          <a:p>
            <a:pPr lvl="0"/>
            <a:r>
              <a:rPr lang="es-ES_tradnl" dirty="0"/>
              <a:t>RESULT 1</a:t>
            </a:r>
          </a:p>
        </p:txBody>
      </p:sp>
      <p:sp>
        <p:nvSpPr>
          <p:cNvPr id="111" name="Text Placeholder 7"/>
          <p:cNvSpPr>
            <a:spLocks noGrp="1"/>
          </p:cNvSpPr>
          <p:nvPr>
            <p:ph type="body" sz="quarter" idx="74" hasCustomPrompt="1"/>
          </p:nvPr>
        </p:nvSpPr>
        <p:spPr>
          <a:xfrm>
            <a:off x="6921501" y="4516065"/>
            <a:ext cx="1760538" cy="190376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accent3"/>
                </a:solidFill>
                <a:latin typeface="Lato Light"/>
                <a:cs typeface="Lato Light"/>
              </a:defRPr>
            </a:lvl1pPr>
          </a:lstStyle>
          <a:p>
            <a:pPr lvl="0"/>
            <a:r>
              <a:rPr lang="es-ES_tradnl" dirty="0" err="1"/>
              <a:t>Subtitle</a:t>
            </a:r>
            <a:r>
              <a:rPr lang="es-ES_tradnl" dirty="0"/>
              <a:t> </a:t>
            </a:r>
            <a:r>
              <a:rPr lang="es-ES_tradnl" dirty="0" err="1"/>
              <a:t>Example</a:t>
            </a:r>
            <a:endParaRPr lang="es-ES_tradnl" dirty="0"/>
          </a:p>
        </p:txBody>
      </p:sp>
    </p:spTree>
    <p:extLst>
      <p:ext uri="{BB962C8B-B14F-4D97-AF65-F5344CB8AC3E}">
        <p14:creationId xmlns:p14="http://schemas.microsoft.com/office/powerpoint/2010/main" val="41081293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4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400" fill="hold"/>
                                        <p:tgtEl>
                                          <p:spTgt spid="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00"/>
                                        <p:tgtEl>
                                          <p:spTgt spid="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400" fill="hold"/>
                                        <p:tgtEl>
                                          <p:spTgt spid="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400" fill="hold"/>
                                        <p:tgtEl>
                                          <p:spTgt spid="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00"/>
                                        <p:tgtEl>
                                          <p:spTgt spid="10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400" fill="hold"/>
                                        <p:tgtEl>
                                          <p:spTgt spid="10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400" fill="hold"/>
                                        <p:tgtEl>
                                          <p:spTgt spid="10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1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1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00"/>
                                        <p:tgtEl>
                                          <p:spTgt spid="1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400" fill="hold"/>
                                        <p:tgtEl>
                                          <p:spTgt spid="1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400" fill="hold"/>
                                        <p:tgtEl>
                                          <p:spTgt spid="1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1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1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400"/>
                        <p:tgtEl>
                          <p:spTgt spid="8"/>
                        </p:tgtEl>
                      </p:cBhvr>
                    </p:animEffect>
                    <p:anim calcmode="lin" valueType="num">
                      <p:cBhvr>
                        <p:cTn dur="400" fill="hold"/>
                        <p:tgtEl>
                          <p:spTgt spid="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400" fill="hold"/>
                        <p:tgtEl>
                          <p:spTgt spid="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6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6"/>
                        </p:tgtEl>
                      </p:cBhvr>
                    </p:animEffect>
                    <p:anim calcmode="lin" valueType="num">
                      <p:cBhvr>
                        <p:cTn dur="500" fill="hold"/>
                        <p:tgtEl>
                          <p:spTgt spid="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64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8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6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65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400"/>
                        <p:tgtEl>
                          <p:spTgt spid="65"/>
                        </p:tgtEl>
                      </p:cBhvr>
                    </p:animEffect>
                    <p:anim calcmode="lin" valueType="num">
                      <p:cBhvr>
                        <p:cTn dur="400" fill="hold"/>
                        <p:tgtEl>
                          <p:spTgt spid="6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400" fill="hold"/>
                        <p:tgtEl>
                          <p:spTgt spid="6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66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66"/>
                        </p:tgtEl>
                      </p:cBhvr>
                    </p:animEffect>
                    <p:anim calcmode="lin" valueType="num">
                      <p:cBhvr>
                        <p:cTn dur="500" fill="hold"/>
                        <p:tgtEl>
                          <p:spTgt spid="6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6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85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8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8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6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400"/>
                        <p:tgtEl>
                          <p:spTgt spid="86"/>
                        </p:tgtEl>
                      </p:cBhvr>
                    </p:animEffect>
                    <p:anim calcmode="lin" valueType="num">
                      <p:cBhvr>
                        <p:cTn dur="400" fill="hold"/>
                        <p:tgtEl>
                          <p:spTgt spid="8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400" fill="hold"/>
                        <p:tgtEl>
                          <p:spTgt spid="8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87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87"/>
                        </p:tgtEl>
                      </p:cBhvr>
                    </p:animEffect>
                    <p:anim calcmode="lin" valueType="num">
                      <p:cBhvr>
                        <p:cTn dur="500" fill="hold"/>
                        <p:tgtEl>
                          <p:spTgt spid="8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8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00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8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0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01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400"/>
                        <p:tgtEl>
                          <p:spTgt spid="101"/>
                        </p:tgtEl>
                      </p:cBhvr>
                    </p:animEffect>
                    <p:anim calcmode="lin" valueType="num">
                      <p:cBhvr>
                        <p:cTn dur="400" fill="hold"/>
                        <p:tgtEl>
                          <p:spTgt spid="10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400" fill="hold"/>
                        <p:tgtEl>
                          <p:spTgt spid="10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02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02"/>
                        </p:tgtEl>
                      </p:cBhvr>
                    </p:animEffect>
                    <p:anim calcmode="lin" valueType="num">
                      <p:cBhvr>
                        <p:cTn dur="500" fill="hold"/>
                        <p:tgtEl>
                          <p:spTgt spid="10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10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09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8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0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10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1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400"/>
                        <p:tgtEl>
                          <p:spTgt spid="110"/>
                        </p:tgtEl>
                      </p:cBhvr>
                    </p:animEffect>
                    <p:anim calcmode="lin" valueType="num">
                      <p:cBhvr>
                        <p:cTn dur="400" fill="hold"/>
                        <p:tgtEl>
                          <p:spTgt spid="110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400" fill="hold"/>
                        <p:tgtEl>
                          <p:spTgt spid="110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11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1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11"/>
                        </p:tgtEl>
                      </p:cBhvr>
                    </p:animEffect>
                    <p:anim calcmode="lin" valueType="num">
                      <p:cBhvr>
                        <p:cTn dur="500" fill="hold"/>
                        <p:tgtEl>
                          <p:spTgt spid="11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11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images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/>
          <p:cNvSpPr>
            <a:spLocks noGrp="1"/>
          </p:cNvSpPr>
          <p:nvPr>
            <p:ph type="body" sz="quarter" idx="10" hasCustomPrompt="1"/>
          </p:nvPr>
        </p:nvSpPr>
        <p:spPr>
          <a:xfrm>
            <a:off x="4778374" y="270483"/>
            <a:ext cx="3903663" cy="359817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500" b="1">
                <a:solidFill>
                  <a:schemeClr val="tx1">
                    <a:lumMod val="75000"/>
                    <a:lumOff val="25000"/>
                  </a:schemeClr>
                </a:solidFill>
                <a:latin typeface="Lato Light"/>
                <a:cs typeface="Lato Light"/>
              </a:defRPr>
            </a:lvl1pPr>
          </a:lstStyle>
          <a:p>
            <a:pPr lvl="0"/>
            <a:r>
              <a:rPr lang="es-ES_tradnl" dirty="0"/>
              <a:t>Text </a:t>
            </a:r>
            <a:r>
              <a:rPr lang="es-ES_tradnl" dirty="0" err="1"/>
              <a:t>slide</a:t>
            </a:r>
            <a:r>
              <a:rPr lang="es-ES_tradnl" dirty="0"/>
              <a:t> </a:t>
            </a:r>
            <a:r>
              <a:rPr lang="es-ES_tradnl" dirty="0" err="1"/>
              <a:t>example</a:t>
            </a:r>
            <a:endParaRPr lang="es-ES_tradnl" dirty="0"/>
          </a:p>
        </p:txBody>
      </p:sp>
      <p:sp>
        <p:nvSpPr>
          <p:cNvPr id="6" name="Text Placeholder 7"/>
          <p:cNvSpPr>
            <a:spLocks noGrp="1"/>
          </p:cNvSpPr>
          <p:nvPr>
            <p:ph type="body" sz="quarter" idx="11" hasCustomPrompt="1"/>
          </p:nvPr>
        </p:nvSpPr>
        <p:spPr>
          <a:xfrm>
            <a:off x="4778374" y="689252"/>
            <a:ext cx="3903663" cy="190376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accent3"/>
                </a:solidFill>
                <a:latin typeface="Lato Light"/>
                <a:cs typeface="Lato Light"/>
              </a:defRPr>
            </a:lvl1pPr>
          </a:lstStyle>
          <a:p>
            <a:pPr lvl="0"/>
            <a:r>
              <a:rPr lang="es-ES_tradnl" dirty="0" err="1"/>
              <a:t>Subtitle</a:t>
            </a:r>
            <a:r>
              <a:rPr lang="es-ES_tradnl" dirty="0"/>
              <a:t> </a:t>
            </a:r>
            <a:r>
              <a:rPr lang="es-ES_tradnl" dirty="0" err="1"/>
              <a:t>Example</a:t>
            </a:r>
            <a:endParaRPr lang="es-ES_tradnl" dirty="0"/>
          </a:p>
        </p:txBody>
      </p:sp>
      <p:sp>
        <p:nvSpPr>
          <p:cNvPr id="22" name="Picture Placeholder 2"/>
          <p:cNvSpPr>
            <a:spLocks noGrp="1"/>
          </p:cNvSpPr>
          <p:nvPr>
            <p:ph type="pic" sz="quarter" idx="48"/>
          </p:nvPr>
        </p:nvSpPr>
        <p:spPr>
          <a:xfrm>
            <a:off x="0" y="0"/>
            <a:ext cx="4356100" cy="5714999"/>
          </a:xfrm>
          <a:prstGeom prst="rect">
            <a:avLst/>
          </a:prstGeom>
          <a:effectLst/>
        </p:spPr>
        <p:txBody>
          <a:bodyPr vert="horz" lIns="95057" tIns="47529" rIns="95057" bIns="47529"/>
          <a:lstStyle>
            <a:lvl1pPr marL="0" indent="0" algn="ctr">
              <a:buNone/>
              <a:defRPr sz="900">
                <a:solidFill>
                  <a:srgbClr val="7F7F7F"/>
                </a:solidFill>
                <a:latin typeface="Lato Regular"/>
                <a:cs typeface="Lato Regular"/>
              </a:defRPr>
            </a:lvl1pPr>
          </a:lstStyle>
          <a:p>
            <a:endParaRPr lang="en-US" dirty="0"/>
          </a:p>
        </p:txBody>
      </p:sp>
      <p:sp>
        <p:nvSpPr>
          <p:cNvPr id="12" name="Text Placeholder 7"/>
          <p:cNvSpPr>
            <a:spLocks noGrp="1"/>
          </p:cNvSpPr>
          <p:nvPr>
            <p:ph type="body" sz="quarter" idx="40" hasCustomPrompt="1"/>
          </p:nvPr>
        </p:nvSpPr>
        <p:spPr>
          <a:xfrm>
            <a:off x="4763028" y="1223131"/>
            <a:ext cx="3925015" cy="359817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00" b="1">
                <a:solidFill>
                  <a:schemeClr val="tx1">
                    <a:lumMod val="75000"/>
                    <a:lumOff val="25000"/>
                  </a:schemeClr>
                </a:solidFill>
                <a:latin typeface="Lato Light"/>
                <a:cs typeface="Lato Light"/>
              </a:defRPr>
            </a:lvl1pPr>
          </a:lstStyle>
          <a:p>
            <a:pPr lvl="0"/>
            <a:r>
              <a:rPr lang="es-ES_tradnl" dirty="0" err="1"/>
              <a:t>Title</a:t>
            </a:r>
            <a:r>
              <a:rPr lang="es-ES_tradnl" dirty="0"/>
              <a:t> </a:t>
            </a:r>
            <a:r>
              <a:rPr lang="es-ES_tradnl" dirty="0" err="1"/>
              <a:t>example</a:t>
            </a:r>
            <a:r>
              <a:rPr lang="es-ES_tradnl" dirty="0"/>
              <a:t> </a:t>
            </a:r>
            <a:r>
              <a:rPr lang="es-ES_tradnl" dirty="0" err="1"/>
              <a:t>here</a:t>
            </a:r>
            <a:endParaRPr lang="es-ES_tradnl" dirty="0"/>
          </a:p>
        </p:txBody>
      </p:sp>
      <p:sp>
        <p:nvSpPr>
          <p:cNvPr id="13" name="Text Placeholder 7"/>
          <p:cNvSpPr>
            <a:spLocks noGrp="1"/>
          </p:cNvSpPr>
          <p:nvPr>
            <p:ph type="body" sz="quarter" idx="41" hasCustomPrompt="1"/>
          </p:nvPr>
        </p:nvSpPr>
        <p:spPr>
          <a:xfrm>
            <a:off x="4763028" y="1624963"/>
            <a:ext cx="3925017" cy="190376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accent3"/>
                </a:solidFill>
                <a:latin typeface="Lato Light"/>
                <a:cs typeface="Lato Light"/>
              </a:defRPr>
            </a:lvl1pPr>
          </a:lstStyle>
          <a:p>
            <a:pPr lvl="0"/>
            <a:r>
              <a:rPr lang="es-ES_tradnl" dirty="0" err="1"/>
              <a:t>Subtitle</a:t>
            </a:r>
            <a:r>
              <a:rPr lang="es-ES_tradnl" dirty="0"/>
              <a:t> </a:t>
            </a:r>
            <a:r>
              <a:rPr lang="es-ES_tradnl" dirty="0" err="1"/>
              <a:t>Example</a:t>
            </a:r>
            <a:r>
              <a:rPr lang="es-ES_tradnl" dirty="0"/>
              <a:t> </a:t>
            </a:r>
            <a:r>
              <a:rPr lang="es-ES_tradnl" dirty="0" err="1"/>
              <a:t>Here</a:t>
            </a:r>
            <a:endParaRPr lang="es-ES_tradnl" dirty="0"/>
          </a:p>
        </p:txBody>
      </p:sp>
      <p:sp>
        <p:nvSpPr>
          <p:cNvPr id="14" name="Text Placeholder 2"/>
          <p:cNvSpPr>
            <a:spLocks noGrp="1"/>
          </p:cNvSpPr>
          <p:nvPr>
            <p:ph type="body" sz="quarter" idx="42" hasCustomPrompt="1"/>
          </p:nvPr>
        </p:nvSpPr>
        <p:spPr>
          <a:xfrm>
            <a:off x="4778374" y="1900775"/>
            <a:ext cx="3903663" cy="1793567"/>
          </a:xfrm>
          <a:prstGeom prst="rect">
            <a:avLst/>
          </a:prstGeom>
        </p:spPr>
        <p:txBody>
          <a:bodyPr vert="horz" lIns="0" tIns="0" rIns="0" bIns="0"/>
          <a:lstStyle>
            <a:lvl1pPr marL="0" marR="0" indent="0" algn="just" defTabSz="405037" rtl="0" eaLnBrk="1" fontAlgn="auto" latinLnBrk="0" hangingPunct="1">
              <a:lnSpc>
                <a:spcPct val="13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900">
                <a:solidFill>
                  <a:schemeClr val="tx1">
                    <a:lumMod val="50000"/>
                    <a:lumOff val="50000"/>
                  </a:schemeClr>
                </a:solidFill>
                <a:latin typeface="Lato Regular"/>
                <a:cs typeface="Lato Regular"/>
              </a:defRPr>
            </a:lvl1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tortor</a:t>
            </a:r>
            <a:r>
              <a:rPr lang="en-US" dirty="0"/>
              <a:t>, </a:t>
            </a:r>
            <a:r>
              <a:rPr lang="en-US" dirty="0" err="1"/>
              <a:t>mattis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dapibus</a:t>
            </a:r>
            <a:r>
              <a:rPr lang="en-US" dirty="0"/>
              <a:t> vitae, </a:t>
            </a:r>
            <a:r>
              <a:rPr lang="en-US" dirty="0" err="1"/>
              <a:t>euismod</a:t>
            </a:r>
            <a:r>
              <a:rPr lang="en-US" dirty="0"/>
              <a:t>  </a:t>
            </a:r>
            <a:r>
              <a:rPr lang="en-US" dirty="0" err="1"/>
              <a:t>purus</a:t>
            </a:r>
            <a:r>
              <a:rPr lang="en-US" dirty="0"/>
              <a:t>. Maecenas </a:t>
            </a:r>
            <a:r>
              <a:rPr lang="en-US" dirty="0" err="1"/>
              <a:t>ut</a:t>
            </a:r>
            <a:r>
              <a:rPr lang="en-US" dirty="0"/>
              <a:t> lacus </a:t>
            </a:r>
            <a:r>
              <a:rPr lang="en-US" dirty="0" err="1"/>
              <a:t>nec</a:t>
            </a:r>
            <a:r>
              <a:rPr lang="en-US" dirty="0"/>
              <a:t> </a:t>
            </a:r>
            <a:r>
              <a:rPr lang="en-US" dirty="0" err="1"/>
              <a:t>mauris</a:t>
            </a:r>
            <a:r>
              <a:rPr lang="en-US" dirty="0"/>
              <a:t> </a:t>
            </a:r>
            <a:r>
              <a:rPr lang="en-US" dirty="0" err="1"/>
              <a:t>feugiat</a:t>
            </a:r>
            <a:r>
              <a:rPr lang="en-US" dirty="0"/>
              <a:t> </a:t>
            </a:r>
            <a:r>
              <a:rPr lang="en-US" dirty="0" err="1"/>
              <a:t>tristique</a:t>
            </a:r>
            <a:r>
              <a:rPr lang="en-US" dirty="0"/>
              <a:t> et in </a:t>
            </a:r>
            <a:r>
              <a:rPr lang="en-US" dirty="0" err="1"/>
              <a:t>metus</a:t>
            </a:r>
            <a:r>
              <a:rPr lang="en-US" dirty="0"/>
              <a:t>. </a:t>
            </a:r>
          </a:p>
          <a:p>
            <a:pPr lvl="0"/>
            <a:endParaRPr lang="en-US" dirty="0"/>
          </a:p>
          <a:p>
            <a:pPr lvl="0"/>
            <a:r>
              <a:rPr lang="en-US" dirty="0" err="1"/>
              <a:t>Duis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 </a:t>
            </a:r>
            <a:r>
              <a:rPr lang="en-US" dirty="0" err="1"/>
              <a:t>eros</a:t>
            </a:r>
            <a:r>
              <a:rPr lang="en-US" dirty="0"/>
              <a:t> </a:t>
            </a:r>
            <a:r>
              <a:rPr lang="en-US" dirty="0" err="1"/>
              <a:t>vel</a:t>
            </a:r>
            <a:r>
              <a:rPr lang="en-US" dirty="0"/>
              <a:t> </a:t>
            </a:r>
            <a:r>
              <a:rPr lang="en-US" dirty="0" err="1"/>
              <a:t>lectus</a:t>
            </a:r>
            <a:r>
              <a:rPr lang="en-US" dirty="0"/>
              <a:t> semper semper. </a:t>
            </a:r>
            <a:r>
              <a:rPr lang="en-US" dirty="0" err="1"/>
              <a:t>Nullam</a:t>
            </a:r>
            <a:r>
              <a:rPr lang="en-US" dirty="0"/>
              <a:t> </a:t>
            </a:r>
            <a:r>
              <a:rPr lang="en-US" dirty="0" err="1"/>
              <a:t>fus</a:t>
            </a:r>
            <a:r>
              <a:rPr lang="en-US" dirty="0"/>
              <a:t> </a:t>
            </a:r>
            <a:r>
              <a:rPr lang="en-US" dirty="0" err="1"/>
              <a:t>nisl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ligula </a:t>
            </a:r>
            <a:r>
              <a:rPr lang="en-US" dirty="0" err="1"/>
              <a:t>vestibulum</a:t>
            </a:r>
            <a:r>
              <a:rPr lang="en-US" dirty="0"/>
              <a:t>, </a:t>
            </a:r>
            <a:r>
              <a:rPr lang="en-US" dirty="0" err="1"/>
              <a:t>ut</a:t>
            </a:r>
            <a:r>
              <a:rPr lang="en-US" dirty="0"/>
              <a:t> semper ex </a:t>
            </a:r>
            <a:r>
              <a:rPr lang="en-US" dirty="0" err="1"/>
              <a:t>suscipit</a:t>
            </a:r>
            <a:r>
              <a:rPr lang="en-US" dirty="0"/>
              <a:t> </a:t>
            </a:r>
            <a:r>
              <a:rPr lang="en-US" dirty="0" err="1"/>
              <a:t>fringillascipit</a:t>
            </a:r>
            <a:r>
              <a:rPr lang="en-US" dirty="0"/>
              <a:t> </a:t>
            </a:r>
            <a:r>
              <a:rPr lang="en-US" dirty="0" err="1"/>
              <a:t>cursus</a:t>
            </a:r>
            <a:r>
              <a:rPr lang="en-US" dirty="0"/>
              <a:t>. </a:t>
            </a:r>
            <a:r>
              <a:rPr lang="en-US" dirty="0" err="1"/>
              <a:t>Aenean</a:t>
            </a:r>
            <a:r>
              <a:rPr lang="en-US" dirty="0"/>
              <a:t> </a:t>
            </a:r>
            <a:r>
              <a:rPr lang="en-US" dirty="0" err="1"/>
              <a:t>accumsan</a:t>
            </a:r>
            <a:r>
              <a:rPr lang="en-US" dirty="0"/>
              <a:t> </a:t>
            </a:r>
            <a:r>
              <a:rPr lang="en-US" dirty="0" err="1"/>
              <a:t>malesuada</a:t>
            </a:r>
            <a:r>
              <a:rPr lang="en-US" dirty="0"/>
              <a:t> </a:t>
            </a:r>
            <a:r>
              <a:rPr lang="en-US" dirty="0" err="1"/>
              <a:t>hendrerit</a:t>
            </a:r>
            <a:r>
              <a:rPr lang="en-US" dirty="0"/>
              <a:t>. </a:t>
            </a:r>
            <a:r>
              <a:rPr lang="en-US" dirty="0" err="1"/>
              <a:t>Morbi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dolor ante. </a:t>
            </a:r>
            <a:r>
              <a:rPr lang="en-US" dirty="0" err="1"/>
              <a:t>Duis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viverra</a:t>
            </a:r>
            <a:r>
              <a:rPr lang="en-US" dirty="0"/>
              <a:t> </a:t>
            </a:r>
            <a:r>
              <a:rPr lang="en-US" dirty="0" err="1"/>
              <a:t>urna</a:t>
            </a:r>
            <a:r>
              <a:rPr lang="en-US" dirty="0"/>
              <a:t>, in </a:t>
            </a:r>
            <a:r>
              <a:rPr lang="en-US" dirty="0" err="1"/>
              <a:t>ultricies</a:t>
            </a:r>
            <a:r>
              <a:rPr lang="en-US" dirty="0"/>
              <a:t> diam. </a:t>
            </a:r>
          </a:p>
        </p:txBody>
      </p:sp>
      <p:sp>
        <p:nvSpPr>
          <p:cNvPr id="15" name="Text Placeholder 2"/>
          <p:cNvSpPr>
            <a:spLocks noGrp="1"/>
          </p:cNvSpPr>
          <p:nvPr>
            <p:ph type="body" sz="quarter" idx="64" hasCustomPrompt="1"/>
          </p:nvPr>
        </p:nvSpPr>
        <p:spPr>
          <a:xfrm>
            <a:off x="4778373" y="4523255"/>
            <a:ext cx="3903663" cy="701161"/>
          </a:xfrm>
          <a:prstGeom prst="rect">
            <a:avLst/>
          </a:prstGeom>
        </p:spPr>
        <p:txBody>
          <a:bodyPr vert="horz" lIns="0" tIns="0" rIns="0" bIns="0"/>
          <a:lstStyle>
            <a:lvl1pPr marL="0" indent="0" algn="just">
              <a:lnSpc>
                <a:spcPct val="130000"/>
              </a:lnSpc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  <a:latin typeface="Lato Regular"/>
                <a:cs typeface="Lato Regular"/>
              </a:defRPr>
            </a:lvl1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</a:p>
        </p:txBody>
      </p:sp>
      <p:sp>
        <p:nvSpPr>
          <p:cNvPr id="17" name="Text Placeholder 7"/>
          <p:cNvSpPr>
            <a:spLocks noGrp="1"/>
          </p:cNvSpPr>
          <p:nvPr>
            <p:ph type="body" sz="quarter" idx="18" hasCustomPrompt="1"/>
          </p:nvPr>
        </p:nvSpPr>
        <p:spPr>
          <a:xfrm>
            <a:off x="4778373" y="3974582"/>
            <a:ext cx="3903663" cy="287817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000" b="1" baseline="0">
                <a:solidFill>
                  <a:schemeClr val="tx1">
                    <a:lumMod val="50000"/>
                    <a:lumOff val="50000"/>
                  </a:schemeClr>
                </a:solidFill>
                <a:latin typeface="Lato Regular"/>
                <a:cs typeface="Lato Regular"/>
              </a:defRPr>
            </a:lvl1pPr>
          </a:lstStyle>
          <a:p>
            <a:pPr lvl="0"/>
            <a:r>
              <a:rPr lang="es-ES_tradnl" dirty="0"/>
              <a:t>RESULT 1</a:t>
            </a:r>
          </a:p>
        </p:txBody>
      </p:sp>
      <p:sp>
        <p:nvSpPr>
          <p:cNvPr id="24" name="Text Placeholder 7"/>
          <p:cNvSpPr>
            <a:spLocks noGrp="1"/>
          </p:cNvSpPr>
          <p:nvPr>
            <p:ph type="body" sz="quarter" idx="65" hasCustomPrompt="1"/>
          </p:nvPr>
        </p:nvSpPr>
        <p:spPr>
          <a:xfrm>
            <a:off x="4778373" y="4317574"/>
            <a:ext cx="3903663" cy="190376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accent3"/>
                </a:solidFill>
                <a:latin typeface="Lato Light"/>
                <a:cs typeface="Lato Light"/>
              </a:defRPr>
            </a:lvl1pPr>
          </a:lstStyle>
          <a:p>
            <a:pPr lvl="0"/>
            <a:r>
              <a:rPr lang="es-ES_tradnl" dirty="0" err="1"/>
              <a:t>Subtitle</a:t>
            </a:r>
            <a:r>
              <a:rPr lang="es-ES_tradnl" dirty="0"/>
              <a:t> </a:t>
            </a:r>
            <a:r>
              <a:rPr lang="es-ES_tradnl" dirty="0" err="1"/>
              <a:t>Example</a:t>
            </a:r>
            <a:endParaRPr lang="es-ES_tradnl" dirty="0"/>
          </a:p>
        </p:txBody>
      </p:sp>
    </p:spTree>
    <p:extLst>
      <p:ext uri="{BB962C8B-B14F-4D97-AF65-F5344CB8AC3E}">
        <p14:creationId xmlns:p14="http://schemas.microsoft.com/office/powerpoint/2010/main" val="8593765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4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4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4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400" fill="hold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400" fill="hold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400"/>
                        <p:tgtEl>
                          <p:spTgt spid="8"/>
                        </p:tgtEl>
                      </p:cBhvr>
                    </p:animEffect>
                    <p:anim calcmode="lin" valueType="num">
                      <p:cBhvr>
                        <p:cTn dur="400" fill="hold"/>
                        <p:tgtEl>
                          <p:spTgt spid="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400" fill="hold"/>
                        <p:tgtEl>
                          <p:spTgt spid="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6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6"/>
                        </p:tgtEl>
                      </p:cBhvr>
                    </p:animEffect>
                    <p:anim calcmode="lin" valueType="num">
                      <p:cBhvr>
                        <p:cTn dur="500" fill="hold"/>
                        <p:tgtEl>
                          <p:spTgt spid="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2" grpId="0"/>
      <p:bldP spid="12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400"/>
                        <p:tgtEl>
                          <p:spTgt spid="12"/>
                        </p:tgtEl>
                      </p:cBhvr>
                    </p:animEffect>
                    <p:anim calcmode="lin" valueType="num">
                      <p:cBhvr>
                        <p:cTn dur="400" fill="hold"/>
                        <p:tgtEl>
                          <p:spTgt spid="1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400" fill="hold"/>
                        <p:tgtEl>
                          <p:spTgt spid="1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3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3"/>
                        </p:tgtEl>
                      </p:cBhvr>
                    </p:animEffect>
                    <p:anim calcmode="lin" valueType="num">
                      <p:cBhvr>
                        <p:cTn dur="500" fill="hold"/>
                        <p:tgtEl>
                          <p:spTgt spid="1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1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4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8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5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8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7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400"/>
                        <p:tgtEl>
                          <p:spTgt spid="17"/>
                        </p:tgtEl>
                      </p:cBhvr>
                    </p:animEffect>
                    <p:anim calcmode="lin" valueType="num">
                      <p:cBhvr>
                        <p:cTn dur="400" fill="hold"/>
                        <p:tgtEl>
                          <p:spTgt spid="1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400" fill="hold"/>
                        <p:tgtEl>
                          <p:spTgt spid="1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4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4"/>
                        </p:tgtEl>
                      </p:cBhvr>
                    </p:animEffect>
                    <p:anim calcmode="lin" valueType="num">
                      <p:cBhvr>
                        <p:cTn dur="500" fill="hold"/>
                        <p:tgtEl>
                          <p:spTgt spid="24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24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images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/>
          <p:cNvSpPr>
            <a:spLocks noGrp="1"/>
          </p:cNvSpPr>
          <p:nvPr>
            <p:ph type="body" sz="quarter" idx="10" hasCustomPrompt="1"/>
          </p:nvPr>
        </p:nvSpPr>
        <p:spPr>
          <a:xfrm>
            <a:off x="452438" y="270483"/>
            <a:ext cx="8229600" cy="359817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500" b="1">
                <a:solidFill>
                  <a:schemeClr val="tx1">
                    <a:lumMod val="75000"/>
                    <a:lumOff val="25000"/>
                  </a:schemeClr>
                </a:solidFill>
                <a:latin typeface="Lato Light"/>
                <a:cs typeface="Lato Light"/>
              </a:defRPr>
            </a:lvl1pPr>
          </a:lstStyle>
          <a:p>
            <a:pPr lvl="0"/>
            <a:r>
              <a:rPr lang="es-ES_tradnl" dirty="0"/>
              <a:t>Text </a:t>
            </a:r>
            <a:r>
              <a:rPr lang="es-ES_tradnl" dirty="0" err="1"/>
              <a:t>slide</a:t>
            </a:r>
            <a:r>
              <a:rPr lang="es-ES_tradnl" dirty="0"/>
              <a:t> </a:t>
            </a:r>
            <a:r>
              <a:rPr lang="es-ES_tradnl" dirty="0" err="1"/>
              <a:t>example</a:t>
            </a:r>
            <a:endParaRPr lang="es-ES_tradnl" dirty="0"/>
          </a:p>
        </p:txBody>
      </p:sp>
      <p:sp>
        <p:nvSpPr>
          <p:cNvPr id="6" name="Text Placeholder 7"/>
          <p:cNvSpPr>
            <a:spLocks noGrp="1"/>
          </p:cNvSpPr>
          <p:nvPr>
            <p:ph type="body" sz="quarter" idx="11" hasCustomPrompt="1"/>
          </p:nvPr>
        </p:nvSpPr>
        <p:spPr>
          <a:xfrm>
            <a:off x="452438" y="689252"/>
            <a:ext cx="8229600" cy="190376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accent3"/>
                </a:solidFill>
                <a:latin typeface="Lato Light"/>
                <a:cs typeface="Lato Light"/>
              </a:defRPr>
            </a:lvl1pPr>
          </a:lstStyle>
          <a:p>
            <a:pPr lvl="0"/>
            <a:r>
              <a:rPr lang="es-ES_tradnl" dirty="0" err="1"/>
              <a:t>Subtitle</a:t>
            </a:r>
            <a:r>
              <a:rPr lang="es-ES_tradnl" dirty="0"/>
              <a:t> </a:t>
            </a:r>
            <a:r>
              <a:rPr lang="es-ES_tradnl" dirty="0" err="1"/>
              <a:t>Example</a:t>
            </a:r>
            <a:endParaRPr lang="es-ES_tradnl" dirty="0"/>
          </a:p>
        </p:txBody>
      </p:sp>
      <p:sp>
        <p:nvSpPr>
          <p:cNvPr id="22" name="Picture Placeholder 2"/>
          <p:cNvSpPr>
            <a:spLocks noGrp="1"/>
          </p:cNvSpPr>
          <p:nvPr>
            <p:ph type="pic" sz="quarter" idx="48"/>
          </p:nvPr>
        </p:nvSpPr>
        <p:spPr>
          <a:xfrm>
            <a:off x="452438" y="1151469"/>
            <a:ext cx="3903662" cy="3433231"/>
          </a:xfrm>
          <a:prstGeom prst="rect">
            <a:avLst/>
          </a:prstGeom>
          <a:effectLst/>
        </p:spPr>
        <p:txBody>
          <a:bodyPr vert="horz" lIns="95057" tIns="47529" rIns="95057" bIns="47529"/>
          <a:lstStyle>
            <a:lvl1pPr marL="0" indent="0" algn="ctr">
              <a:buNone/>
              <a:defRPr sz="900">
                <a:solidFill>
                  <a:srgbClr val="7F7F7F"/>
                </a:solidFill>
                <a:latin typeface="Lato Regular"/>
                <a:cs typeface="Lato Regular"/>
              </a:defRPr>
            </a:lvl1pPr>
          </a:lstStyle>
          <a:p>
            <a:endParaRPr lang="en-US" dirty="0"/>
          </a:p>
        </p:txBody>
      </p:sp>
      <p:sp>
        <p:nvSpPr>
          <p:cNvPr id="23" name="Rectangle 22"/>
          <p:cNvSpPr/>
          <p:nvPr userDrawn="1"/>
        </p:nvSpPr>
        <p:spPr>
          <a:xfrm>
            <a:off x="452437" y="4584700"/>
            <a:ext cx="3903663" cy="889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Text Placeholder 7"/>
          <p:cNvSpPr>
            <a:spLocks noGrp="1"/>
          </p:cNvSpPr>
          <p:nvPr>
            <p:ph type="body" sz="quarter" idx="65" hasCustomPrompt="1"/>
          </p:nvPr>
        </p:nvSpPr>
        <p:spPr>
          <a:xfrm>
            <a:off x="588962" y="4666305"/>
            <a:ext cx="3652838" cy="215999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 b="0">
                <a:solidFill>
                  <a:schemeClr val="bg1"/>
                </a:solidFill>
                <a:latin typeface="Lato Light"/>
                <a:cs typeface="Lato Light"/>
              </a:defRPr>
            </a:lvl1pPr>
          </a:lstStyle>
          <a:p>
            <a:pPr lvl="0"/>
            <a:r>
              <a:rPr lang="es-ES_tradnl" dirty="0" err="1"/>
              <a:t>Subtitle</a:t>
            </a:r>
            <a:r>
              <a:rPr lang="es-ES_tradnl" dirty="0"/>
              <a:t> </a:t>
            </a:r>
            <a:r>
              <a:rPr lang="es-ES_tradnl" dirty="0" err="1"/>
              <a:t>Example</a:t>
            </a:r>
            <a:endParaRPr lang="es-ES_tradnl" dirty="0"/>
          </a:p>
        </p:txBody>
      </p:sp>
      <p:sp>
        <p:nvSpPr>
          <p:cNvPr id="16" name="Text Placeholder 2"/>
          <p:cNvSpPr>
            <a:spLocks noGrp="1"/>
          </p:cNvSpPr>
          <p:nvPr>
            <p:ph type="body" sz="quarter" idx="64" hasCustomPrompt="1"/>
          </p:nvPr>
        </p:nvSpPr>
        <p:spPr>
          <a:xfrm>
            <a:off x="588962" y="4911957"/>
            <a:ext cx="3652838" cy="510944"/>
          </a:xfrm>
          <a:prstGeom prst="rect">
            <a:avLst/>
          </a:prstGeom>
        </p:spPr>
        <p:txBody>
          <a:bodyPr vert="horz" lIns="0" tIns="0" rIns="0" bIns="0"/>
          <a:lstStyle>
            <a:lvl1pPr marL="0" indent="0" algn="just">
              <a:lnSpc>
                <a:spcPct val="130000"/>
              </a:lnSpc>
              <a:buNone/>
              <a:defRPr sz="900">
                <a:solidFill>
                  <a:schemeClr val="bg1"/>
                </a:solidFill>
                <a:latin typeface="Lato Regular"/>
                <a:cs typeface="Lato Regular"/>
              </a:defRPr>
            </a:lvl1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</a:p>
        </p:txBody>
      </p:sp>
      <p:sp>
        <p:nvSpPr>
          <p:cNvPr id="18" name="Picture Placeholder 2"/>
          <p:cNvSpPr>
            <a:spLocks noGrp="1"/>
          </p:cNvSpPr>
          <p:nvPr>
            <p:ph type="pic" sz="quarter" idx="66"/>
          </p:nvPr>
        </p:nvSpPr>
        <p:spPr>
          <a:xfrm>
            <a:off x="4778376" y="1151469"/>
            <a:ext cx="3903662" cy="3433231"/>
          </a:xfrm>
          <a:prstGeom prst="rect">
            <a:avLst/>
          </a:prstGeom>
          <a:effectLst/>
        </p:spPr>
        <p:txBody>
          <a:bodyPr vert="horz" lIns="95057" tIns="47529" rIns="95057" bIns="47529"/>
          <a:lstStyle>
            <a:lvl1pPr marL="0" indent="0" algn="ctr">
              <a:buNone/>
              <a:defRPr sz="900">
                <a:solidFill>
                  <a:srgbClr val="7F7F7F"/>
                </a:solidFill>
                <a:latin typeface="Lato Regular"/>
                <a:cs typeface="Lato Regular"/>
              </a:defRPr>
            </a:lvl1pPr>
          </a:lstStyle>
          <a:p>
            <a:endParaRPr lang="en-US" dirty="0"/>
          </a:p>
        </p:txBody>
      </p:sp>
      <p:sp>
        <p:nvSpPr>
          <p:cNvPr id="19" name="Rectangle 18"/>
          <p:cNvSpPr/>
          <p:nvPr userDrawn="1"/>
        </p:nvSpPr>
        <p:spPr>
          <a:xfrm>
            <a:off x="4778375" y="4584700"/>
            <a:ext cx="3903663" cy="88900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 Placeholder 7"/>
          <p:cNvSpPr>
            <a:spLocks noGrp="1"/>
          </p:cNvSpPr>
          <p:nvPr>
            <p:ph type="body" sz="quarter" idx="67" hasCustomPrompt="1"/>
          </p:nvPr>
        </p:nvSpPr>
        <p:spPr>
          <a:xfrm>
            <a:off x="4914900" y="4666305"/>
            <a:ext cx="3652838" cy="215999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 b="0">
                <a:solidFill>
                  <a:schemeClr val="bg1"/>
                </a:solidFill>
                <a:latin typeface="Lato Light"/>
                <a:cs typeface="Lato Light"/>
              </a:defRPr>
            </a:lvl1pPr>
          </a:lstStyle>
          <a:p>
            <a:pPr lvl="0"/>
            <a:r>
              <a:rPr lang="es-ES_tradnl" dirty="0" err="1"/>
              <a:t>Subtitle</a:t>
            </a:r>
            <a:r>
              <a:rPr lang="es-ES_tradnl" dirty="0"/>
              <a:t> </a:t>
            </a:r>
            <a:r>
              <a:rPr lang="es-ES_tradnl" dirty="0" err="1"/>
              <a:t>Example</a:t>
            </a:r>
            <a:endParaRPr lang="es-ES_tradnl" dirty="0"/>
          </a:p>
        </p:txBody>
      </p:sp>
      <p:sp>
        <p:nvSpPr>
          <p:cNvPr id="21" name="Text Placeholder 2"/>
          <p:cNvSpPr>
            <a:spLocks noGrp="1"/>
          </p:cNvSpPr>
          <p:nvPr>
            <p:ph type="body" sz="quarter" idx="68" hasCustomPrompt="1"/>
          </p:nvPr>
        </p:nvSpPr>
        <p:spPr>
          <a:xfrm>
            <a:off x="4914900" y="4911957"/>
            <a:ext cx="3652838" cy="510944"/>
          </a:xfrm>
          <a:prstGeom prst="rect">
            <a:avLst/>
          </a:prstGeom>
        </p:spPr>
        <p:txBody>
          <a:bodyPr vert="horz" lIns="0" tIns="0" rIns="0" bIns="0"/>
          <a:lstStyle>
            <a:lvl1pPr marL="0" indent="0" algn="just">
              <a:lnSpc>
                <a:spcPct val="130000"/>
              </a:lnSpc>
              <a:buNone/>
              <a:defRPr sz="900">
                <a:solidFill>
                  <a:schemeClr val="bg1"/>
                </a:solidFill>
                <a:latin typeface="Lato Regular"/>
                <a:cs typeface="Lato Regular"/>
              </a:defRPr>
            </a:lvl1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33173020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4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8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53" presetClass="entr" presetSubtype="16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3600"/>
                            </p:stCondLst>
                            <p:childTnLst>
                              <p:par>
                                <p:cTn id="3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400"/>
                        <p:tgtEl>
                          <p:spTgt spid="8"/>
                        </p:tgtEl>
                      </p:cBhvr>
                    </p:animEffect>
                    <p:anim calcmode="lin" valueType="num">
                      <p:cBhvr>
                        <p:cTn dur="400" fill="hold"/>
                        <p:tgtEl>
                          <p:spTgt spid="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400" fill="hold"/>
                        <p:tgtEl>
                          <p:spTgt spid="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6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6"/>
                        </p:tgtEl>
                      </p:cBhvr>
                    </p:animEffect>
                    <p:anim calcmode="lin" valueType="num">
                      <p:cBhvr>
                        <p:cTn dur="500" fill="hold"/>
                        <p:tgtEl>
                          <p:spTgt spid="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2" grpId="0"/>
      <p:bldP spid="23" grpId="0" animBg="1"/>
      <p:bldP spid="40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0"/>
                        </p:tgtEl>
                      </p:cBhvr>
                    </p:animEffect>
                    <p:anim calcmode="lin" valueType="num">
                      <p:cBhvr>
                        <p:cTn dur="500" fill="hold"/>
                        <p:tgtEl>
                          <p:spTgt spid="40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40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6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8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8" grpId="0"/>
      <p:bldP spid="19" grpId="0" animBg="1"/>
      <p:bldP spid="20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0"/>
                        </p:tgtEl>
                      </p:cBhvr>
                    </p:animEffect>
                    <p:anim calcmode="lin" valueType="num">
                      <p:cBhvr>
                        <p:cTn dur="500" fill="hold"/>
                        <p:tgtEl>
                          <p:spTgt spid="20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20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1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8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1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images with resul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/>
          <p:cNvSpPr>
            <a:spLocks noGrp="1"/>
          </p:cNvSpPr>
          <p:nvPr>
            <p:ph type="body" sz="quarter" idx="10" hasCustomPrompt="1"/>
          </p:nvPr>
        </p:nvSpPr>
        <p:spPr>
          <a:xfrm>
            <a:off x="452438" y="270483"/>
            <a:ext cx="8229600" cy="359817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500" b="1">
                <a:solidFill>
                  <a:schemeClr val="tx1">
                    <a:lumMod val="75000"/>
                    <a:lumOff val="25000"/>
                  </a:schemeClr>
                </a:solidFill>
                <a:latin typeface="Lato Light"/>
                <a:cs typeface="Lato Light"/>
              </a:defRPr>
            </a:lvl1pPr>
          </a:lstStyle>
          <a:p>
            <a:pPr lvl="0"/>
            <a:r>
              <a:rPr lang="es-ES_tradnl" dirty="0"/>
              <a:t>Text </a:t>
            </a:r>
            <a:r>
              <a:rPr lang="es-ES_tradnl" dirty="0" err="1"/>
              <a:t>slide</a:t>
            </a:r>
            <a:r>
              <a:rPr lang="es-ES_tradnl" dirty="0"/>
              <a:t> </a:t>
            </a:r>
            <a:r>
              <a:rPr lang="es-ES_tradnl" dirty="0" err="1"/>
              <a:t>example</a:t>
            </a:r>
            <a:endParaRPr lang="es-ES_tradnl" dirty="0"/>
          </a:p>
        </p:txBody>
      </p:sp>
      <p:sp>
        <p:nvSpPr>
          <p:cNvPr id="6" name="Text Placeholder 7"/>
          <p:cNvSpPr>
            <a:spLocks noGrp="1"/>
          </p:cNvSpPr>
          <p:nvPr>
            <p:ph type="body" sz="quarter" idx="11" hasCustomPrompt="1"/>
          </p:nvPr>
        </p:nvSpPr>
        <p:spPr>
          <a:xfrm>
            <a:off x="452438" y="689252"/>
            <a:ext cx="8229600" cy="190376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accent3"/>
                </a:solidFill>
                <a:latin typeface="Lato Light"/>
                <a:cs typeface="Lato Light"/>
              </a:defRPr>
            </a:lvl1pPr>
          </a:lstStyle>
          <a:p>
            <a:pPr lvl="0"/>
            <a:r>
              <a:rPr lang="es-ES_tradnl" dirty="0" err="1"/>
              <a:t>Subtitle</a:t>
            </a:r>
            <a:r>
              <a:rPr lang="es-ES_tradnl" dirty="0"/>
              <a:t> </a:t>
            </a:r>
            <a:r>
              <a:rPr lang="es-ES_tradnl" dirty="0" err="1"/>
              <a:t>Example</a:t>
            </a:r>
            <a:endParaRPr lang="es-ES_tradnl" dirty="0"/>
          </a:p>
        </p:txBody>
      </p:sp>
      <p:sp>
        <p:nvSpPr>
          <p:cNvPr id="25" name="Picture Placeholder 2"/>
          <p:cNvSpPr>
            <a:spLocks noGrp="1"/>
          </p:cNvSpPr>
          <p:nvPr>
            <p:ph type="pic" sz="quarter" idx="48"/>
          </p:nvPr>
        </p:nvSpPr>
        <p:spPr>
          <a:xfrm>
            <a:off x="452437" y="1253067"/>
            <a:ext cx="2397131" cy="2455333"/>
          </a:xfrm>
          <a:prstGeom prst="rect">
            <a:avLst/>
          </a:prstGeom>
          <a:effectLst/>
        </p:spPr>
        <p:txBody>
          <a:bodyPr vert="horz" lIns="95057" tIns="47529" rIns="95057" bIns="47529"/>
          <a:lstStyle>
            <a:lvl1pPr marL="0" indent="0" algn="ctr">
              <a:buNone/>
              <a:defRPr sz="900">
                <a:solidFill>
                  <a:srgbClr val="7F7F7F"/>
                </a:solidFill>
                <a:latin typeface="Lato Regular"/>
                <a:cs typeface="Lato Regular"/>
              </a:defRPr>
            </a:lvl1pPr>
          </a:lstStyle>
          <a:p>
            <a:endParaRPr lang="en-US" dirty="0"/>
          </a:p>
        </p:txBody>
      </p:sp>
      <p:sp>
        <p:nvSpPr>
          <p:cNvPr id="55" name="Rectangle 54"/>
          <p:cNvSpPr/>
          <p:nvPr userDrawn="1"/>
        </p:nvSpPr>
        <p:spPr>
          <a:xfrm>
            <a:off x="452438" y="3708401"/>
            <a:ext cx="2397130" cy="1016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Picture Placeholder 2"/>
          <p:cNvSpPr>
            <a:spLocks noGrp="1"/>
          </p:cNvSpPr>
          <p:nvPr>
            <p:ph type="pic" sz="quarter" idx="74"/>
          </p:nvPr>
        </p:nvSpPr>
        <p:spPr>
          <a:xfrm>
            <a:off x="3381900" y="1253067"/>
            <a:ext cx="2397131" cy="2455333"/>
          </a:xfrm>
          <a:prstGeom prst="rect">
            <a:avLst/>
          </a:prstGeom>
          <a:effectLst/>
        </p:spPr>
        <p:txBody>
          <a:bodyPr vert="horz" lIns="95057" tIns="47529" rIns="95057" bIns="47529"/>
          <a:lstStyle>
            <a:lvl1pPr marL="0" indent="0" algn="ctr">
              <a:buNone/>
              <a:defRPr sz="900">
                <a:solidFill>
                  <a:srgbClr val="7F7F7F"/>
                </a:solidFill>
                <a:latin typeface="Lato Regular"/>
                <a:cs typeface="Lato Regular"/>
              </a:defRPr>
            </a:lvl1pPr>
          </a:lstStyle>
          <a:p>
            <a:endParaRPr lang="en-US" dirty="0"/>
          </a:p>
        </p:txBody>
      </p:sp>
      <p:sp>
        <p:nvSpPr>
          <p:cNvPr id="68" name="Rectangle 67"/>
          <p:cNvSpPr/>
          <p:nvPr userDrawn="1"/>
        </p:nvSpPr>
        <p:spPr>
          <a:xfrm>
            <a:off x="3381900" y="3708401"/>
            <a:ext cx="2397130" cy="10160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Text Placeholder 2"/>
          <p:cNvSpPr>
            <a:spLocks noGrp="1"/>
          </p:cNvSpPr>
          <p:nvPr>
            <p:ph type="body" sz="quarter" idx="64" hasCustomPrompt="1"/>
          </p:nvPr>
        </p:nvSpPr>
        <p:spPr>
          <a:xfrm>
            <a:off x="972610" y="4598991"/>
            <a:ext cx="1876959" cy="701161"/>
          </a:xfrm>
          <a:prstGeom prst="rect">
            <a:avLst/>
          </a:prstGeom>
        </p:spPr>
        <p:txBody>
          <a:bodyPr vert="horz" lIns="0" tIns="0" rIns="0" bIns="0"/>
          <a:lstStyle>
            <a:lvl1pPr marL="0" indent="0" algn="just">
              <a:lnSpc>
                <a:spcPct val="130000"/>
              </a:lnSpc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  <a:latin typeface="Lato Regular"/>
                <a:cs typeface="Lato Regular"/>
              </a:defRPr>
            </a:lvl1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</a:p>
        </p:txBody>
      </p:sp>
      <p:sp>
        <p:nvSpPr>
          <p:cNvPr id="77" name="Text Placeholder 7"/>
          <p:cNvSpPr>
            <a:spLocks noGrp="1"/>
          </p:cNvSpPr>
          <p:nvPr>
            <p:ph type="body" sz="quarter" idx="18" hasCustomPrompt="1"/>
          </p:nvPr>
        </p:nvSpPr>
        <p:spPr>
          <a:xfrm>
            <a:off x="972610" y="4050318"/>
            <a:ext cx="1876959" cy="287817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000" b="1" baseline="0">
                <a:solidFill>
                  <a:schemeClr val="tx1">
                    <a:lumMod val="50000"/>
                    <a:lumOff val="50000"/>
                  </a:schemeClr>
                </a:solidFill>
                <a:latin typeface="Lato Regular"/>
                <a:cs typeface="Lato Regular"/>
              </a:defRPr>
            </a:lvl1pPr>
          </a:lstStyle>
          <a:p>
            <a:pPr lvl="0"/>
            <a:r>
              <a:rPr lang="es-ES_tradnl" dirty="0"/>
              <a:t>RESULT 1</a:t>
            </a:r>
          </a:p>
        </p:txBody>
      </p:sp>
      <p:sp>
        <p:nvSpPr>
          <p:cNvPr id="78" name="Text Placeholder 7"/>
          <p:cNvSpPr>
            <a:spLocks noGrp="1"/>
          </p:cNvSpPr>
          <p:nvPr>
            <p:ph type="body" sz="quarter" idx="65" hasCustomPrompt="1"/>
          </p:nvPr>
        </p:nvSpPr>
        <p:spPr>
          <a:xfrm>
            <a:off x="972610" y="4393310"/>
            <a:ext cx="1876959" cy="190376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accent3"/>
                </a:solidFill>
                <a:latin typeface="Lato Light"/>
                <a:cs typeface="Lato Light"/>
              </a:defRPr>
            </a:lvl1pPr>
          </a:lstStyle>
          <a:p>
            <a:pPr lvl="0"/>
            <a:r>
              <a:rPr lang="es-ES_tradnl" dirty="0" err="1"/>
              <a:t>Subtitle</a:t>
            </a:r>
            <a:r>
              <a:rPr lang="es-ES_tradnl" dirty="0"/>
              <a:t> </a:t>
            </a:r>
            <a:r>
              <a:rPr lang="es-ES_tradnl" dirty="0" err="1"/>
              <a:t>Example</a:t>
            </a:r>
            <a:endParaRPr lang="es-ES_tradnl" dirty="0"/>
          </a:p>
        </p:txBody>
      </p:sp>
      <p:sp>
        <p:nvSpPr>
          <p:cNvPr id="79" name="Text Placeholder 7"/>
          <p:cNvSpPr>
            <a:spLocks noGrp="1"/>
          </p:cNvSpPr>
          <p:nvPr>
            <p:ph type="body" sz="quarter" idx="39" hasCustomPrompt="1"/>
          </p:nvPr>
        </p:nvSpPr>
        <p:spPr>
          <a:xfrm>
            <a:off x="452438" y="4106253"/>
            <a:ext cx="486306" cy="467234"/>
          </a:xfrm>
          <a:prstGeom prst="rect">
            <a:avLst/>
          </a:prstGeom>
        </p:spPr>
        <p:txBody>
          <a:bodyPr vert="horz" lIns="0" tIns="103884" rIns="0" bIns="103884" anchor="b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3000" b="0">
                <a:solidFill>
                  <a:schemeClr val="bg1">
                    <a:lumMod val="65000"/>
                  </a:schemeClr>
                </a:solidFill>
                <a:latin typeface="FontAwesome"/>
                <a:cs typeface="FontAwesome"/>
              </a:defRPr>
            </a:lvl1pPr>
          </a:lstStyle>
          <a:p>
            <a:pPr lvl="0"/>
            <a:r>
              <a:rPr lang="es-ES_tradnl" dirty="0" err="1"/>
              <a:t>ico</a:t>
            </a:r>
            <a:endParaRPr lang="es-ES_tradnl" dirty="0"/>
          </a:p>
        </p:txBody>
      </p:sp>
      <p:sp>
        <p:nvSpPr>
          <p:cNvPr id="80" name="Text Placeholder 2"/>
          <p:cNvSpPr>
            <a:spLocks noGrp="1"/>
          </p:cNvSpPr>
          <p:nvPr>
            <p:ph type="body" sz="quarter" idx="66" hasCustomPrompt="1"/>
          </p:nvPr>
        </p:nvSpPr>
        <p:spPr>
          <a:xfrm>
            <a:off x="3902072" y="4598991"/>
            <a:ext cx="1876959" cy="701161"/>
          </a:xfrm>
          <a:prstGeom prst="rect">
            <a:avLst/>
          </a:prstGeom>
        </p:spPr>
        <p:txBody>
          <a:bodyPr vert="horz" lIns="0" tIns="0" rIns="0" bIns="0"/>
          <a:lstStyle>
            <a:lvl1pPr marL="0" indent="0" algn="just">
              <a:lnSpc>
                <a:spcPct val="130000"/>
              </a:lnSpc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  <a:latin typeface="Lato Regular"/>
                <a:cs typeface="Lato Regular"/>
              </a:defRPr>
            </a:lvl1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</a:p>
        </p:txBody>
      </p:sp>
      <p:sp>
        <p:nvSpPr>
          <p:cNvPr id="81" name="Text Placeholder 7"/>
          <p:cNvSpPr>
            <a:spLocks noGrp="1"/>
          </p:cNvSpPr>
          <p:nvPr>
            <p:ph type="body" sz="quarter" idx="67" hasCustomPrompt="1"/>
          </p:nvPr>
        </p:nvSpPr>
        <p:spPr>
          <a:xfrm>
            <a:off x="3902072" y="4050318"/>
            <a:ext cx="1876959" cy="287817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000" b="1" baseline="0">
                <a:solidFill>
                  <a:schemeClr val="tx1">
                    <a:lumMod val="50000"/>
                    <a:lumOff val="50000"/>
                  </a:schemeClr>
                </a:solidFill>
                <a:latin typeface="Lato Regular"/>
                <a:cs typeface="Lato Regular"/>
              </a:defRPr>
            </a:lvl1pPr>
          </a:lstStyle>
          <a:p>
            <a:pPr lvl="0"/>
            <a:r>
              <a:rPr lang="es-ES_tradnl" dirty="0"/>
              <a:t>RESULT 1</a:t>
            </a:r>
          </a:p>
        </p:txBody>
      </p:sp>
      <p:sp>
        <p:nvSpPr>
          <p:cNvPr id="82" name="Text Placeholder 7"/>
          <p:cNvSpPr>
            <a:spLocks noGrp="1"/>
          </p:cNvSpPr>
          <p:nvPr>
            <p:ph type="body" sz="quarter" idx="68" hasCustomPrompt="1"/>
          </p:nvPr>
        </p:nvSpPr>
        <p:spPr>
          <a:xfrm>
            <a:off x="3902072" y="4393310"/>
            <a:ext cx="1876959" cy="190376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accent3"/>
                </a:solidFill>
                <a:latin typeface="Lato Light"/>
                <a:cs typeface="Lato Light"/>
              </a:defRPr>
            </a:lvl1pPr>
          </a:lstStyle>
          <a:p>
            <a:pPr lvl="0"/>
            <a:r>
              <a:rPr lang="es-ES_tradnl" dirty="0" err="1"/>
              <a:t>Subtitle</a:t>
            </a:r>
            <a:r>
              <a:rPr lang="es-ES_tradnl" dirty="0"/>
              <a:t> </a:t>
            </a:r>
            <a:r>
              <a:rPr lang="es-ES_tradnl" dirty="0" err="1"/>
              <a:t>Example</a:t>
            </a:r>
            <a:endParaRPr lang="es-ES_tradnl" dirty="0"/>
          </a:p>
        </p:txBody>
      </p:sp>
      <p:sp>
        <p:nvSpPr>
          <p:cNvPr id="83" name="Text Placeholder 7"/>
          <p:cNvSpPr>
            <a:spLocks noGrp="1"/>
          </p:cNvSpPr>
          <p:nvPr>
            <p:ph type="body" sz="quarter" idx="69" hasCustomPrompt="1"/>
          </p:nvPr>
        </p:nvSpPr>
        <p:spPr>
          <a:xfrm>
            <a:off x="3381900" y="4106253"/>
            <a:ext cx="486306" cy="467234"/>
          </a:xfrm>
          <a:prstGeom prst="rect">
            <a:avLst/>
          </a:prstGeom>
        </p:spPr>
        <p:txBody>
          <a:bodyPr vert="horz" lIns="0" tIns="103884" rIns="0" bIns="103884" anchor="b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3000" b="0">
                <a:solidFill>
                  <a:schemeClr val="bg1">
                    <a:lumMod val="65000"/>
                  </a:schemeClr>
                </a:solidFill>
                <a:latin typeface="FontAwesome"/>
                <a:cs typeface="FontAwesome"/>
              </a:defRPr>
            </a:lvl1pPr>
          </a:lstStyle>
          <a:p>
            <a:pPr lvl="0"/>
            <a:r>
              <a:rPr lang="es-ES_tradnl" dirty="0" err="1"/>
              <a:t>ico</a:t>
            </a:r>
            <a:endParaRPr lang="es-ES_tradnl" dirty="0"/>
          </a:p>
        </p:txBody>
      </p:sp>
      <p:sp>
        <p:nvSpPr>
          <p:cNvPr id="100" name="Picture Placeholder 2"/>
          <p:cNvSpPr>
            <a:spLocks noGrp="1"/>
          </p:cNvSpPr>
          <p:nvPr>
            <p:ph type="pic" sz="quarter" idx="75"/>
          </p:nvPr>
        </p:nvSpPr>
        <p:spPr>
          <a:xfrm>
            <a:off x="6289671" y="1253067"/>
            <a:ext cx="2397131" cy="2455333"/>
          </a:xfrm>
          <a:prstGeom prst="rect">
            <a:avLst/>
          </a:prstGeom>
          <a:effectLst/>
        </p:spPr>
        <p:txBody>
          <a:bodyPr vert="horz" lIns="95057" tIns="47529" rIns="95057" bIns="47529"/>
          <a:lstStyle>
            <a:lvl1pPr marL="0" indent="0" algn="ctr">
              <a:buNone/>
              <a:defRPr sz="900">
                <a:solidFill>
                  <a:srgbClr val="7F7F7F"/>
                </a:solidFill>
                <a:latin typeface="Lato Regular"/>
                <a:cs typeface="Lato Regular"/>
              </a:defRPr>
            </a:lvl1pPr>
          </a:lstStyle>
          <a:p>
            <a:endParaRPr lang="en-US" dirty="0"/>
          </a:p>
        </p:txBody>
      </p:sp>
      <p:sp>
        <p:nvSpPr>
          <p:cNvPr id="101" name="Rectangle 100"/>
          <p:cNvSpPr/>
          <p:nvPr userDrawn="1"/>
        </p:nvSpPr>
        <p:spPr>
          <a:xfrm>
            <a:off x="6284907" y="3708401"/>
            <a:ext cx="2397130" cy="1016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" name="Text Placeholder 2"/>
          <p:cNvSpPr>
            <a:spLocks noGrp="1"/>
          </p:cNvSpPr>
          <p:nvPr>
            <p:ph type="body" sz="quarter" idx="70" hasCustomPrompt="1"/>
          </p:nvPr>
        </p:nvSpPr>
        <p:spPr>
          <a:xfrm>
            <a:off x="6805079" y="4598991"/>
            <a:ext cx="1876959" cy="701161"/>
          </a:xfrm>
          <a:prstGeom prst="rect">
            <a:avLst/>
          </a:prstGeom>
        </p:spPr>
        <p:txBody>
          <a:bodyPr vert="horz" lIns="0" tIns="0" rIns="0" bIns="0"/>
          <a:lstStyle>
            <a:lvl1pPr marL="0" indent="0" algn="just">
              <a:lnSpc>
                <a:spcPct val="130000"/>
              </a:lnSpc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  <a:latin typeface="Lato Regular"/>
                <a:cs typeface="Lato Regular"/>
              </a:defRPr>
            </a:lvl1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</a:p>
        </p:txBody>
      </p:sp>
      <p:sp>
        <p:nvSpPr>
          <p:cNvPr id="103" name="Text Placeholder 7"/>
          <p:cNvSpPr>
            <a:spLocks noGrp="1"/>
          </p:cNvSpPr>
          <p:nvPr>
            <p:ph type="body" sz="quarter" idx="71" hasCustomPrompt="1"/>
          </p:nvPr>
        </p:nvSpPr>
        <p:spPr>
          <a:xfrm>
            <a:off x="6805079" y="4050318"/>
            <a:ext cx="1876959" cy="287817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000" b="1" baseline="0">
                <a:solidFill>
                  <a:schemeClr val="tx1">
                    <a:lumMod val="50000"/>
                    <a:lumOff val="50000"/>
                  </a:schemeClr>
                </a:solidFill>
                <a:latin typeface="Lato Regular"/>
                <a:cs typeface="Lato Regular"/>
              </a:defRPr>
            </a:lvl1pPr>
          </a:lstStyle>
          <a:p>
            <a:pPr lvl="0"/>
            <a:r>
              <a:rPr lang="es-ES_tradnl" dirty="0"/>
              <a:t>RESULT 1</a:t>
            </a:r>
          </a:p>
        </p:txBody>
      </p:sp>
      <p:sp>
        <p:nvSpPr>
          <p:cNvPr id="104" name="Text Placeholder 7"/>
          <p:cNvSpPr>
            <a:spLocks noGrp="1"/>
          </p:cNvSpPr>
          <p:nvPr>
            <p:ph type="body" sz="quarter" idx="72" hasCustomPrompt="1"/>
          </p:nvPr>
        </p:nvSpPr>
        <p:spPr>
          <a:xfrm>
            <a:off x="6805079" y="4393310"/>
            <a:ext cx="1876959" cy="190376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accent3"/>
                </a:solidFill>
                <a:latin typeface="Lato Light"/>
                <a:cs typeface="Lato Light"/>
              </a:defRPr>
            </a:lvl1pPr>
          </a:lstStyle>
          <a:p>
            <a:pPr lvl="0"/>
            <a:r>
              <a:rPr lang="es-ES_tradnl" dirty="0" err="1"/>
              <a:t>Subtitle</a:t>
            </a:r>
            <a:r>
              <a:rPr lang="es-ES_tradnl" dirty="0"/>
              <a:t> </a:t>
            </a:r>
            <a:r>
              <a:rPr lang="es-ES_tradnl" dirty="0" err="1"/>
              <a:t>Example</a:t>
            </a:r>
            <a:endParaRPr lang="es-ES_tradnl" dirty="0"/>
          </a:p>
        </p:txBody>
      </p:sp>
      <p:sp>
        <p:nvSpPr>
          <p:cNvPr id="105" name="Text Placeholder 7"/>
          <p:cNvSpPr>
            <a:spLocks noGrp="1"/>
          </p:cNvSpPr>
          <p:nvPr>
            <p:ph type="body" sz="quarter" idx="73" hasCustomPrompt="1"/>
          </p:nvPr>
        </p:nvSpPr>
        <p:spPr>
          <a:xfrm>
            <a:off x="6284907" y="4106253"/>
            <a:ext cx="486306" cy="467234"/>
          </a:xfrm>
          <a:prstGeom prst="rect">
            <a:avLst/>
          </a:prstGeom>
        </p:spPr>
        <p:txBody>
          <a:bodyPr vert="horz" lIns="0" tIns="103884" rIns="0" bIns="103884" anchor="b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3000" b="0">
                <a:solidFill>
                  <a:schemeClr val="bg1">
                    <a:lumMod val="65000"/>
                  </a:schemeClr>
                </a:solidFill>
                <a:latin typeface="FontAwesome"/>
                <a:cs typeface="FontAwesome"/>
              </a:defRPr>
            </a:lvl1pPr>
          </a:lstStyle>
          <a:p>
            <a:pPr lvl="0"/>
            <a:r>
              <a:rPr lang="es-ES_tradnl" dirty="0" err="1"/>
              <a:t>ico</a:t>
            </a:r>
            <a:endParaRPr lang="es-ES_tradnl" dirty="0"/>
          </a:p>
        </p:txBody>
      </p:sp>
    </p:spTree>
    <p:extLst>
      <p:ext uri="{BB962C8B-B14F-4D97-AF65-F5344CB8AC3E}">
        <p14:creationId xmlns:p14="http://schemas.microsoft.com/office/powerpoint/2010/main" val="34048598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4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8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53" presetClass="entr" presetSubtype="16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3600"/>
                            </p:stCondLst>
                            <p:childTnLst>
                              <p:par>
                                <p:cTn id="3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00"/>
                                        <p:tgtEl>
                                          <p:spTgt spid="7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400" fill="hold"/>
                                        <p:tgtEl>
                                          <p:spTgt spid="7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400" fill="hold"/>
                                        <p:tgtEl>
                                          <p:spTgt spid="7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4900"/>
                            </p:stCondLst>
                            <p:childTnLst>
                              <p:par>
                                <p:cTn id="47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300" fill="hold"/>
                                        <p:tgtEl>
                                          <p:spTgt spid="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300" fill="hold"/>
                                        <p:tgtEl>
                                          <p:spTgt spid="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300"/>
                                        <p:tgtEl>
                                          <p:spTgt spid="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400"/>
                                        <p:tgtEl>
                                          <p:spTgt spid="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400" fill="hold"/>
                                        <p:tgtEl>
                                          <p:spTgt spid="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400" fill="hold"/>
                                        <p:tgtEl>
                                          <p:spTgt spid="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6200"/>
                            </p:stCondLst>
                            <p:childTnLst>
                              <p:par>
                                <p:cTn id="66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8" dur="300" fill="hold"/>
                                        <p:tgtEl>
                                          <p:spTgt spid="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300" fill="hold"/>
                                        <p:tgtEl>
                                          <p:spTgt spid="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300"/>
                                        <p:tgtEl>
                                          <p:spTgt spid="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53" presetClass="entr" presetSubtype="16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7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5" dur="10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8000"/>
                            </p:stCondLst>
                            <p:childTnLst>
                              <p:par>
                                <p:cTn id="7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1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400"/>
                                        <p:tgtEl>
                                          <p:spTgt spid="1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6" dur="400" fill="hold"/>
                                        <p:tgtEl>
                                          <p:spTgt spid="1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400" fill="hold"/>
                                        <p:tgtEl>
                                          <p:spTgt spid="1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1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1" dur="500" fill="hold"/>
                                        <p:tgtEl>
                                          <p:spTgt spid="1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1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>
                            <p:stCondLst>
                              <p:cond delay="9300"/>
                            </p:stCondLst>
                            <p:childTnLst>
                              <p:par>
                                <p:cTn id="94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6" dur="300" fill="hold"/>
                                        <p:tgtEl>
                                          <p:spTgt spid="10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300" fill="hold"/>
                                        <p:tgtEl>
                                          <p:spTgt spid="10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8" dur="300"/>
                                        <p:tgtEl>
                                          <p:spTgt spid="10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400"/>
                        <p:tgtEl>
                          <p:spTgt spid="8"/>
                        </p:tgtEl>
                      </p:cBhvr>
                    </p:animEffect>
                    <p:anim calcmode="lin" valueType="num">
                      <p:cBhvr>
                        <p:cTn dur="400" fill="hold"/>
                        <p:tgtEl>
                          <p:spTgt spid="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400" fill="hold"/>
                        <p:tgtEl>
                          <p:spTgt spid="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6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6"/>
                        </p:tgtEl>
                      </p:cBhvr>
                    </p:animEffect>
                    <p:anim calcmode="lin" valueType="num">
                      <p:cBhvr>
                        <p:cTn dur="500" fill="hold"/>
                        <p:tgtEl>
                          <p:spTgt spid="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5" grpId="0"/>
      <p:bldP spid="55" grpId="0" animBg="1"/>
      <p:bldP spid="58" grpId="0"/>
      <p:bldP spid="68" grpId="0" animBg="1"/>
      <p:bldP spid="76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8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7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77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400"/>
                        <p:tgtEl>
                          <p:spTgt spid="77"/>
                        </p:tgtEl>
                      </p:cBhvr>
                    </p:animEffect>
                    <p:anim calcmode="lin" valueType="num">
                      <p:cBhvr>
                        <p:cTn dur="400" fill="hold"/>
                        <p:tgtEl>
                          <p:spTgt spid="7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400" fill="hold"/>
                        <p:tgtEl>
                          <p:spTgt spid="7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78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78"/>
                        </p:tgtEl>
                      </p:cBhvr>
                    </p:animEffect>
                    <p:anim calcmode="lin" valueType="num">
                      <p:cBhvr>
                        <p:cTn dur="500" fill="hold"/>
                        <p:tgtEl>
                          <p:spTgt spid="7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7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79" grpId="0" build="p">
        <p:tmplLst>
          <p:tmpl lvl="1">
            <p:tnLst>
              <p:par>
                <p:cTn presetID="53" presetClass="entr" presetSubtype="16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300" fill="hold"/>
                        <p:tgtEl>
                          <p:spTgt spid="79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300" fill="hold"/>
                        <p:tgtEl>
                          <p:spTgt spid="79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300"/>
                        <p:tgtEl>
                          <p:spTgt spid="7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0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8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8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1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400"/>
                        <p:tgtEl>
                          <p:spTgt spid="81"/>
                        </p:tgtEl>
                      </p:cBhvr>
                    </p:animEffect>
                    <p:anim calcmode="lin" valueType="num">
                      <p:cBhvr>
                        <p:cTn dur="400" fill="hold"/>
                        <p:tgtEl>
                          <p:spTgt spid="8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400" fill="hold"/>
                        <p:tgtEl>
                          <p:spTgt spid="8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82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82"/>
                        </p:tgtEl>
                      </p:cBhvr>
                    </p:animEffect>
                    <p:anim calcmode="lin" valueType="num">
                      <p:cBhvr>
                        <p:cTn dur="500" fill="hold"/>
                        <p:tgtEl>
                          <p:spTgt spid="8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8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83" grpId="0" build="p">
        <p:tmplLst>
          <p:tmpl lvl="1">
            <p:tnLst>
              <p:par>
                <p:cTn presetID="53" presetClass="entr" presetSubtype="16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300" fill="hold"/>
                        <p:tgtEl>
                          <p:spTgt spid="83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300" fill="hold"/>
                        <p:tgtEl>
                          <p:spTgt spid="83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300"/>
                        <p:tgtEl>
                          <p:spTgt spid="8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00" grpId="0"/>
      <p:bldP spid="101" grpId="0" animBg="1"/>
      <p:bldP spid="102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8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0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03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400"/>
                        <p:tgtEl>
                          <p:spTgt spid="103"/>
                        </p:tgtEl>
                      </p:cBhvr>
                    </p:animEffect>
                    <p:anim calcmode="lin" valueType="num">
                      <p:cBhvr>
                        <p:cTn dur="400" fill="hold"/>
                        <p:tgtEl>
                          <p:spTgt spid="10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400" fill="hold"/>
                        <p:tgtEl>
                          <p:spTgt spid="10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04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04"/>
                        </p:tgtEl>
                      </p:cBhvr>
                    </p:animEffect>
                    <p:anim calcmode="lin" valueType="num">
                      <p:cBhvr>
                        <p:cTn dur="500" fill="hold"/>
                        <p:tgtEl>
                          <p:spTgt spid="104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104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05" grpId="0" build="p">
        <p:tmplLst>
          <p:tmpl lvl="1">
            <p:tnLst>
              <p:par>
                <p:cTn presetID="53" presetClass="entr" presetSubtype="16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300" fill="hold"/>
                        <p:tgtEl>
                          <p:spTgt spid="105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300" fill="hold"/>
                        <p:tgtEl>
                          <p:spTgt spid="105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300"/>
                        <p:tgtEl>
                          <p:spTgt spid="105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images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/>
          <p:cNvSpPr>
            <a:spLocks noGrp="1"/>
          </p:cNvSpPr>
          <p:nvPr>
            <p:ph type="body" sz="quarter" idx="10" hasCustomPrompt="1"/>
          </p:nvPr>
        </p:nvSpPr>
        <p:spPr>
          <a:xfrm>
            <a:off x="452438" y="270483"/>
            <a:ext cx="8229600" cy="359817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500" b="1">
                <a:solidFill>
                  <a:schemeClr val="tx1">
                    <a:lumMod val="75000"/>
                    <a:lumOff val="25000"/>
                  </a:schemeClr>
                </a:solidFill>
                <a:latin typeface="Lato Light"/>
                <a:cs typeface="Lato Light"/>
              </a:defRPr>
            </a:lvl1pPr>
          </a:lstStyle>
          <a:p>
            <a:pPr lvl="0"/>
            <a:r>
              <a:rPr lang="es-ES_tradnl" dirty="0"/>
              <a:t>Text </a:t>
            </a:r>
            <a:r>
              <a:rPr lang="es-ES_tradnl" dirty="0" err="1"/>
              <a:t>slide</a:t>
            </a:r>
            <a:r>
              <a:rPr lang="es-ES_tradnl" dirty="0"/>
              <a:t> </a:t>
            </a:r>
            <a:r>
              <a:rPr lang="es-ES_tradnl" dirty="0" err="1"/>
              <a:t>example</a:t>
            </a:r>
            <a:endParaRPr lang="es-ES_tradnl" dirty="0"/>
          </a:p>
        </p:txBody>
      </p:sp>
      <p:sp>
        <p:nvSpPr>
          <p:cNvPr id="6" name="Text Placeholder 7"/>
          <p:cNvSpPr>
            <a:spLocks noGrp="1"/>
          </p:cNvSpPr>
          <p:nvPr>
            <p:ph type="body" sz="quarter" idx="11" hasCustomPrompt="1"/>
          </p:nvPr>
        </p:nvSpPr>
        <p:spPr>
          <a:xfrm>
            <a:off x="452438" y="689252"/>
            <a:ext cx="8229600" cy="190376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accent3"/>
                </a:solidFill>
                <a:latin typeface="Lato Light"/>
                <a:cs typeface="Lato Light"/>
              </a:defRPr>
            </a:lvl1pPr>
          </a:lstStyle>
          <a:p>
            <a:pPr lvl="0"/>
            <a:r>
              <a:rPr lang="es-ES_tradnl" dirty="0" err="1"/>
              <a:t>Subtitle</a:t>
            </a:r>
            <a:r>
              <a:rPr lang="es-ES_tradnl" dirty="0"/>
              <a:t> </a:t>
            </a:r>
            <a:r>
              <a:rPr lang="es-ES_tradnl" dirty="0" err="1"/>
              <a:t>Example</a:t>
            </a:r>
            <a:endParaRPr lang="es-ES_tradnl" dirty="0"/>
          </a:p>
        </p:txBody>
      </p:sp>
      <p:sp>
        <p:nvSpPr>
          <p:cNvPr id="22" name="Picture Placeholder 2"/>
          <p:cNvSpPr>
            <a:spLocks noGrp="1"/>
          </p:cNvSpPr>
          <p:nvPr>
            <p:ph type="pic" sz="quarter" idx="48"/>
          </p:nvPr>
        </p:nvSpPr>
        <p:spPr>
          <a:xfrm>
            <a:off x="452438" y="1151469"/>
            <a:ext cx="2607735" cy="3268134"/>
          </a:xfrm>
          <a:prstGeom prst="rect">
            <a:avLst/>
          </a:prstGeom>
          <a:effectLst/>
        </p:spPr>
        <p:txBody>
          <a:bodyPr vert="horz" lIns="95057" tIns="47529" rIns="95057" bIns="47529"/>
          <a:lstStyle>
            <a:lvl1pPr marL="0" indent="0" algn="ctr">
              <a:buNone/>
              <a:defRPr sz="900">
                <a:solidFill>
                  <a:srgbClr val="7F7F7F"/>
                </a:solidFill>
                <a:latin typeface="Lato Regular"/>
                <a:cs typeface="Lato Regular"/>
              </a:defRPr>
            </a:lvl1pPr>
          </a:lstStyle>
          <a:p>
            <a:endParaRPr lang="en-US" dirty="0"/>
          </a:p>
        </p:txBody>
      </p:sp>
      <p:sp>
        <p:nvSpPr>
          <p:cNvPr id="23" name="Rectangle 22"/>
          <p:cNvSpPr/>
          <p:nvPr userDrawn="1"/>
        </p:nvSpPr>
        <p:spPr>
          <a:xfrm>
            <a:off x="452437" y="4419603"/>
            <a:ext cx="2607735" cy="897464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 Placeholder 7"/>
          <p:cNvSpPr>
            <a:spLocks noGrp="1"/>
          </p:cNvSpPr>
          <p:nvPr>
            <p:ph type="body" sz="quarter" idx="18" hasCustomPrompt="1"/>
          </p:nvPr>
        </p:nvSpPr>
        <p:spPr>
          <a:xfrm>
            <a:off x="596371" y="4476123"/>
            <a:ext cx="1898661" cy="433170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000" b="1" baseline="0">
                <a:solidFill>
                  <a:schemeClr val="bg1"/>
                </a:solidFill>
                <a:latin typeface="Lato Regular"/>
                <a:cs typeface="Lato Regular"/>
              </a:defRPr>
            </a:lvl1pPr>
          </a:lstStyle>
          <a:p>
            <a:pPr lvl="0"/>
            <a:r>
              <a:rPr lang="es-ES_tradnl" dirty="0"/>
              <a:t>2015</a:t>
            </a:r>
          </a:p>
        </p:txBody>
      </p:sp>
      <p:sp>
        <p:nvSpPr>
          <p:cNvPr id="25" name="Text Placeholder 7"/>
          <p:cNvSpPr>
            <a:spLocks noGrp="1"/>
          </p:cNvSpPr>
          <p:nvPr>
            <p:ph type="body" sz="quarter" idx="65" hasCustomPrompt="1"/>
          </p:nvPr>
        </p:nvSpPr>
        <p:spPr>
          <a:xfrm>
            <a:off x="587905" y="5010892"/>
            <a:ext cx="2324629" cy="217788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bg1"/>
                </a:solidFill>
                <a:latin typeface="Lato Light"/>
                <a:cs typeface="Lato Light"/>
              </a:defRPr>
            </a:lvl1pPr>
          </a:lstStyle>
          <a:p>
            <a:pPr lvl="0"/>
            <a:r>
              <a:rPr lang="es-ES_tradnl" dirty="0" err="1"/>
              <a:t>Subtitle</a:t>
            </a:r>
            <a:r>
              <a:rPr lang="es-ES_tradnl" dirty="0"/>
              <a:t> </a:t>
            </a:r>
            <a:r>
              <a:rPr lang="es-ES_tradnl" dirty="0" err="1"/>
              <a:t>Example</a:t>
            </a:r>
            <a:endParaRPr lang="es-ES_tradnl" dirty="0"/>
          </a:p>
        </p:txBody>
      </p:sp>
      <p:cxnSp>
        <p:nvCxnSpPr>
          <p:cNvPr id="26" name="Straight Connector 25"/>
          <p:cNvCxnSpPr/>
          <p:nvPr userDrawn="1"/>
        </p:nvCxnSpPr>
        <p:spPr>
          <a:xfrm>
            <a:off x="596371" y="4947392"/>
            <a:ext cx="2339771" cy="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 Placeholder 7"/>
          <p:cNvSpPr>
            <a:spLocks noGrp="1"/>
          </p:cNvSpPr>
          <p:nvPr>
            <p:ph type="body" sz="quarter" idx="39" hasCustomPrompt="1"/>
          </p:nvPr>
        </p:nvSpPr>
        <p:spPr>
          <a:xfrm>
            <a:off x="2495032" y="4476123"/>
            <a:ext cx="441110" cy="433170"/>
          </a:xfrm>
          <a:prstGeom prst="rect">
            <a:avLst/>
          </a:prstGeom>
        </p:spPr>
        <p:txBody>
          <a:bodyPr vert="horz" lIns="0" tIns="103884" rIns="0" bIns="103884" anchor="ctr"/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2000" b="0">
                <a:solidFill>
                  <a:schemeClr val="bg1"/>
                </a:solidFill>
                <a:latin typeface="FontAwesome"/>
                <a:cs typeface="FontAwesome"/>
              </a:defRPr>
            </a:lvl1pPr>
          </a:lstStyle>
          <a:p>
            <a:pPr lvl="0"/>
            <a:r>
              <a:rPr lang="es-ES_tradnl" dirty="0" err="1"/>
              <a:t>ico</a:t>
            </a:r>
            <a:endParaRPr lang="es-ES_tradnl" dirty="0"/>
          </a:p>
        </p:txBody>
      </p:sp>
      <p:sp>
        <p:nvSpPr>
          <p:cNvPr id="28" name="Picture Placeholder 2"/>
          <p:cNvSpPr>
            <a:spLocks noGrp="1"/>
          </p:cNvSpPr>
          <p:nvPr>
            <p:ph type="pic" sz="quarter" idx="74"/>
          </p:nvPr>
        </p:nvSpPr>
        <p:spPr>
          <a:xfrm>
            <a:off x="3255961" y="1151469"/>
            <a:ext cx="2607735" cy="3268134"/>
          </a:xfrm>
          <a:prstGeom prst="rect">
            <a:avLst/>
          </a:prstGeom>
          <a:effectLst/>
        </p:spPr>
        <p:txBody>
          <a:bodyPr vert="horz" lIns="95057" tIns="47529" rIns="95057" bIns="47529"/>
          <a:lstStyle>
            <a:lvl1pPr marL="0" indent="0" algn="ctr">
              <a:buNone/>
              <a:defRPr sz="900">
                <a:solidFill>
                  <a:srgbClr val="7F7F7F"/>
                </a:solidFill>
                <a:latin typeface="Lato Regular"/>
                <a:cs typeface="Lato Regular"/>
              </a:defRPr>
            </a:lvl1pPr>
          </a:lstStyle>
          <a:p>
            <a:endParaRPr lang="en-US" dirty="0"/>
          </a:p>
        </p:txBody>
      </p:sp>
      <p:sp>
        <p:nvSpPr>
          <p:cNvPr id="29" name="Rectangle 28"/>
          <p:cNvSpPr/>
          <p:nvPr userDrawn="1"/>
        </p:nvSpPr>
        <p:spPr>
          <a:xfrm>
            <a:off x="3255960" y="4419603"/>
            <a:ext cx="2607735" cy="897464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ext Placeholder 7"/>
          <p:cNvSpPr>
            <a:spLocks noGrp="1"/>
          </p:cNvSpPr>
          <p:nvPr>
            <p:ph type="body" sz="quarter" idx="76" hasCustomPrompt="1"/>
          </p:nvPr>
        </p:nvSpPr>
        <p:spPr>
          <a:xfrm>
            <a:off x="3388460" y="4476123"/>
            <a:ext cx="1898661" cy="433170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000" b="1" baseline="0">
                <a:solidFill>
                  <a:schemeClr val="bg1"/>
                </a:solidFill>
                <a:latin typeface="Lato Regular"/>
                <a:cs typeface="Lato Regular"/>
              </a:defRPr>
            </a:lvl1pPr>
          </a:lstStyle>
          <a:p>
            <a:pPr lvl="0"/>
            <a:r>
              <a:rPr lang="es-ES_tradnl" dirty="0"/>
              <a:t>2015</a:t>
            </a:r>
          </a:p>
        </p:txBody>
      </p:sp>
      <p:sp>
        <p:nvSpPr>
          <p:cNvPr id="31" name="Text Placeholder 7"/>
          <p:cNvSpPr>
            <a:spLocks noGrp="1"/>
          </p:cNvSpPr>
          <p:nvPr>
            <p:ph type="body" sz="quarter" idx="77" hasCustomPrompt="1"/>
          </p:nvPr>
        </p:nvSpPr>
        <p:spPr>
          <a:xfrm>
            <a:off x="3379994" y="5010892"/>
            <a:ext cx="2324629" cy="217788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bg1"/>
                </a:solidFill>
                <a:latin typeface="Lato Light"/>
                <a:cs typeface="Lato Light"/>
              </a:defRPr>
            </a:lvl1pPr>
          </a:lstStyle>
          <a:p>
            <a:pPr lvl="0"/>
            <a:r>
              <a:rPr lang="es-ES_tradnl" dirty="0" err="1"/>
              <a:t>Subtitle</a:t>
            </a:r>
            <a:r>
              <a:rPr lang="es-ES_tradnl" dirty="0"/>
              <a:t> </a:t>
            </a:r>
            <a:r>
              <a:rPr lang="es-ES_tradnl" dirty="0" err="1"/>
              <a:t>Example</a:t>
            </a:r>
            <a:endParaRPr lang="es-ES_tradnl" dirty="0"/>
          </a:p>
        </p:txBody>
      </p:sp>
      <p:cxnSp>
        <p:nvCxnSpPr>
          <p:cNvPr id="32" name="Straight Connector 31"/>
          <p:cNvCxnSpPr/>
          <p:nvPr userDrawn="1"/>
        </p:nvCxnSpPr>
        <p:spPr>
          <a:xfrm>
            <a:off x="3379994" y="4947392"/>
            <a:ext cx="2339771" cy="0"/>
          </a:xfrm>
          <a:prstGeom prst="line">
            <a:avLst/>
          </a:prstGeom>
          <a:ln>
            <a:solidFill>
              <a:schemeClr val="accent2">
                <a:lumMod val="7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 Placeholder 7"/>
          <p:cNvSpPr>
            <a:spLocks noGrp="1"/>
          </p:cNvSpPr>
          <p:nvPr>
            <p:ph type="body" sz="quarter" idx="80" hasCustomPrompt="1"/>
          </p:nvPr>
        </p:nvSpPr>
        <p:spPr>
          <a:xfrm>
            <a:off x="5263513" y="4476123"/>
            <a:ext cx="441110" cy="433170"/>
          </a:xfrm>
          <a:prstGeom prst="rect">
            <a:avLst/>
          </a:prstGeom>
        </p:spPr>
        <p:txBody>
          <a:bodyPr vert="horz" lIns="0" tIns="103884" rIns="0" bIns="103884" anchor="ctr"/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2000" b="0">
                <a:solidFill>
                  <a:schemeClr val="bg1"/>
                </a:solidFill>
                <a:latin typeface="FontAwesome"/>
                <a:cs typeface="FontAwesome"/>
              </a:defRPr>
            </a:lvl1pPr>
          </a:lstStyle>
          <a:p>
            <a:pPr lvl="0"/>
            <a:r>
              <a:rPr lang="es-ES_tradnl" dirty="0" err="1"/>
              <a:t>ico</a:t>
            </a:r>
            <a:endParaRPr lang="es-ES_tradnl" dirty="0"/>
          </a:p>
        </p:txBody>
      </p:sp>
      <p:sp>
        <p:nvSpPr>
          <p:cNvPr id="41" name="Picture Placeholder 2"/>
          <p:cNvSpPr>
            <a:spLocks noGrp="1"/>
          </p:cNvSpPr>
          <p:nvPr>
            <p:ph type="pic" sz="quarter" idx="75"/>
          </p:nvPr>
        </p:nvSpPr>
        <p:spPr>
          <a:xfrm>
            <a:off x="6043076" y="1151469"/>
            <a:ext cx="2607735" cy="3268134"/>
          </a:xfrm>
          <a:prstGeom prst="rect">
            <a:avLst/>
          </a:prstGeom>
          <a:effectLst/>
        </p:spPr>
        <p:txBody>
          <a:bodyPr vert="horz" lIns="95057" tIns="47529" rIns="95057" bIns="47529"/>
          <a:lstStyle>
            <a:lvl1pPr marL="0" indent="0" algn="ctr">
              <a:buNone/>
              <a:defRPr sz="900">
                <a:solidFill>
                  <a:srgbClr val="7F7F7F"/>
                </a:solidFill>
                <a:latin typeface="Lato Regular"/>
                <a:cs typeface="Lato Regular"/>
              </a:defRPr>
            </a:lvl1pPr>
          </a:lstStyle>
          <a:p>
            <a:endParaRPr lang="en-US" dirty="0"/>
          </a:p>
        </p:txBody>
      </p:sp>
      <p:sp>
        <p:nvSpPr>
          <p:cNvPr id="42" name="Rectangle 41"/>
          <p:cNvSpPr/>
          <p:nvPr userDrawn="1"/>
        </p:nvSpPr>
        <p:spPr>
          <a:xfrm>
            <a:off x="6043075" y="4419603"/>
            <a:ext cx="2607735" cy="897464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Text Placeholder 7"/>
          <p:cNvSpPr>
            <a:spLocks noGrp="1"/>
          </p:cNvSpPr>
          <p:nvPr>
            <p:ph type="body" sz="quarter" idx="78" hasCustomPrompt="1"/>
          </p:nvPr>
        </p:nvSpPr>
        <p:spPr>
          <a:xfrm>
            <a:off x="6178539" y="4476123"/>
            <a:ext cx="1898661" cy="433170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000" b="1" baseline="0">
                <a:solidFill>
                  <a:schemeClr val="bg1"/>
                </a:solidFill>
                <a:latin typeface="Lato Regular"/>
                <a:cs typeface="Lato Regular"/>
              </a:defRPr>
            </a:lvl1pPr>
          </a:lstStyle>
          <a:p>
            <a:pPr lvl="0"/>
            <a:r>
              <a:rPr lang="es-ES_tradnl" dirty="0"/>
              <a:t>2015</a:t>
            </a:r>
          </a:p>
        </p:txBody>
      </p:sp>
      <p:sp>
        <p:nvSpPr>
          <p:cNvPr id="46" name="Text Placeholder 7"/>
          <p:cNvSpPr>
            <a:spLocks noGrp="1"/>
          </p:cNvSpPr>
          <p:nvPr>
            <p:ph type="body" sz="quarter" idx="79" hasCustomPrompt="1"/>
          </p:nvPr>
        </p:nvSpPr>
        <p:spPr>
          <a:xfrm>
            <a:off x="6170073" y="5010892"/>
            <a:ext cx="2324629" cy="217788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bg1"/>
                </a:solidFill>
                <a:latin typeface="Lato Light"/>
                <a:cs typeface="Lato Light"/>
              </a:defRPr>
            </a:lvl1pPr>
          </a:lstStyle>
          <a:p>
            <a:pPr lvl="0"/>
            <a:r>
              <a:rPr lang="es-ES_tradnl" dirty="0" err="1"/>
              <a:t>Subtitle</a:t>
            </a:r>
            <a:r>
              <a:rPr lang="es-ES_tradnl" dirty="0"/>
              <a:t> </a:t>
            </a:r>
            <a:r>
              <a:rPr lang="es-ES_tradnl" dirty="0" err="1"/>
              <a:t>Example</a:t>
            </a:r>
            <a:endParaRPr lang="es-ES_tradnl" dirty="0"/>
          </a:p>
        </p:txBody>
      </p:sp>
      <p:cxnSp>
        <p:nvCxnSpPr>
          <p:cNvPr id="48" name="Straight Connector 47"/>
          <p:cNvCxnSpPr/>
          <p:nvPr userDrawn="1"/>
        </p:nvCxnSpPr>
        <p:spPr>
          <a:xfrm>
            <a:off x="6178539" y="4947392"/>
            <a:ext cx="2339771" cy="0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 Placeholder 7"/>
          <p:cNvSpPr>
            <a:spLocks noGrp="1"/>
          </p:cNvSpPr>
          <p:nvPr>
            <p:ph type="body" sz="quarter" idx="81" hasCustomPrompt="1"/>
          </p:nvPr>
        </p:nvSpPr>
        <p:spPr>
          <a:xfrm>
            <a:off x="8092223" y="4476123"/>
            <a:ext cx="441110" cy="433170"/>
          </a:xfrm>
          <a:prstGeom prst="rect">
            <a:avLst/>
          </a:prstGeom>
        </p:spPr>
        <p:txBody>
          <a:bodyPr vert="horz" lIns="0" tIns="103884" rIns="0" bIns="103884" anchor="ctr"/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2000" b="0">
                <a:solidFill>
                  <a:schemeClr val="bg1"/>
                </a:solidFill>
                <a:latin typeface="FontAwesome"/>
                <a:cs typeface="FontAwesome"/>
              </a:defRPr>
            </a:lvl1pPr>
          </a:lstStyle>
          <a:p>
            <a:pPr lvl="0"/>
            <a:r>
              <a:rPr lang="es-ES_tradnl" dirty="0" err="1"/>
              <a:t>ico</a:t>
            </a:r>
            <a:endParaRPr lang="es-ES_tradnl" dirty="0"/>
          </a:p>
        </p:txBody>
      </p:sp>
    </p:spTree>
    <p:extLst>
      <p:ext uri="{BB962C8B-B14F-4D97-AF65-F5344CB8AC3E}">
        <p14:creationId xmlns:p14="http://schemas.microsoft.com/office/powerpoint/2010/main" val="13247008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4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8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400" fill="hold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400" fill="hold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2500"/>
                            </p:stCondLst>
                            <p:childTnLst>
                              <p:par>
                                <p:cTn id="3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3000"/>
                            </p:stCondLst>
                            <p:childTnLst>
                              <p:par>
                                <p:cTn id="3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300" fill="hold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300" fill="hold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53" presetClass="entr" presetSubtype="16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4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4800"/>
                            </p:stCondLst>
                            <p:childTnLst>
                              <p:par>
                                <p:cTn id="5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00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400" fill="hold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400" fill="hold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5500"/>
                            </p:stCondLst>
                            <p:childTnLst>
                              <p:par>
                                <p:cTn id="6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6000"/>
                            </p:stCondLst>
                            <p:childTnLst>
                              <p:par>
                                <p:cTn id="68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0" dur="300" fill="hold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300" fill="hold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2" dur="300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53" presetClass="entr" presetSubtype="16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7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7800"/>
                            </p:stCondLst>
                            <p:childTnLst>
                              <p:par>
                                <p:cTn id="7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400"/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5" dur="400" fill="hold"/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400" fill="hold"/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0" dur="500" fill="hold"/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500" fill="hold"/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8500"/>
                            </p:stCondLst>
                            <p:childTnLst>
                              <p:par>
                                <p:cTn id="9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9000"/>
                            </p:stCondLst>
                            <p:childTnLst>
                              <p:par>
                                <p:cTn id="97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9" dur="300" fill="hold"/>
                                        <p:tgtEl>
                                          <p:spTgt spid="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300" fill="hold"/>
                                        <p:tgtEl>
                                          <p:spTgt spid="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1" dur="300"/>
                                        <p:tgtEl>
                                          <p:spTgt spid="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400"/>
                        <p:tgtEl>
                          <p:spTgt spid="8"/>
                        </p:tgtEl>
                      </p:cBhvr>
                    </p:animEffect>
                    <p:anim calcmode="lin" valueType="num">
                      <p:cBhvr>
                        <p:cTn dur="400" fill="hold"/>
                        <p:tgtEl>
                          <p:spTgt spid="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400" fill="hold"/>
                        <p:tgtEl>
                          <p:spTgt spid="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6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6"/>
                        </p:tgtEl>
                      </p:cBhvr>
                    </p:animEffect>
                    <p:anim calcmode="lin" valueType="num">
                      <p:cBhvr>
                        <p:cTn dur="500" fill="hold"/>
                        <p:tgtEl>
                          <p:spTgt spid="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2" grpId="0"/>
      <p:bldP spid="23" grpId="0" animBg="1"/>
      <p:bldP spid="24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400"/>
                        <p:tgtEl>
                          <p:spTgt spid="24"/>
                        </p:tgtEl>
                      </p:cBhvr>
                    </p:animEffect>
                    <p:anim calcmode="lin" valueType="num">
                      <p:cBhvr>
                        <p:cTn dur="400" fill="hold"/>
                        <p:tgtEl>
                          <p:spTgt spid="24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400" fill="hold"/>
                        <p:tgtEl>
                          <p:spTgt spid="24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5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5"/>
                        </p:tgtEl>
                      </p:cBhvr>
                    </p:animEffect>
                    <p:anim calcmode="lin" valueType="num">
                      <p:cBhvr>
                        <p:cTn dur="500" fill="hold"/>
                        <p:tgtEl>
                          <p:spTgt spid="2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2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7" grpId="0" build="p">
        <p:tmplLst>
          <p:tmpl lvl="1">
            <p:tnLst>
              <p:par>
                <p:cTn presetID="53" presetClass="entr" presetSubtype="16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300" fill="hold"/>
                        <p:tgtEl>
                          <p:spTgt spid="27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300" fill="hold"/>
                        <p:tgtEl>
                          <p:spTgt spid="27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300"/>
                        <p:tgtEl>
                          <p:spTgt spid="2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8" grpId="0"/>
      <p:bldP spid="29" grpId="0" animBg="1"/>
      <p:bldP spid="30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400"/>
                        <p:tgtEl>
                          <p:spTgt spid="30"/>
                        </p:tgtEl>
                      </p:cBhvr>
                    </p:animEffect>
                    <p:anim calcmode="lin" valueType="num">
                      <p:cBhvr>
                        <p:cTn dur="400" fill="hold"/>
                        <p:tgtEl>
                          <p:spTgt spid="30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400" fill="hold"/>
                        <p:tgtEl>
                          <p:spTgt spid="30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1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1"/>
                        </p:tgtEl>
                      </p:cBhvr>
                    </p:animEffect>
                    <p:anim calcmode="lin" valueType="num">
                      <p:cBhvr>
                        <p:cTn dur="500" fill="hold"/>
                        <p:tgtEl>
                          <p:spTgt spid="3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3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3" grpId="0" build="p">
        <p:tmplLst>
          <p:tmpl lvl="1">
            <p:tnLst>
              <p:par>
                <p:cTn presetID="53" presetClass="entr" presetSubtype="16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300" fill="hold"/>
                        <p:tgtEl>
                          <p:spTgt spid="33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300" fill="hold"/>
                        <p:tgtEl>
                          <p:spTgt spid="33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300"/>
                        <p:tgtEl>
                          <p:spTgt spid="3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1" grpId="0"/>
      <p:bldP spid="42" grpId="0" animBg="1"/>
      <p:bldP spid="45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400"/>
                        <p:tgtEl>
                          <p:spTgt spid="45"/>
                        </p:tgtEl>
                      </p:cBhvr>
                    </p:animEffect>
                    <p:anim calcmode="lin" valueType="num">
                      <p:cBhvr>
                        <p:cTn dur="400" fill="hold"/>
                        <p:tgtEl>
                          <p:spTgt spid="4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400" fill="hold"/>
                        <p:tgtEl>
                          <p:spTgt spid="4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6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6"/>
                        </p:tgtEl>
                      </p:cBhvr>
                    </p:animEffect>
                    <p:anim calcmode="lin" valueType="num">
                      <p:cBhvr>
                        <p:cTn dur="500" fill="hold"/>
                        <p:tgtEl>
                          <p:spTgt spid="4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4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55" grpId="0" build="p">
        <p:tmplLst>
          <p:tmpl lvl="1">
            <p:tnLst>
              <p:par>
                <p:cTn presetID="53" presetClass="entr" presetSubtype="16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300" fill="hold"/>
                        <p:tgtEl>
                          <p:spTgt spid="55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300" fill="hold"/>
                        <p:tgtEl>
                          <p:spTgt spid="55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300"/>
                        <p:tgtEl>
                          <p:spTgt spid="55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images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/>
          <p:cNvSpPr>
            <a:spLocks noGrp="1"/>
          </p:cNvSpPr>
          <p:nvPr>
            <p:ph type="body" sz="quarter" idx="10" hasCustomPrompt="1"/>
          </p:nvPr>
        </p:nvSpPr>
        <p:spPr>
          <a:xfrm>
            <a:off x="452438" y="270483"/>
            <a:ext cx="8229600" cy="359817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500" b="1">
                <a:solidFill>
                  <a:schemeClr val="tx1">
                    <a:lumMod val="75000"/>
                    <a:lumOff val="25000"/>
                  </a:schemeClr>
                </a:solidFill>
                <a:latin typeface="Lato Light"/>
                <a:cs typeface="Lato Light"/>
              </a:defRPr>
            </a:lvl1pPr>
          </a:lstStyle>
          <a:p>
            <a:pPr lvl="0"/>
            <a:r>
              <a:rPr lang="es-ES_tradnl" dirty="0"/>
              <a:t>Text </a:t>
            </a:r>
            <a:r>
              <a:rPr lang="es-ES_tradnl" dirty="0" err="1"/>
              <a:t>slide</a:t>
            </a:r>
            <a:r>
              <a:rPr lang="es-ES_tradnl" dirty="0"/>
              <a:t> </a:t>
            </a:r>
            <a:r>
              <a:rPr lang="es-ES_tradnl" dirty="0" err="1"/>
              <a:t>example</a:t>
            </a:r>
            <a:endParaRPr lang="es-ES_tradnl" dirty="0"/>
          </a:p>
        </p:txBody>
      </p:sp>
      <p:sp>
        <p:nvSpPr>
          <p:cNvPr id="6" name="Text Placeholder 7"/>
          <p:cNvSpPr>
            <a:spLocks noGrp="1"/>
          </p:cNvSpPr>
          <p:nvPr>
            <p:ph type="body" sz="quarter" idx="11" hasCustomPrompt="1"/>
          </p:nvPr>
        </p:nvSpPr>
        <p:spPr>
          <a:xfrm>
            <a:off x="452438" y="689252"/>
            <a:ext cx="8229600" cy="190376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accent3"/>
                </a:solidFill>
                <a:latin typeface="Lato Light"/>
                <a:cs typeface="Lato Light"/>
              </a:defRPr>
            </a:lvl1pPr>
          </a:lstStyle>
          <a:p>
            <a:pPr lvl="0"/>
            <a:r>
              <a:rPr lang="es-ES_tradnl" dirty="0" err="1"/>
              <a:t>Subtitle</a:t>
            </a:r>
            <a:r>
              <a:rPr lang="es-ES_tradnl" dirty="0"/>
              <a:t> </a:t>
            </a:r>
            <a:r>
              <a:rPr lang="es-ES_tradnl" dirty="0" err="1"/>
              <a:t>Example</a:t>
            </a:r>
            <a:endParaRPr lang="es-ES_tradnl" dirty="0"/>
          </a:p>
        </p:txBody>
      </p:sp>
      <p:sp>
        <p:nvSpPr>
          <p:cNvPr id="22" name="Picture Placeholder 2"/>
          <p:cNvSpPr>
            <a:spLocks noGrp="1"/>
          </p:cNvSpPr>
          <p:nvPr>
            <p:ph type="pic" sz="quarter" idx="48"/>
          </p:nvPr>
        </p:nvSpPr>
        <p:spPr>
          <a:xfrm>
            <a:off x="452438" y="1049869"/>
            <a:ext cx="3903662" cy="1718731"/>
          </a:xfrm>
          <a:prstGeom prst="rect">
            <a:avLst/>
          </a:prstGeom>
          <a:effectLst/>
        </p:spPr>
        <p:txBody>
          <a:bodyPr vert="horz" lIns="95057" tIns="47529" rIns="95057" bIns="47529"/>
          <a:lstStyle>
            <a:lvl1pPr marL="0" indent="0" algn="ctr">
              <a:buNone/>
              <a:defRPr sz="900">
                <a:solidFill>
                  <a:srgbClr val="7F7F7F"/>
                </a:solidFill>
                <a:latin typeface="Lato Regular"/>
                <a:cs typeface="Lato Regular"/>
              </a:defRPr>
            </a:lvl1pPr>
          </a:lstStyle>
          <a:p>
            <a:endParaRPr lang="en-US" dirty="0"/>
          </a:p>
        </p:txBody>
      </p:sp>
      <p:sp>
        <p:nvSpPr>
          <p:cNvPr id="23" name="Rectangle 22"/>
          <p:cNvSpPr/>
          <p:nvPr userDrawn="1"/>
        </p:nvSpPr>
        <p:spPr>
          <a:xfrm>
            <a:off x="452437" y="2768600"/>
            <a:ext cx="3903663" cy="323899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Text Placeholder 7"/>
          <p:cNvSpPr>
            <a:spLocks noGrp="1"/>
          </p:cNvSpPr>
          <p:nvPr>
            <p:ph type="body" sz="quarter" idx="65" hasCustomPrompt="1"/>
          </p:nvPr>
        </p:nvSpPr>
        <p:spPr>
          <a:xfrm>
            <a:off x="524405" y="2812105"/>
            <a:ext cx="3742795" cy="215999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bg1"/>
                </a:solidFill>
                <a:latin typeface="Lato Light"/>
                <a:cs typeface="Lato Light"/>
              </a:defRPr>
            </a:lvl1pPr>
          </a:lstStyle>
          <a:p>
            <a:pPr lvl="0"/>
            <a:r>
              <a:rPr lang="es-ES_tradnl" dirty="0" err="1"/>
              <a:t>Subtitle</a:t>
            </a:r>
            <a:r>
              <a:rPr lang="es-ES_tradnl" dirty="0"/>
              <a:t> </a:t>
            </a:r>
            <a:r>
              <a:rPr lang="es-ES_tradnl" dirty="0" err="1"/>
              <a:t>Example</a:t>
            </a:r>
            <a:endParaRPr lang="es-ES_tradnl" dirty="0"/>
          </a:p>
        </p:txBody>
      </p:sp>
      <p:sp>
        <p:nvSpPr>
          <p:cNvPr id="43" name="Picture Placeholder 2"/>
          <p:cNvSpPr>
            <a:spLocks noGrp="1"/>
          </p:cNvSpPr>
          <p:nvPr>
            <p:ph type="pic" sz="quarter" idx="66"/>
          </p:nvPr>
        </p:nvSpPr>
        <p:spPr>
          <a:xfrm>
            <a:off x="4778376" y="1049869"/>
            <a:ext cx="3903662" cy="1718731"/>
          </a:xfrm>
          <a:prstGeom prst="rect">
            <a:avLst/>
          </a:prstGeom>
          <a:effectLst/>
        </p:spPr>
        <p:txBody>
          <a:bodyPr vert="horz" lIns="95057" tIns="47529" rIns="95057" bIns="47529"/>
          <a:lstStyle>
            <a:lvl1pPr marL="0" indent="0" algn="ctr">
              <a:buNone/>
              <a:defRPr sz="900">
                <a:solidFill>
                  <a:srgbClr val="7F7F7F"/>
                </a:solidFill>
                <a:latin typeface="Lato Regular"/>
                <a:cs typeface="Lato Regular"/>
              </a:defRPr>
            </a:lvl1pPr>
          </a:lstStyle>
          <a:p>
            <a:endParaRPr lang="en-US" dirty="0"/>
          </a:p>
        </p:txBody>
      </p:sp>
      <p:sp>
        <p:nvSpPr>
          <p:cNvPr id="44" name="Rectangle 43"/>
          <p:cNvSpPr/>
          <p:nvPr userDrawn="1"/>
        </p:nvSpPr>
        <p:spPr>
          <a:xfrm>
            <a:off x="4778375" y="2768600"/>
            <a:ext cx="3903663" cy="323899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Text Placeholder 7"/>
          <p:cNvSpPr>
            <a:spLocks noGrp="1"/>
          </p:cNvSpPr>
          <p:nvPr>
            <p:ph type="body" sz="quarter" idx="67" hasCustomPrompt="1"/>
          </p:nvPr>
        </p:nvSpPr>
        <p:spPr>
          <a:xfrm>
            <a:off x="4850343" y="2812105"/>
            <a:ext cx="3742795" cy="215999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bg1"/>
                </a:solidFill>
                <a:latin typeface="Lato Light"/>
                <a:cs typeface="Lato Light"/>
              </a:defRPr>
            </a:lvl1pPr>
          </a:lstStyle>
          <a:p>
            <a:pPr lvl="0"/>
            <a:r>
              <a:rPr lang="es-ES_tradnl" dirty="0" err="1"/>
              <a:t>Subtitle</a:t>
            </a:r>
            <a:r>
              <a:rPr lang="es-ES_tradnl" dirty="0"/>
              <a:t> </a:t>
            </a:r>
            <a:r>
              <a:rPr lang="es-ES_tradnl" dirty="0" err="1"/>
              <a:t>Example</a:t>
            </a:r>
            <a:endParaRPr lang="es-ES_tradnl" dirty="0"/>
          </a:p>
        </p:txBody>
      </p:sp>
      <p:sp>
        <p:nvSpPr>
          <p:cNvPr id="54" name="Picture Placeholder 2"/>
          <p:cNvSpPr>
            <a:spLocks noGrp="1"/>
          </p:cNvSpPr>
          <p:nvPr>
            <p:ph type="pic" sz="quarter" idx="68"/>
          </p:nvPr>
        </p:nvSpPr>
        <p:spPr>
          <a:xfrm>
            <a:off x="452438" y="3246969"/>
            <a:ext cx="3903662" cy="1718731"/>
          </a:xfrm>
          <a:prstGeom prst="rect">
            <a:avLst/>
          </a:prstGeom>
          <a:effectLst/>
        </p:spPr>
        <p:txBody>
          <a:bodyPr vert="horz" lIns="95057" tIns="47529" rIns="95057" bIns="47529"/>
          <a:lstStyle>
            <a:lvl1pPr marL="0" indent="0" algn="ctr">
              <a:buNone/>
              <a:defRPr sz="900">
                <a:solidFill>
                  <a:srgbClr val="7F7F7F"/>
                </a:solidFill>
                <a:latin typeface="Lato Regular"/>
                <a:cs typeface="Lato Regular"/>
              </a:defRPr>
            </a:lvl1pPr>
          </a:lstStyle>
          <a:p>
            <a:endParaRPr lang="en-US" dirty="0"/>
          </a:p>
        </p:txBody>
      </p:sp>
      <p:sp>
        <p:nvSpPr>
          <p:cNvPr id="56" name="Rectangle 55"/>
          <p:cNvSpPr/>
          <p:nvPr userDrawn="1"/>
        </p:nvSpPr>
        <p:spPr>
          <a:xfrm>
            <a:off x="452437" y="4965700"/>
            <a:ext cx="3903663" cy="323899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Text Placeholder 7"/>
          <p:cNvSpPr>
            <a:spLocks noGrp="1"/>
          </p:cNvSpPr>
          <p:nvPr>
            <p:ph type="body" sz="quarter" idx="69" hasCustomPrompt="1"/>
          </p:nvPr>
        </p:nvSpPr>
        <p:spPr>
          <a:xfrm>
            <a:off x="524405" y="5009205"/>
            <a:ext cx="3742795" cy="215999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bg1"/>
                </a:solidFill>
                <a:latin typeface="Lato Light"/>
                <a:cs typeface="Lato Light"/>
              </a:defRPr>
            </a:lvl1pPr>
          </a:lstStyle>
          <a:p>
            <a:pPr lvl="0"/>
            <a:r>
              <a:rPr lang="es-ES_tradnl" dirty="0" err="1"/>
              <a:t>Subtitle</a:t>
            </a:r>
            <a:r>
              <a:rPr lang="es-ES_tradnl" dirty="0"/>
              <a:t> </a:t>
            </a:r>
            <a:r>
              <a:rPr lang="es-ES_tradnl" dirty="0" err="1"/>
              <a:t>Example</a:t>
            </a:r>
            <a:endParaRPr lang="es-ES_tradnl" dirty="0"/>
          </a:p>
        </p:txBody>
      </p:sp>
      <p:sp>
        <p:nvSpPr>
          <p:cNvPr id="58" name="Picture Placeholder 2"/>
          <p:cNvSpPr>
            <a:spLocks noGrp="1"/>
          </p:cNvSpPr>
          <p:nvPr>
            <p:ph type="pic" sz="quarter" idx="70"/>
          </p:nvPr>
        </p:nvSpPr>
        <p:spPr>
          <a:xfrm>
            <a:off x="4778376" y="3246969"/>
            <a:ext cx="3903662" cy="1718731"/>
          </a:xfrm>
          <a:prstGeom prst="rect">
            <a:avLst/>
          </a:prstGeom>
          <a:effectLst/>
        </p:spPr>
        <p:txBody>
          <a:bodyPr vert="horz" lIns="95057" tIns="47529" rIns="95057" bIns="47529"/>
          <a:lstStyle>
            <a:lvl1pPr marL="0" indent="0" algn="ctr">
              <a:buNone/>
              <a:defRPr sz="900">
                <a:solidFill>
                  <a:srgbClr val="7F7F7F"/>
                </a:solidFill>
                <a:latin typeface="Lato Regular"/>
                <a:cs typeface="Lato Regular"/>
              </a:defRPr>
            </a:lvl1pPr>
          </a:lstStyle>
          <a:p>
            <a:endParaRPr lang="en-US" dirty="0"/>
          </a:p>
        </p:txBody>
      </p:sp>
      <p:sp>
        <p:nvSpPr>
          <p:cNvPr id="59" name="Rectangle 58"/>
          <p:cNvSpPr/>
          <p:nvPr userDrawn="1"/>
        </p:nvSpPr>
        <p:spPr>
          <a:xfrm>
            <a:off x="4778375" y="4965700"/>
            <a:ext cx="3903663" cy="323899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Text Placeholder 7"/>
          <p:cNvSpPr>
            <a:spLocks noGrp="1"/>
          </p:cNvSpPr>
          <p:nvPr>
            <p:ph type="body" sz="quarter" idx="71" hasCustomPrompt="1"/>
          </p:nvPr>
        </p:nvSpPr>
        <p:spPr>
          <a:xfrm>
            <a:off x="4850343" y="5009205"/>
            <a:ext cx="3742795" cy="215999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bg1"/>
                </a:solidFill>
                <a:latin typeface="Lato Light"/>
                <a:cs typeface="Lato Light"/>
              </a:defRPr>
            </a:lvl1pPr>
          </a:lstStyle>
          <a:p>
            <a:pPr lvl="0"/>
            <a:r>
              <a:rPr lang="es-ES_tradnl" dirty="0" err="1"/>
              <a:t>Subtitle</a:t>
            </a:r>
            <a:r>
              <a:rPr lang="es-ES_tradnl" dirty="0"/>
              <a:t> </a:t>
            </a:r>
            <a:r>
              <a:rPr lang="es-ES_tradnl" dirty="0" err="1"/>
              <a:t>Example</a:t>
            </a:r>
            <a:endParaRPr lang="es-ES_tradnl" dirty="0"/>
          </a:p>
        </p:txBody>
      </p:sp>
    </p:spTree>
    <p:extLst>
      <p:ext uri="{BB962C8B-B14F-4D97-AF65-F5344CB8AC3E}">
        <p14:creationId xmlns:p14="http://schemas.microsoft.com/office/powerpoint/2010/main" val="24645331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4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8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53" presetClass="entr" presetSubtype="16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3600"/>
                            </p:stCondLst>
                            <p:childTnLst>
                              <p:par>
                                <p:cTn id="3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53" presetClass="entr" presetSubtype="16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4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400"/>
                            </p:stCondLst>
                            <p:childTnLst>
                              <p:par>
                                <p:cTn id="4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53" presetClass="entr" presetSubtype="16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7200"/>
                            </p:stCondLst>
                            <p:childTnLst>
                              <p:par>
                                <p:cTn id="6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400"/>
                        <p:tgtEl>
                          <p:spTgt spid="8"/>
                        </p:tgtEl>
                      </p:cBhvr>
                    </p:animEffect>
                    <p:anim calcmode="lin" valueType="num">
                      <p:cBhvr>
                        <p:cTn dur="400" fill="hold"/>
                        <p:tgtEl>
                          <p:spTgt spid="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400" fill="hold"/>
                        <p:tgtEl>
                          <p:spTgt spid="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6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6"/>
                        </p:tgtEl>
                      </p:cBhvr>
                    </p:animEffect>
                    <p:anim calcmode="lin" valueType="num">
                      <p:cBhvr>
                        <p:cTn dur="500" fill="hold"/>
                        <p:tgtEl>
                          <p:spTgt spid="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2" grpId="0"/>
      <p:bldP spid="23" grpId="0" animBg="1"/>
      <p:bldP spid="40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0"/>
                        </p:tgtEl>
                      </p:cBhvr>
                    </p:animEffect>
                    <p:anim calcmode="lin" valueType="num">
                      <p:cBhvr>
                        <p:cTn dur="500" fill="hold"/>
                        <p:tgtEl>
                          <p:spTgt spid="40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40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3" grpId="0"/>
      <p:bldP spid="44" grpId="0" animBg="1"/>
      <p:bldP spid="47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7"/>
                        </p:tgtEl>
                      </p:cBhvr>
                    </p:animEffect>
                    <p:anim calcmode="lin" valueType="num">
                      <p:cBhvr>
                        <p:cTn dur="500" fill="hold"/>
                        <p:tgtEl>
                          <p:spTgt spid="4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4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54" grpId="0"/>
      <p:bldP spid="56" grpId="0" animBg="1"/>
      <p:bldP spid="57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57"/>
                        </p:tgtEl>
                      </p:cBhvr>
                    </p:animEffect>
                    <p:anim calcmode="lin" valueType="num">
                      <p:cBhvr>
                        <p:cTn dur="500" fill="hold"/>
                        <p:tgtEl>
                          <p:spTgt spid="5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5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58" grpId="0"/>
      <p:bldP spid="59" grpId="0" animBg="1"/>
      <p:bldP spid="60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60"/>
                        </p:tgtEl>
                      </p:cBhvr>
                    </p:animEffect>
                    <p:anim calcmode="lin" valueType="num">
                      <p:cBhvr>
                        <p:cTn dur="500" fill="hold"/>
                        <p:tgtEl>
                          <p:spTgt spid="60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60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ive images with descri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/>
          <p:cNvSpPr>
            <a:spLocks noGrp="1"/>
          </p:cNvSpPr>
          <p:nvPr>
            <p:ph type="body" sz="quarter" idx="10" hasCustomPrompt="1"/>
          </p:nvPr>
        </p:nvSpPr>
        <p:spPr>
          <a:xfrm>
            <a:off x="452438" y="270483"/>
            <a:ext cx="8229600" cy="359817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500" b="1">
                <a:solidFill>
                  <a:schemeClr val="tx1">
                    <a:lumMod val="75000"/>
                    <a:lumOff val="25000"/>
                  </a:schemeClr>
                </a:solidFill>
                <a:latin typeface="Lato Light"/>
                <a:cs typeface="Lato Light"/>
              </a:defRPr>
            </a:lvl1pPr>
          </a:lstStyle>
          <a:p>
            <a:pPr lvl="0"/>
            <a:r>
              <a:rPr lang="es-ES_tradnl" dirty="0"/>
              <a:t>Text </a:t>
            </a:r>
            <a:r>
              <a:rPr lang="es-ES_tradnl" dirty="0" err="1"/>
              <a:t>slide</a:t>
            </a:r>
            <a:r>
              <a:rPr lang="es-ES_tradnl" dirty="0"/>
              <a:t> </a:t>
            </a:r>
            <a:r>
              <a:rPr lang="es-ES_tradnl" dirty="0" err="1"/>
              <a:t>example</a:t>
            </a:r>
            <a:endParaRPr lang="es-ES_tradnl" dirty="0"/>
          </a:p>
        </p:txBody>
      </p:sp>
      <p:sp>
        <p:nvSpPr>
          <p:cNvPr id="6" name="Text Placeholder 7"/>
          <p:cNvSpPr>
            <a:spLocks noGrp="1"/>
          </p:cNvSpPr>
          <p:nvPr>
            <p:ph type="body" sz="quarter" idx="11" hasCustomPrompt="1"/>
          </p:nvPr>
        </p:nvSpPr>
        <p:spPr>
          <a:xfrm>
            <a:off x="452438" y="689252"/>
            <a:ext cx="8229600" cy="190376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accent3"/>
                </a:solidFill>
                <a:latin typeface="Lato Light"/>
                <a:cs typeface="Lato Light"/>
              </a:defRPr>
            </a:lvl1pPr>
          </a:lstStyle>
          <a:p>
            <a:pPr lvl="0"/>
            <a:r>
              <a:rPr lang="es-ES_tradnl" dirty="0" err="1"/>
              <a:t>Subtitle</a:t>
            </a:r>
            <a:r>
              <a:rPr lang="es-ES_tradnl" dirty="0"/>
              <a:t> </a:t>
            </a:r>
            <a:r>
              <a:rPr lang="es-ES_tradnl" dirty="0" err="1"/>
              <a:t>Example</a:t>
            </a:r>
            <a:endParaRPr lang="es-ES_tradnl" dirty="0"/>
          </a:p>
        </p:txBody>
      </p:sp>
      <p:sp>
        <p:nvSpPr>
          <p:cNvPr id="25" name="Picture Placeholder 2"/>
          <p:cNvSpPr>
            <a:spLocks noGrp="1"/>
          </p:cNvSpPr>
          <p:nvPr>
            <p:ph type="pic" sz="quarter" idx="48"/>
          </p:nvPr>
        </p:nvSpPr>
        <p:spPr>
          <a:xfrm>
            <a:off x="452437" y="1143001"/>
            <a:ext cx="1457327" cy="2819400"/>
          </a:xfrm>
          <a:prstGeom prst="rect">
            <a:avLst/>
          </a:prstGeom>
          <a:effectLst/>
        </p:spPr>
        <p:txBody>
          <a:bodyPr vert="horz" lIns="95057" tIns="47529" rIns="95057" bIns="47529"/>
          <a:lstStyle>
            <a:lvl1pPr marL="0" indent="0" algn="ctr">
              <a:buNone/>
              <a:defRPr sz="900">
                <a:solidFill>
                  <a:srgbClr val="7F7F7F"/>
                </a:solidFill>
                <a:latin typeface="Lato Regular"/>
                <a:cs typeface="Lato Regular"/>
              </a:defRPr>
            </a:lvl1pPr>
          </a:lstStyle>
          <a:p>
            <a:endParaRPr lang="en-US" dirty="0"/>
          </a:p>
        </p:txBody>
      </p:sp>
      <p:sp>
        <p:nvSpPr>
          <p:cNvPr id="55" name="Rectangle 54"/>
          <p:cNvSpPr/>
          <p:nvPr userDrawn="1"/>
        </p:nvSpPr>
        <p:spPr>
          <a:xfrm>
            <a:off x="452438" y="3962401"/>
            <a:ext cx="1457326" cy="1016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Picture Placeholder 2"/>
          <p:cNvSpPr>
            <a:spLocks noGrp="1"/>
          </p:cNvSpPr>
          <p:nvPr>
            <p:ph type="pic" sz="quarter" idx="74"/>
          </p:nvPr>
        </p:nvSpPr>
        <p:spPr>
          <a:xfrm>
            <a:off x="2124600" y="1143001"/>
            <a:ext cx="1457327" cy="2819400"/>
          </a:xfrm>
          <a:prstGeom prst="rect">
            <a:avLst/>
          </a:prstGeom>
          <a:effectLst/>
        </p:spPr>
        <p:txBody>
          <a:bodyPr vert="horz" lIns="95057" tIns="47529" rIns="95057" bIns="47529"/>
          <a:lstStyle>
            <a:lvl1pPr marL="0" indent="0" algn="ctr">
              <a:buNone/>
              <a:defRPr sz="900">
                <a:solidFill>
                  <a:srgbClr val="7F7F7F"/>
                </a:solidFill>
                <a:latin typeface="Lato Regular"/>
                <a:cs typeface="Lato Regular"/>
              </a:defRPr>
            </a:lvl1pPr>
          </a:lstStyle>
          <a:p>
            <a:endParaRPr lang="en-US" dirty="0"/>
          </a:p>
        </p:txBody>
      </p:sp>
      <p:sp>
        <p:nvSpPr>
          <p:cNvPr id="68" name="Rectangle 67"/>
          <p:cNvSpPr/>
          <p:nvPr userDrawn="1"/>
        </p:nvSpPr>
        <p:spPr>
          <a:xfrm>
            <a:off x="2124600" y="3962401"/>
            <a:ext cx="1457326" cy="10160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0" name="Picture Placeholder 2"/>
          <p:cNvSpPr>
            <a:spLocks noGrp="1"/>
          </p:cNvSpPr>
          <p:nvPr>
            <p:ph type="pic" sz="quarter" idx="75"/>
          </p:nvPr>
        </p:nvSpPr>
        <p:spPr>
          <a:xfrm>
            <a:off x="3813171" y="1143001"/>
            <a:ext cx="1457327" cy="2819400"/>
          </a:xfrm>
          <a:prstGeom prst="rect">
            <a:avLst/>
          </a:prstGeom>
          <a:effectLst/>
        </p:spPr>
        <p:txBody>
          <a:bodyPr vert="horz" lIns="95057" tIns="47529" rIns="95057" bIns="47529"/>
          <a:lstStyle>
            <a:lvl1pPr marL="0" indent="0" algn="ctr">
              <a:buNone/>
              <a:defRPr sz="900">
                <a:solidFill>
                  <a:srgbClr val="7F7F7F"/>
                </a:solidFill>
                <a:latin typeface="Lato Regular"/>
                <a:cs typeface="Lato Regular"/>
              </a:defRPr>
            </a:lvl1pPr>
          </a:lstStyle>
          <a:p>
            <a:endParaRPr lang="en-US" dirty="0"/>
          </a:p>
        </p:txBody>
      </p:sp>
      <p:sp>
        <p:nvSpPr>
          <p:cNvPr id="101" name="Rectangle 100"/>
          <p:cNvSpPr/>
          <p:nvPr userDrawn="1"/>
        </p:nvSpPr>
        <p:spPr>
          <a:xfrm>
            <a:off x="3808407" y="3962401"/>
            <a:ext cx="1457326" cy="1016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Picture Placeholder 2"/>
          <p:cNvSpPr>
            <a:spLocks noGrp="1"/>
          </p:cNvSpPr>
          <p:nvPr>
            <p:ph type="pic" sz="quarter" idx="76"/>
          </p:nvPr>
        </p:nvSpPr>
        <p:spPr>
          <a:xfrm>
            <a:off x="5502271" y="1143001"/>
            <a:ext cx="1457327" cy="2819400"/>
          </a:xfrm>
          <a:prstGeom prst="rect">
            <a:avLst/>
          </a:prstGeom>
          <a:effectLst/>
        </p:spPr>
        <p:txBody>
          <a:bodyPr vert="horz" lIns="95057" tIns="47529" rIns="95057" bIns="47529"/>
          <a:lstStyle>
            <a:lvl1pPr marL="0" indent="0" algn="ctr">
              <a:buNone/>
              <a:defRPr sz="900">
                <a:solidFill>
                  <a:srgbClr val="7F7F7F"/>
                </a:solidFill>
                <a:latin typeface="Lato Regular"/>
                <a:cs typeface="Lato Regular"/>
              </a:defRPr>
            </a:lvl1pPr>
          </a:lstStyle>
          <a:p>
            <a:endParaRPr lang="en-US" dirty="0"/>
          </a:p>
        </p:txBody>
      </p:sp>
      <p:sp>
        <p:nvSpPr>
          <p:cNvPr id="23" name="Rectangle 22"/>
          <p:cNvSpPr/>
          <p:nvPr userDrawn="1"/>
        </p:nvSpPr>
        <p:spPr>
          <a:xfrm>
            <a:off x="5497507" y="3962401"/>
            <a:ext cx="1457326" cy="10160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Picture Placeholder 2"/>
          <p:cNvSpPr>
            <a:spLocks noGrp="1"/>
          </p:cNvSpPr>
          <p:nvPr>
            <p:ph type="pic" sz="quarter" idx="77"/>
          </p:nvPr>
        </p:nvSpPr>
        <p:spPr>
          <a:xfrm>
            <a:off x="7216773" y="1143001"/>
            <a:ext cx="1457327" cy="2819400"/>
          </a:xfrm>
          <a:prstGeom prst="rect">
            <a:avLst/>
          </a:prstGeom>
          <a:effectLst/>
        </p:spPr>
        <p:txBody>
          <a:bodyPr vert="horz" lIns="95057" tIns="47529" rIns="95057" bIns="47529"/>
          <a:lstStyle>
            <a:lvl1pPr marL="0" indent="0" algn="ctr">
              <a:buNone/>
              <a:defRPr sz="900">
                <a:solidFill>
                  <a:srgbClr val="7F7F7F"/>
                </a:solidFill>
                <a:latin typeface="Lato Regular"/>
                <a:cs typeface="Lato Regular"/>
              </a:defRPr>
            </a:lvl1pPr>
          </a:lstStyle>
          <a:p>
            <a:endParaRPr lang="en-US" dirty="0"/>
          </a:p>
        </p:txBody>
      </p:sp>
      <p:sp>
        <p:nvSpPr>
          <p:cNvPr id="26" name="Rectangle 25"/>
          <p:cNvSpPr/>
          <p:nvPr userDrawn="1"/>
        </p:nvSpPr>
        <p:spPr>
          <a:xfrm>
            <a:off x="7212009" y="3962401"/>
            <a:ext cx="1457326" cy="101600"/>
          </a:xfrm>
          <a:prstGeom prst="rect">
            <a:avLst/>
          </a:prstGeom>
          <a:solidFill>
            <a:schemeClr val="accent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 Placeholder 2"/>
          <p:cNvSpPr>
            <a:spLocks noGrp="1"/>
          </p:cNvSpPr>
          <p:nvPr>
            <p:ph type="body" sz="quarter" idx="64" hasCustomPrompt="1"/>
          </p:nvPr>
        </p:nvSpPr>
        <p:spPr>
          <a:xfrm>
            <a:off x="443971" y="4636475"/>
            <a:ext cx="8230129" cy="649977"/>
          </a:xfrm>
          <a:prstGeom prst="rect">
            <a:avLst/>
          </a:prstGeom>
        </p:spPr>
        <p:txBody>
          <a:bodyPr vert="horz" lIns="0" tIns="0" rIns="0" bIns="0"/>
          <a:lstStyle>
            <a:lvl1pPr marL="0" indent="0" algn="just">
              <a:lnSpc>
                <a:spcPct val="130000"/>
              </a:lnSpc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  <a:latin typeface="Lato Regular"/>
                <a:cs typeface="Lato Regular"/>
              </a:defRPr>
            </a:lvl1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tortor</a:t>
            </a:r>
            <a:r>
              <a:rPr lang="en-US" dirty="0"/>
              <a:t>, </a:t>
            </a:r>
            <a:r>
              <a:rPr lang="en-US" dirty="0" err="1"/>
              <a:t>mattis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dapibus</a:t>
            </a:r>
            <a:r>
              <a:rPr lang="en-US" dirty="0"/>
              <a:t> vitae, </a:t>
            </a:r>
            <a:r>
              <a:rPr lang="en-US" dirty="0" err="1"/>
              <a:t>euismod</a:t>
            </a:r>
            <a:r>
              <a:rPr lang="en-US" dirty="0"/>
              <a:t> non </a:t>
            </a:r>
            <a:r>
              <a:rPr lang="en-US" dirty="0" err="1"/>
              <a:t>purus</a:t>
            </a:r>
            <a:r>
              <a:rPr lang="en-US" dirty="0"/>
              <a:t>. Maecenas </a:t>
            </a:r>
            <a:r>
              <a:rPr lang="en-US" dirty="0" err="1"/>
              <a:t>ut</a:t>
            </a:r>
            <a:r>
              <a:rPr lang="en-US" dirty="0"/>
              <a:t> lacus </a:t>
            </a:r>
            <a:r>
              <a:rPr lang="en-US" dirty="0" err="1"/>
              <a:t>nec</a:t>
            </a:r>
            <a:r>
              <a:rPr lang="en-US" dirty="0"/>
              <a:t> </a:t>
            </a:r>
            <a:r>
              <a:rPr lang="en-US" dirty="0" err="1"/>
              <a:t>mauris</a:t>
            </a:r>
            <a:r>
              <a:rPr lang="en-US" dirty="0"/>
              <a:t> </a:t>
            </a:r>
            <a:r>
              <a:rPr lang="en-US" dirty="0" err="1"/>
              <a:t>feugiat</a:t>
            </a:r>
            <a:r>
              <a:rPr lang="en-US" dirty="0"/>
              <a:t> </a:t>
            </a:r>
            <a:r>
              <a:rPr lang="en-US" dirty="0" err="1"/>
              <a:t>tristique</a:t>
            </a:r>
            <a:r>
              <a:rPr lang="en-US" dirty="0"/>
              <a:t> et in </a:t>
            </a:r>
            <a:r>
              <a:rPr lang="en-US" dirty="0" err="1"/>
              <a:t>metus.is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 </a:t>
            </a:r>
            <a:r>
              <a:rPr lang="en-US" dirty="0" err="1"/>
              <a:t>eros</a:t>
            </a:r>
            <a:r>
              <a:rPr lang="en-US" dirty="0"/>
              <a:t> </a:t>
            </a:r>
            <a:r>
              <a:rPr lang="en-US" dirty="0" err="1"/>
              <a:t>vel</a:t>
            </a:r>
            <a:r>
              <a:rPr lang="en-US" dirty="0"/>
              <a:t> </a:t>
            </a:r>
            <a:r>
              <a:rPr lang="en-US" dirty="0" err="1"/>
              <a:t>lectus</a:t>
            </a:r>
            <a:r>
              <a:rPr lang="en-US" dirty="0"/>
              <a:t> semper semper. </a:t>
            </a:r>
            <a:r>
              <a:rPr lang="en-US" dirty="0" err="1"/>
              <a:t>Nullam</a:t>
            </a:r>
            <a:r>
              <a:rPr lang="en-US" dirty="0"/>
              <a:t> </a:t>
            </a:r>
            <a:r>
              <a:rPr lang="en-US" dirty="0" err="1"/>
              <a:t>finibus</a:t>
            </a:r>
            <a:r>
              <a:rPr lang="en-US" dirty="0"/>
              <a:t> </a:t>
            </a:r>
            <a:r>
              <a:rPr lang="en-US" dirty="0" err="1"/>
              <a:t>nisl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ligula </a:t>
            </a:r>
            <a:r>
              <a:rPr lang="en-US" dirty="0" err="1"/>
              <a:t>vestibulum</a:t>
            </a:r>
            <a:r>
              <a:rPr lang="en-US" dirty="0"/>
              <a:t>, </a:t>
            </a:r>
            <a:r>
              <a:rPr lang="en-US" dirty="0" err="1"/>
              <a:t>ut</a:t>
            </a:r>
            <a:r>
              <a:rPr lang="en-US" dirty="0"/>
              <a:t> semper ex </a:t>
            </a:r>
            <a:r>
              <a:rPr lang="en-US" dirty="0" err="1"/>
              <a:t>suscipit</a:t>
            </a:r>
            <a:r>
              <a:rPr lang="en-US" dirty="0"/>
              <a:t>. </a:t>
            </a:r>
            <a:r>
              <a:rPr lang="en-US" dirty="0" err="1"/>
              <a:t>Cras</a:t>
            </a:r>
            <a:r>
              <a:rPr lang="en-US" dirty="0"/>
              <a:t> </a:t>
            </a:r>
            <a:r>
              <a:rPr lang="en-US" dirty="0" err="1"/>
              <a:t>fringilla</a:t>
            </a:r>
            <a:r>
              <a:rPr lang="en-US" dirty="0"/>
              <a:t> </a:t>
            </a:r>
            <a:r>
              <a:rPr lang="en-US" dirty="0" err="1"/>
              <a:t>suscipit</a:t>
            </a:r>
            <a:r>
              <a:rPr lang="en-US" dirty="0"/>
              <a:t> </a:t>
            </a:r>
            <a:r>
              <a:rPr lang="en-US" dirty="0" err="1"/>
              <a:t>cursus</a:t>
            </a:r>
            <a:r>
              <a:rPr lang="en-US" dirty="0"/>
              <a:t>. </a:t>
            </a:r>
            <a:r>
              <a:rPr lang="en-US" dirty="0" err="1"/>
              <a:t>Aenean</a:t>
            </a:r>
            <a:r>
              <a:rPr lang="en-US" dirty="0"/>
              <a:t> </a:t>
            </a:r>
            <a:r>
              <a:rPr lang="en-US" dirty="0" err="1"/>
              <a:t>accumsan</a:t>
            </a:r>
            <a:r>
              <a:rPr lang="en-US" dirty="0"/>
              <a:t> </a:t>
            </a:r>
            <a:r>
              <a:rPr lang="en-US" dirty="0" err="1"/>
              <a:t>malesuada</a:t>
            </a:r>
            <a:r>
              <a:rPr lang="en-US" dirty="0"/>
              <a:t> </a:t>
            </a:r>
            <a:r>
              <a:rPr lang="en-US" dirty="0" err="1"/>
              <a:t>hendrerit</a:t>
            </a:r>
            <a:r>
              <a:rPr lang="en-US" dirty="0"/>
              <a:t>. </a:t>
            </a:r>
            <a:r>
              <a:rPr lang="en-US" dirty="0" err="1"/>
              <a:t>Morbi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dolor ante.</a:t>
            </a:r>
          </a:p>
        </p:txBody>
      </p:sp>
      <p:sp>
        <p:nvSpPr>
          <p:cNvPr id="28" name="Text Placeholder 7"/>
          <p:cNvSpPr>
            <a:spLocks noGrp="1"/>
          </p:cNvSpPr>
          <p:nvPr>
            <p:ph type="body" sz="quarter" idx="18" hasCustomPrompt="1"/>
          </p:nvPr>
        </p:nvSpPr>
        <p:spPr>
          <a:xfrm>
            <a:off x="427038" y="4257826"/>
            <a:ext cx="8247062" cy="359817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00" b="1" baseline="0">
                <a:solidFill>
                  <a:schemeClr val="tx1">
                    <a:lumMod val="75000"/>
                    <a:lumOff val="25000"/>
                  </a:schemeClr>
                </a:solidFill>
                <a:latin typeface="Lato Light"/>
                <a:cs typeface="Lato Light"/>
              </a:defRPr>
            </a:lvl1pPr>
          </a:lstStyle>
          <a:p>
            <a:pPr lvl="0"/>
            <a:r>
              <a:rPr lang="es-ES_tradnl" dirty="0" err="1"/>
              <a:t>Put</a:t>
            </a:r>
            <a:r>
              <a:rPr lang="es-ES_tradnl" dirty="0"/>
              <a:t> </a:t>
            </a:r>
            <a:r>
              <a:rPr lang="es-ES_tradnl" dirty="0" err="1"/>
              <a:t>your</a:t>
            </a:r>
            <a:r>
              <a:rPr lang="es-ES_tradnl" dirty="0"/>
              <a:t> </a:t>
            </a:r>
            <a:r>
              <a:rPr lang="es-ES_tradnl" dirty="0" err="1"/>
              <a:t>title</a:t>
            </a:r>
            <a:r>
              <a:rPr lang="es-ES_tradnl" dirty="0"/>
              <a:t> </a:t>
            </a:r>
            <a:r>
              <a:rPr lang="es-ES_tradnl" dirty="0" err="1"/>
              <a:t>here</a:t>
            </a:r>
            <a:endParaRPr lang="es-ES_tradnl" dirty="0"/>
          </a:p>
        </p:txBody>
      </p:sp>
    </p:spTree>
    <p:extLst>
      <p:ext uri="{BB962C8B-B14F-4D97-AF65-F5344CB8AC3E}">
        <p14:creationId xmlns:p14="http://schemas.microsoft.com/office/powerpoint/2010/main" val="4268398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4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8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53" presetClass="entr" presetSubtype="16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3600"/>
                            </p:stCondLst>
                            <p:childTnLst>
                              <p:par>
                                <p:cTn id="3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53" presetClass="entr" presetSubtype="16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400"/>
                            </p:stCondLst>
                            <p:childTnLst>
                              <p:par>
                                <p:cTn id="3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53" presetClass="entr" presetSubtype="16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4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7200"/>
                            </p:stCondLst>
                            <p:childTnLst>
                              <p:par>
                                <p:cTn id="4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53" presetClass="entr" presetSubtype="16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5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9000"/>
                            </p:stCondLst>
                            <p:childTnLst>
                              <p:par>
                                <p:cTn id="5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400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6" dur="400" fill="hold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400" fill="hold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400"/>
                        <p:tgtEl>
                          <p:spTgt spid="8"/>
                        </p:tgtEl>
                      </p:cBhvr>
                    </p:animEffect>
                    <p:anim calcmode="lin" valueType="num">
                      <p:cBhvr>
                        <p:cTn dur="400" fill="hold"/>
                        <p:tgtEl>
                          <p:spTgt spid="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400" fill="hold"/>
                        <p:tgtEl>
                          <p:spTgt spid="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6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6"/>
                        </p:tgtEl>
                      </p:cBhvr>
                    </p:animEffect>
                    <p:anim calcmode="lin" valueType="num">
                      <p:cBhvr>
                        <p:cTn dur="500" fill="hold"/>
                        <p:tgtEl>
                          <p:spTgt spid="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5" grpId="0"/>
      <p:bldP spid="55" grpId="0" animBg="1"/>
      <p:bldP spid="58" grpId="0"/>
      <p:bldP spid="68" grpId="0" animBg="1"/>
      <p:bldP spid="100" grpId="0"/>
      <p:bldP spid="101" grpId="0" animBg="1"/>
      <p:bldP spid="22" grpId="0"/>
      <p:bldP spid="23" grpId="0" animBg="1"/>
      <p:bldP spid="24" grpId="0"/>
      <p:bldP spid="26" grpId="0" animBg="1"/>
      <p:bldP spid="27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8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8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400"/>
                        <p:tgtEl>
                          <p:spTgt spid="28"/>
                        </p:tgtEl>
                      </p:cBhvr>
                    </p:animEffect>
                    <p:anim calcmode="lin" valueType="num">
                      <p:cBhvr>
                        <p:cTn dur="400" fill="hold"/>
                        <p:tgtEl>
                          <p:spTgt spid="2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400" fill="hold"/>
                        <p:tgtEl>
                          <p:spTgt spid="2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x images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/>
          <p:cNvSpPr>
            <a:spLocks noGrp="1"/>
          </p:cNvSpPr>
          <p:nvPr>
            <p:ph type="body" sz="quarter" idx="10" hasCustomPrompt="1"/>
          </p:nvPr>
        </p:nvSpPr>
        <p:spPr>
          <a:xfrm>
            <a:off x="452438" y="270483"/>
            <a:ext cx="8229600" cy="359817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500" b="1">
                <a:solidFill>
                  <a:schemeClr val="tx1">
                    <a:lumMod val="75000"/>
                    <a:lumOff val="25000"/>
                  </a:schemeClr>
                </a:solidFill>
                <a:latin typeface="Lato Light"/>
                <a:cs typeface="Lato Light"/>
              </a:defRPr>
            </a:lvl1pPr>
          </a:lstStyle>
          <a:p>
            <a:pPr lvl="0"/>
            <a:r>
              <a:rPr lang="es-ES_tradnl" dirty="0"/>
              <a:t>Text </a:t>
            </a:r>
            <a:r>
              <a:rPr lang="es-ES_tradnl" dirty="0" err="1"/>
              <a:t>slide</a:t>
            </a:r>
            <a:r>
              <a:rPr lang="es-ES_tradnl" dirty="0"/>
              <a:t> </a:t>
            </a:r>
            <a:r>
              <a:rPr lang="es-ES_tradnl" dirty="0" err="1"/>
              <a:t>example</a:t>
            </a:r>
            <a:endParaRPr lang="es-ES_tradnl" dirty="0"/>
          </a:p>
        </p:txBody>
      </p:sp>
      <p:sp>
        <p:nvSpPr>
          <p:cNvPr id="6" name="Text Placeholder 7"/>
          <p:cNvSpPr>
            <a:spLocks noGrp="1"/>
          </p:cNvSpPr>
          <p:nvPr>
            <p:ph type="body" sz="quarter" idx="11" hasCustomPrompt="1"/>
          </p:nvPr>
        </p:nvSpPr>
        <p:spPr>
          <a:xfrm>
            <a:off x="452438" y="689252"/>
            <a:ext cx="8229600" cy="190376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accent3"/>
                </a:solidFill>
                <a:latin typeface="Lato Light"/>
                <a:cs typeface="Lato Light"/>
              </a:defRPr>
            </a:lvl1pPr>
          </a:lstStyle>
          <a:p>
            <a:pPr lvl="0"/>
            <a:r>
              <a:rPr lang="es-ES_tradnl" dirty="0" err="1"/>
              <a:t>Subtitle</a:t>
            </a:r>
            <a:r>
              <a:rPr lang="es-ES_tradnl" dirty="0"/>
              <a:t> </a:t>
            </a:r>
            <a:r>
              <a:rPr lang="es-ES_tradnl" dirty="0" err="1"/>
              <a:t>Example</a:t>
            </a:r>
            <a:endParaRPr lang="es-ES_tradnl" dirty="0"/>
          </a:p>
        </p:txBody>
      </p:sp>
      <p:sp>
        <p:nvSpPr>
          <p:cNvPr id="22" name="Picture Placeholder 2"/>
          <p:cNvSpPr>
            <a:spLocks noGrp="1"/>
          </p:cNvSpPr>
          <p:nvPr>
            <p:ph type="pic" sz="quarter" idx="48"/>
          </p:nvPr>
        </p:nvSpPr>
        <p:spPr>
          <a:xfrm>
            <a:off x="452438" y="1155701"/>
            <a:ext cx="2607735" cy="1536702"/>
          </a:xfrm>
          <a:prstGeom prst="rect">
            <a:avLst/>
          </a:prstGeom>
          <a:effectLst/>
        </p:spPr>
        <p:txBody>
          <a:bodyPr vert="horz" lIns="95057" tIns="47529" rIns="95057" bIns="47529"/>
          <a:lstStyle>
            <a:lvl1pPr marL="0" indent="0" algn="ctr">
              <a:buNone/>
              <a:defRPr sz="900">
                <a:solidFill>
                  <a:srgbClr val="7F7F7F"/>
                </a:solidFill>
                <a:latin typeface="Lato Regular"/>
                <a:cs typeface="Lato Regular"/>
              </a:defRPr>
            </a:lvl1pPr>
          </a:lstStyle>
          <a:p>
            <a:endParaRPr lang="en-US" dirty="0"/>
          </a:p>
        </p:txBody>
      </p:sp>
      <p:sp>
        <p:nvSpPr>
          <p:cNvPr id="23" name="Rectangle 22"/>
          <p:cNvSpPr/>
          <p:nvPr userDrawn="1"/>
        </p:nvSpPr>
        <p:spPr>
          <a:xfrm>
            <a:off x="452437" y="2692403"/>
            <a:ext cx="2607735" cy="4825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 Placeholder 7"/>
          <p:cNvSpPr>
            <a:spLocks noGrp="1"/>
          </p:cNvSpPr>
          <p:nvPr>
            <p:ph type="body" sz="quarter" idx="65" hasCustomPrompt="1"/>
          </p:nvPr>
        </p:nvSpPr>
        <p:spPr>
          <a:xfrm>
            <a:off x="587906" y="2825123"/>
            <a:ext cx="1922150" cy="217788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bg1"/>
                </a:solidFill>
                <a:latin typeface="Lato Light"/>
                <a:cs typeface="Lato Light"/>
              </a:defRPr>
            </a:lvl1pPr>
          </a:lstStyle>
          <a:p>
            <a:pPr lvl="0"/>
            <a:r>
              <a:rPr lang="es-ES_tradnl" dirty="0" err="1"/>
              <a:t>Subtitle</a:t>
            </a:r>
            <a:r>
              <a:rPr lang="es-ES_tradnl" dirty="0"/>
              <a:t> </a:t>
            </a:r>
            <a:r>
              <a:rPr lang="es-ES_tradnl" dirty="0" err="1"/>
              <a:t>Example</a:t>
            </a:r>
            <a:endParaRPr lang="es-ES_tradnl" dirty="0"/>
          </a:p>
        </p:txBody>
      </p:sp>
      <p:sp>
        <p:nvSpPr>
          <p:cNvPr id="27" name="Text Placeholder 7"/>
          <p:cNvSpPr>
            <a:spLocks noGrp="1"/>
          </p:cNvSpPr>
          <p:nvPr>
            <p:ph type="body" sz="quarter" idx="39" hasCustomPrompt="1"/>
          </p:nvPr>
        </p:nvSpPr>
        <p:spPr>
          <a:xfrm>
            <a:off x="2495032" y="2748923"/>
            <a:ext cx="441110" cy="324477"/>
          </a:xfrm>
          <a:prstGeom prst="rect">
            <a:avLst/>
          </a:prstGeom>
        </p:spPr>
        <p:txBody>
          <a:bodyPr vert="horz" lIns="0" tIns="103884" rIns="0" bIns="103884" anchor="ctr"/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1800" b="0">
                <a:solidFill>
                  <a:schemeClr val="bg1"/>
                </a:solidFill>
                <a:latin typeface="FontAwesome"/>
                <a:cs typeface="FontAwesome"/>
              </a:defRPr>
            </a:lvl1pPr>
          </a:lstStyle>
          <a:p>
            <a:pPr lvl="0"/>
            <a:r>
              <a:rPr lang="es-ES_tradnl" dirty="0" err="1"/>
              <a:t>ico</a:t>
            </a:r>
            <a:endParaRPr lang="es-ES_tradnl" dirty="0"/>
          </a:p>
        </p:txBody>
      </p:sp>
      <p:sp>
        <p:nvSpPr>
          <p:cNvPr id="28" name="Picture Placeholder 2"/>
          <p:cNvSpPr>
            <a:spLocks noGrp="1"/>
          </p:cNvSpPr>
          <p:nvPr>
            <p:ph type="pic" sz="quarter" idx="74"/>
          </p:nvPr>
        </p:nvSpPr>
        <p:spPr>
          <a:xfrm>
            <a:off x="3255961" y="1155701"/>
            <a:ext cx="2607735" cy="1536702"/>
          </a:xfrm>
          <a:prstGeom prst="rect">
            <a:avLst/>
          </a:prstGeom>
          <a:effectLst/>
        </p:spPr>
        <p:txBody>
          <a:bodyPr vert="horz" lIns="95057" tIns="47529" rIns="95057" bIns="47529"/>
          <a:lstStyle>
            <a:lvl1pPr marL="0" indent="0" algn="ctr">
              <a:buNone/>
              <a:defRPr sz="900">
                <a:solidFill>
                  <a:srgbClr val="7F7F7F"/>
                </a:solidFill>
                <a:latin typeface="Lato Regular"/>
                <a:cs typeface="Lato Regular"/>
              </a:defRPr>
            </a:lvl1pPr>
          </a:lstStyle>
          <a:p>
            <a:endParaRPr lang="en-US" dirty="0"/>
          </a:p>
        </p:txBody>
      </p:sp>
      <p:sp>
        <p:nvSpPr>
          <p:cNvPr id="29" name="Rectangle 28"/>
          <p:cNvSpPr/>
          <p:nvPr userDrawn="1"/>
        </p:nvSpPr>
        <p:spPr>
          <a:xfrm>
            <a:off x="3255960" y="2692403"/>
            <a:ext cx="2607735" cy="482597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Text Placeholder 7"/>
          <p:cNvSpPr>
            <a:spLocks noGrp="1"/>
          </p:cNvSpPr>
          <p:nvPr>
            <p:ph type="body" sz="quarter" idx="77" hasCustomPrompt="1"/>
          </p:nvPr>
        </p:nvSpPr>
        <p:spPr>
          <a:xfrm>
            <a:off x="3379995" y="2825123"/>
            <a:ext cx="1922150" cy="217788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bg1"/>
                </a:solidFill>
                <a:latin typeface="Lato Light"/>
                <a:cs typeface="Lato Light"/>
              </a:defRPr>
            </a:lvl1pPr>
          </a:lstStyle>
          <a:p>
            <a:pPr lvl="0"/>
            <a:r>
              <a:rPr lang="es-ES_tradnl" dirty="0" err="1"/>
              <a:t>Subtitle</a:t>
            </a:r>
            <a:r>
              <a:rPr lang="es-ES_tradnl" dirty="0"/>
              <a:t> </a:t>
            </a:r>
            <a:r>
              <a:rPr lang="es-ES_tradnl" dirty="0" err="1"/>
              <a:t>Example</a:t>
            </a:r>
            <a:endParaRPr lang="es-ES_tradnl" dirty="0"/>
          </a:p>
        </p:txBody>
      </p:sp>
      <p:sp>
        <p:nvSpPr>
          <p:cNvPr id="33" name="Text Placeholder 7"/>
          <p:cNvSpPr>
            <a:spLocks noGrp="1"/>
          </p:cNvSpPr>
          <p:nvPr>
            <p:ph type="body" sz="quarter" idx="80" hasCustomPrompt="1"/>
          </p:nvPr>
        </p:nvSpPr>
        <p:spPr>
          <a:xfrm>
            <a:off x="5263513" y="2748923"/>
            <a:ext cx="441110" cy="324477"/>
          </a:xfrm>
          <a:prstGeom prst="rect">
            <a:avLst/>
          </a:prstGeom>
        </p:spPr>
        <p:txBody>
          <a:bodyPr vert="horz" lIns="0" tIns="103884" rIns="0" bIns="103884" anchor="ctr"/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1800" b="0">
                <a:solidFill>
                  <a:schemeClr val="bg1"/>
                </a:solidFill>
                <a:latin typeface="FontAwesome"/>
                <a:cs typeface="FontAwesome"/>
              </a:defRPr>
            </a:lvl1pPr>
          </a:lstStyle>
          <a:p>
            <a:pPr lvl="0"/>
            <a:r>
              <a:rPr lang="es-ES_tradnl" dirty="0" err="1"/>
              <a:t>ico</a:t>
            </a:r>
            <a:endParaRPr lang="es-ES_tradnl" dirty="0"/>
          </a:p>
        </p:txBody>
      </p:sp>
      <p:sp>
        <p:nvSpPr>
          <p:cNvPr id="41" name="Picture Placeholder 2"/>
          <p:cNvSpPr>
            <a:spLocks noGrp="1"/>
          </p:cNvSpPr>
          <p:nvPr>
            <p:ph type="pic" sz="quarter" idx="75"/>
          </p:nvPr>
        </p:nvSpPr>
        <p:spPr>
          <a:xfrm>
            <a:off x="6043076" y="1155701"/>
            <a:ext cx="2607735" cy="1536702"/>
          </a:xfrm>
          <a:prstGeom prst="rect">
            <a:avLst/>
          </a:prstGeom>
          <a:effectLst/>
        </p:spPr>
        <p:txBody>
          <a:bodyPr vert="horz" lIns="95057" tIns="47529" rIns="95057" bIns="47529"/>
          <a:lstStyle>
            <a:lvl1pPr marL="0" indent="0" algn="ctr">
              <a:buNone/>
              <a:defRPr sz="900">
                <a:solidFill>
                  <a:srgbClr val="7F7F7F"/>
                </a:solidFill>
                <a:latin typeface="Lato Regular"/>
                <a:cs typeface="Lato Regular"/>
              </a:defRPr>
            </a:lvl1pPr>
          </a:lstStyle>
          <a:p>
            <a:endParaRPr lang="en-US" dirty="0"/>
          </a:p>
        </p:txBody>
      </p:sp>
      <p:sp>
        <p:nvSpPr>
          <p:cNvPr id="42" name="Rectangle 41"/>
          <p:cNvSpPr/>
          <p:nvPr userDrawn="1"/>
        </p:nvSpPr>
        <p:spPr>
          <a:xfrm>
            <a:off x="6043075" y="2692403"/>
            <a:ext cx="2607735" cy="482597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Text Placeholder 7"/>
          <p:cNvSpPr>
            <a:spLocks noGrp="1"/>
          </p:cNvSpPr>
          <p:nvPr>
            <p:ph type="body" sz="quarter" idx="79" hasCustomPrompt="1"/>
          </p:nvPr>
        </p:nvSpPr>
        <p:spPr>
          <a:xfrm>
            <a:off x="6170074" y="2825123"/>
            <a:ext cx="1922150" cy="217788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bg1"/>
                </a:solidFill>
                <a:latin typeface="Lato Light"/>
                <a:cs typeface="Lato Light"/>
              </a:defRPr>
            </a:lvl1pPr>
          </a:lstStyle>
          <a:p>
            <a:pPr lvl="0"/>
            <a:r>
              <a:rPr lang="es-ES_tradnl" dirty="0" err="1"/>
              <a:t>Subtitle</a:t>
            </a:r>
            <a:r>
              <a:rPr lang="es-ES_tradnl" dirty="0"/>
              <a:t> </a:t>
            </a:r>
            <a:r>
              <a:rPr lang="es-ES_tradnl" dirty="0" err="1"/>
              <a:t>Example</a:t>
            </a:r>
            <a:endParaRPr lang="es-ES_tradnl" dirty="0"/>
          </a:p>
        </p:txBody>
      </p:sp>
      <p:sp>
        <p:nvSpPr>
          <p:cNvPr id="55" name="Text Placeholder 7"/>
          <p:cNvSpPr>
            <a:spLocks noGrp="1"/>
          </p:cNvSpPr>
          <p:nvPr>
            <p:ph type="body" sz="quarter" idx="81" hasCustomPrompt="1"/>
          </p:nvPr>
        </p:nvSpPr>
        <p:spPr>
          <a:xfrm>
            <a:off x="8092223" y="2748923"/>
            <a:ext cx="441110" cy="324477"/>
          </a:xfrm>
          <a:prstGeom prst="rect">
            <a:avLst/>
          </a:prstGeom>
        </p:spPr>
        <p:txBody>
          <a:bodyPr vert="horz" lIns="0" tIns="103884" rIns="0" bIns="103884" anchor="ctr"/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1800" b="0">
                <a:solidFill>
                  <a:schemeClr val="bg1"/>
                </a:solidFill>
                <a:latin typeface="FontAwesome"/>
                <a:cs typeface="FontAwesome"/>
              </a:defRPr>
            </a:lvl1pPr>
          </a:lstStyle>
          <a:p>
            <a:pPr lvl="0"/>
            <a:r>
              <a:rPr lang="es-ES_tradnl" dirty="0" err="1"/>
              <a:t>ico</a:t>
            </a:r>
            <a:endParaRPr lang="es-ES_tradnl" dirty="0"/>
          </a:p>
        </p:txBody>
      </p:sp>
      <p:sp>
        <p:nvSpPr>
          <p:cNvPr id="51" name="Picture Placeholder 2"/>
          <p:cNvSpPr>
            <a:spLocks noGrp="1"/>
          </p:cNvSpPr>
          <p:nvPr>
            <p:ph type="pic" sz="quarter" idx="82"/>
          </p:nvPr>
        </p:nvSpPr>
        <p:spPr>
          <a:xfrm>
            <a:off x="452438" y="3352801"/>
            <a:ext cx="2607735" cy="1536702"/>
          </a:xfrm>
          <a:prstGeom prst="rect">
            <a:avLst/>
          </a:prstGeom>
          <a:effectLst/>
        </p:spPr>
        <p:txBody>
          <a:bodyPr vert="horz" lIns="95057" tIns="47529" rIns="95057" bIns="47529"/>
          <a:lstStyle>
            <a:lvl1pPr marL="0" indent="0" algn="ctr">
              <a:buNone/>
              <a:defRPr sz="900">
                <a:solidFill>
                  <a:srgbClr val="7F7F7F"/>
                </a:solidFill>
                <a:latin typeface="Lato Regular"/>
                <a:cs typeface="Lato Regular"/>
              </a:defRPr>
            </a:lvl1pPr>
          </a:lstStyle>
          <a:p>
            <a:endParaRPr lang="en-US" dirty="0"/>
          </a:p>
        </p:txBody>
      </p:sp>
      <p:sp>
        <p:nvSpPr>
          <p:cNvPr id="52" name="Rectangle 51"/>
          <p:cNvSpPr/>
          <p:nvPr userDrawn="1"/>
        </p:nvSpPr>
        <p:spPr>
          <a:xfrm>
            <a:off x="452437" y="4889503"/>
            <a:ext cx="2607735" cy="482597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Text Placeholder 7"/>
          <p:cNvSpPr>
            <a:spLocks noGrp="1"/>
          </p:cNvSpPr>
          <p:nvPr>
            <p:ph type="body" sz="quarter" idx="83" hasCustomPrompt="1"/>
          </p:nvPr>
        </p:nvSpPr>
        <p:spPr>
          <a:xfrm>
            <a:off x="587906" y="5022223"/>
            <a:ext cx="1922150" cy="217788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bg1"/>
                </a:solidFill>
                <a:latin typeface="Lato Light"/>
                <a:cs typeface="Lato Light"/>
              </a:defRPr>
            </a:lvl1pPr>
          </a:lstStyle>
          <a:p>
            <a:pPr lvl="0"/>
            <a:r>
              <a:rPr lang="es-ES_tradnl" dirty="0" err="1"/>
              <a:t>Subtitle</a:t>
            </a:r>
            <a:r>
              <a:rPr lang="es-ES_tradnl" dirty="0"/>
              <a:t> </a:t>
            </a:r>
            <a:r>
              <a:rPr lang="es-ES_tradnl" dirty="0" err="1"/>
              <a:t>Example</a:t>
            </a:r>
            <a:endParaRPr lang="es-ES_tradnl" dirty="0"/>
          </a:p>
        </p:txBody>
      </p:sp>
      <p:sp>
        <p:nvSpPr>
          <p:cNvPr id="54" name="Text Placeholder 7"/>
          <p:cNvSpPr>
            <a:spLocks noGrp="1"/>
          </p:cNvSpPr>
          <p:nvPr>
            <p:ph type="body" sz="quarter" idx="84" hasCustomPrompt="1"/>
          </p:nvPr>
        </p:nvSpPr>
        <p:spPr>
          <a:xfrm>
            <a:off x="2495032" y="4946023"/>
            <a:ext cx="441110" cy="324477"/>
          </a:xfrm>
          <a:prstGeom prst="rect">
            <a:avLst/>
          </a:prstGeom>
        </p:spPr>
        <p:txBody>
          <a:bodyPr vert="horz" lIns="0" tIns="103884" rIns="0" bIns="103884" anchor="ctr"/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1800" b="0">
                <a:solidFill>
                  <a:schemeClr val="bg1"/>
                </a:solidFill>
                <a:latin typeface="FontAwesome"/>
                <a:cs typeface="FontAwesome"/>
              </a:defRPr>
            </a:lvl1pPr>
          </a:lstStyle>
          <a:p>
            <a:pPr lvl="0"/>
            <a:r>
              <a:rPr lang="es-ES_tradnl" dirty="0" err="1"/>
              <a:t>ico</a:t>
            </a:r>
            <a:endParaRPr lang="es-ES_tradnl" dirty="0"/>
          </a:p>
        </p:txBody>
      </p:sp>
      <p:sp>
        <p:nvSpPr>
          <p:cNvPr id="56" name="Picture Placeholder 2"/>
          <p:cNvSpPr>
            <a:spLocks noGrp="1"/>
          </p:cNvSpPr>
          <p:nvPr>
            <p:ph type="pic" sz="quarter" idx="85"/>
          </p:nvPr>
        </p:nvSpPr>
        <p:spPr>
          <a:xfrm>
            <a:off x="3255961" y="3352801"/>
            <a:ext cx="2607735" cy="1536702"/>
          </a:xfrm>
          <a:prstGeom prst="rect">
            <a:avLst/>
          </a:prstGeom>
          <a:effectLst/>
        </p:spPr>
        <p:txBody>
          <a:bodyPr vert="horz" lIns="95057" tIns="47529" rIns="95057" bIns="47529"/>
          <a:lstStyle>
            <a:lvl1pPr marL="0" indent="0" algn="ctr">
              <a:buNone/>
              <a:defRPr sz="900">
                <a:solidFill>
                  <a:srgbClr val="7F7F7F"/>
                </a:solidFill>
                <a:latin typeface="Lato Regular"/>
                <a:cs typeface="Lato Regular"/>
              </a:defRPr>
            </a:lvl1pPr>
          </a:lstStyle>
          <a:p>
            <a:endParaRPr lang="en-US" dirty="0"/>
          </a:p>
        </p:txBody>
      </p:sp>
      <p:sp>
        <p:nvSpPr>
          <p:cNvPr id="57" name="Rectangle 56"/>
          <p:cNvSpPr/>
          <p:nvPr userDrawn="1"/>
        </p:nvSpPr>
        <p:spPr>
          <a:xfrm>
            <a:off x="3255960" y="4889503"/>
            <a:ext cx="2607735" cy="482597"/>
          </a:xfrm>
          <a:prstGeom prst="rect">
            <a:avLst/>
          </a:prstGeom>
          <a:solidFill>
            <a:schemeClr val="accent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Text Placeholder 7"/>
          <p:cNvSpPr>
            <a:spLocks noGrp="1"/>
          </p:cNvSpPr>
          <p:nvPr>
            <p:ph type="body" sz="quarter" idx="86" hasCustomPrompt="1"/>
          </p:nvPr>
        </p:nvSpPr>
        <p:spPr>
          <a:xfrm>
            <a:off x="3379995" y="5022223"/>
            <a:ext cx="1922150" cy="217788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bg1"/>
                </a:solidFill>
                <a:latin typeface="Lato Light"/>
                <a:cs typeface="Lato Light"/>
              </a:defRPr>
            </a:lvl1pPr>
          </a:lstStyle>
          <a:p>
            <a:pPr lvl="0"/>
            <a:r>
              <a:rPr lang="es-ES_tradnl" dirty="0" err="1"/>
              <a:t>Subtitle</a:t>
            </a:r>
            <a:r>
              <a:rPr lang="es-ES_tradnl" dirty="0"/>
              <a:t> </a:t>
            </a:r>
            <a:r>
              <a:rPr lang="es-ES_tradnl" dirty="0" err="1"/>
              <a:t>Example</a:t>
            </a:r>
            <a:endParaRPr lang="es-ES_tradnl" dirty="0"/>
          </a:p>
        </p:txBody>
      </p:sp>
      <p:sp>
        <p:nvSpPr>
          <p:cNvPr id="59" name="Text Placeholder 7"/>
          <p:cNvSpPr>
            <a:spLocks noGrp="1"/>
          </p:cNvSpPr>
          <p:nvPr>
            <p:ph type="body" sz="quarter" idx="87" hasCustomPrompt="1"/>
          </p:nvPr>
        </p:nvSpPr>
        <p:spPr>
          <a:xfrm>
            <a:off x="5263513" y="4946023"/>
            <a:ext cx="441110" cy="324477"/>
          </a:xfrm>
          <a:prstGeom prst="rect">
            <a:avLst/>
          </a:prstGeom>
        </p:spPr>
        <p:txBody>
          <a:bodyPr vert="horz" lIns="0" tIns="103884" rIns="0" bIns="103884" anchor="ctr"/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1800" b="0">
                <a:solidFill>
                  <a:schemeClr val="bg1"/>
                </a:solidFill>
                <a:latin typeface="FontAwesome"/>
                <a:cs typeface="FontAwesome"/>
              </a:defRPr>
            </a:lvl1pPr>
          </a:lstStyle>
          <a:p>
            <a:pPr lvl="0"/>
            <a:r>
              <a:rPr lang="es-ES_tradnl" dirty="0" err="1"/>
              <a:t>ico</a:t>
            </a:r>
            <a:endParaRPr lang="es-ES_tradnl" dirty="0"/>
          </a:p>
        </p:txBody>
      </p:sp>
      <p:sp>
        <p:nvSpPr>
          <p:cNvPr id="60" name="Picture Placeholder 2"/>
          <p:cNvSpPr>
            <a:spLocks noGrp="1"/>
          </p:cNvSpPr>
          <p:nvPr>
            <p:ph type="pic" sz="quarter" idx="88"/>
          </p:nvPr>
        </p:nvSpPr>
        <p:spPr>
          <a:xfrm>
            <a:off x="6043076" y="3352801"/>
            <a:ext cx="2607735" cy="1536702"/>
          </a:xfrm>
          <a:prstGeom prst="rect">
            <a:avLst/>
          </a:prstGeom>
          <a:effectLst/>
        </p:spPr>
        <p:txBody>
          <a:bodyPr vert="horz" lIns="95057" tIns="47529" rIns="95057" bIns="47529"/>
          <a:lstStyle>
            <a:lvl1pPr marL="0" indent="0" algn="ctr">
              <a:buNone/>
              <a:defRPr sz="900">
                <a:solidFill>
                  <a:srgbClr val="7F7F7F"/>
                </a:solidFill>
                <a:latin typeface="Lato Regular"/>
                <a:cs typeface="Lato Regular"/>
              </a:defRPr>
            </a:lvl1pPr>
          </a:lstStyle>
          <a:p>
            <a:endParaRPr lang="en-US" dirty="0"/>
          </a:p>
        </p:txBody>
      </p:sp>
      <p:sp>
        <p:nvSpPr>
          <p:cNvPr id="61" name="Rectangle 60"/>
          <p:cNvSpPr/>
          <p:nvPr userDrawn="1"/>
        </p:nvSpPr>
        <p:spPr>
          <a:xfrm>
            <a:off x="6043075" y="4889503"/>
            <a:ext cx="2607735" cy="482597"/>
          </a:xfrm>
          <a:prstGeom prst="rect">
            <a:avLst/>
          </a:prstGeom>
          <a:solidFill>
            <a:schemeClr val="accent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Text Placeholder 7"/>
          <p:cNvSpPr>
            <a:spLocks noGrp="1"/>
          </p:cNvSpPr>
          <p:nvPr>
            <p:ph type="body" sz="quarter" idx="89" hasCustomPrompt="1"/>
          </p:nvPr>
        </p:nvSpPr>
        <p:spPr>
          <a:xfrm>
            <a:off x="6170074" y="5022223"/>
            <a:ext cx="1922150" cy="217788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bg1"/>
                </a:solidFill>
                <a:latin typeface="Lato Light"/>
                <a:cs typeface="Lato Light"/>
              </a:defRPr>
            </a:lvl1pPr>
          </a:lstStyle>
          <a:p>
            <a:pPr lvl="0"/>
            <a:r>
              <a:rPr lang="es-ES_tradnl" dirty="0" err="1"/>
              <a:t>Subtitle</a:t>
            </a:r>
            <a:r>
              <a:rPr lang="es-ES_tradnl" dirty="0"/>
              <a:t> </a:t>
            </a:r>
            <a:r>
              <a:rPr lang="es-ES_tradnl" dirty="0" err="1"/>
              <a:t>Example</a:t>
            </a:r>
            <a:endParaRPr lang="es-ES_tradnl" dirty="0"/>
          </a:p>
        </p:txBody>
      </p:sp>
      <p:sp>
        <p:nvSpPr>
          <p:cNvPr id="63" name="Text Placeholder 7"/>
          <p:cNvSpPr>
            <a:spLocks noGrp="1"/>
          </p:cNvSpPr>
          <p:nvPr>
            <p:ph type="body" sz="quarter" idx="90" hasCustomPrompt="1"/>
          </p:nvPr>
        </p:nvSpPr>
        <p:spPr>
          <a:xfrm>
            <a:off x="8092223" y="4946023"/>
            <a:ext cx="441110" cy="324477"/>
          </a:xfrm>
          <a:prstGeom prst="rect">
            <a:avLst/>
          </a:prstGeom>
        </p:spPr>
        <p:txBody>
          <a:bodyPr vert="horz" lIns="0" tIns="103884" rIns="0" bIns="103884" anchor="ctr"/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1800" b="0">
                <a:solidFill>
                  <a:schemeClr val="bg1"/>
                </a:solidFill>
                <a:latin typeface="FontAwesome"/>
                <a:cs typeface="FontAwesome"/>
              </a:defRPr>
            </a:lvl1pPr>
          </a:lstStyle>
          <a:p>
            <a:pPr lvl="0"/>
            <a:r>
              <a:rPr lang="es-ES_tradnl" dirty="0" err="1"/>
              <a:t>ico</a:t>
            </a:r>
            <a:endParaRPr lang="es-ES_tradnl" dirty="0"/>
          </a:p>
        </p:txBody>
      </p:sp>
    </p:spTree>
    <p:extLst>
      <p:ext uri="{BB962C8B-B14F-4D97-AF65-F5344CB8AC3E}">
        <p14:creationId xmlns:p14="http://schemas.microsoft.com/office/powerpoint/2010/main" val="17563006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4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8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500"/>
                            </p:stCondLst>
                            <p:childTnLst>
                              <p:par>
                                <p:cTn id="3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300" fill="hold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300" fill="hold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53" presetClass="entr" presetSubtype="16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4300"/>
                            </p:stCondLst>
                            <p:childTnLst>
                              <p:par>
                                <p:cTn id="4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5000"/>
                            </p:stCondLst>
                            <p:childTnLst>
                              <p:par>
                                <p:cTn id="5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300" fill="hold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300" fill="hold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300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53" presetClass="entr" presetSubtype="16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5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6800"/>
                            </p:stCondLst>
                            <p:childTnLst>
                              <p:par>
                                <p:cTn id="6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7500"/>
                            </p:stCondLst>
                            <p:childTnLst>
                              <p:par>
                                <p:cTn id="7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300" fill="hold"/>
                                        <p:tgtEl>
                                          <p:spTgt spid="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300" fill="hold"/>
                                        <p:tgtEl>
                                          <p:spTgt spid="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" dur="300"/>
                                        <p:tgtEl>
                                          <p:spTgt spid="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53" presetClass="entr" presetSubtype="16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7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9" dur="1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9300"/>
                            </p:stCondLst>
                            <p:childTnLst>
                              <p:par>
                                <p:cTn id="8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10000"/>
                            </p:stCondLst>
                            <p:childTnLst>
                              <p:par>
                                <p:cTn id="9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2" dur="300" fill="hold"/>
                                        <p:tgtEl>
                                          <p:spTgt spid="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300" fill="hold"/>
                                        <p:tgtEl>
                                          <p:spTgt spid="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4" dur="300"/>
                                        <p:tgtEl>
                                          <p:spTgt spid="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53" presetClass="entr" presetSubtype="16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9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7" dur="1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1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9" dur="10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>
                            <p:stCondLst>
                              <p:cond delay="11800"/>
                            </p:stCondLst>
                            <p:childTnLst>
                              <p:par>
                                <p:cTn id="10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3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7" dur="500" fill="hold"/>
                                        <p:tgtEl>
                                          <p:spTgt spid="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8" dur="500" fill="hold"/>
                                        <p:tgtEl>
                                          <p:spTgt spid="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9" fill="hold">
                            <p:stCondLst>
                              <p:cond delay="12500"/>
                            </p:stCondLst>
                            <p:childTnLst>
                              <p:par>
                                <p:cTn id="11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2" dur="300" fill="hold"/>
                                        <p:tgtEl>
                                          <p:spTgt spid="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3" dur="300" fill="hold"/>
                                        <p:tgtEl>
                                          <p:spTgt spid="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4" dur="300"/>
                                        <p:tgtEl>
                                          <p:spTgt spid="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53" presetClass="entr" presetSubtype="16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1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7" dur="10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8" dur="10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9" dur="10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0" fill="hold">
                            <p:stCondLst>
                              <p:cond delay="14300"/>
                            </p:stCondLst>
                            <p:childTnLst>
                              <p:par>
                                <p:cTn id="1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3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500"/>
                                        <p:tgtEl>
                                          <p:spTgt spid="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7" dur="500" fill="hold"/>
                                        <p:tgtEl>
                                          <p:spTgt spid="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8" dur="500" fill="hold"/>
                                        <p:tgtEl>
                                          <p:spTgt spid="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9" fill="hold">
                            <p:stCondLst>
                              <p:cond delay="15000"/>
                            </p:stCondLst>
                            <p:childTnLst>
                              <p:par>
                                <p:cTn id="13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2" dur="300" fill="hold"/>
                                        <p:tgtEl>
                                          <p:spTgt spid="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3" dur="300" fill="hold"/>
                                        <p:tgtEl>
                                          <p:spTgt spid="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4" dur="300"/>
                                        <p:tgtEl>
                                          <p:spTgt spid="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400"/>
                        <p:tgtEl>
                          <p:spTgt spid="8"/>
                        </p:tgtEl>
                      </p:cBhvr>
                    </p:animEffect>
                    <p:anim calcmode="lin" valueType="num">
                      <p:cBhvr>
                        <p:cTn dur="400" fill="hold"/>
                        <p:tgtEl>
                          <p:spTgt spid="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400" fill="hold"/>
                        <p:tgtEl>
                          <p:spTgt spid="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6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6"/>
                        </p:tgtEl>
                      </p:cBhvr>
                    </p:animEffect>
                    <p:anim calcmode="lin" valueType="num">
                      <p:cBhvr>
                        <p:cTn dur="500" fill="hold"/>
                        <p:tgtEl>
                          <p:spTgt spid="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2" grpId="0"/>
      <p:bldP spid="23" grpId="0" animBg="1"/>
      <p:bldP spid="25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5"/>
                        </p:tgtEl>
                      </p:cBhvr>
                    </p:animEffect>
                    <p:anim calcmode="lin" valueType="num">
                      <p:cBhvr>
                        <p:cTn dur="500" fill="hold"/>
                        <p:tgtEl>
                          <p:spTgt spid="2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2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7" grpId="0" build="p">
        <p:tmplLst>
          <p:tmpl lvl="1">
            <p:tnLst>
              <p:par>
                <p:cTn presetID="53" presetClass="entr" presetSubtype="16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300" fill="hold"/>
                        <p:tgtEl>
                          <p:spTgt spid="27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300" fill="hold"/>
                        <p:tgtEl>
                          <p:spTgt spid="27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300"/>
                        <p:tgtEl>
                          <p:spTgt spid="2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8" grpId="0"/>
      <p:bldP spid="29" grpId="0" animBg="1"/>
      <p:bldP spid="31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1"/>
                        </p:tgtEl>
                      </p:cBhvr>
                    </p:animEffect>
                    <p:anim calcmode="lin" valueType="num">
                      <p:cBhvr>
                        <p:cTn dur="500" fill="hold"/>
                        <p:tgtEl>
                          <p:spTgt spid="3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3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3" grpId="0" build="p">
        <p:tmplLst>
          <p:tmpl lvl="1">
            <p:tnLst>
              <p:par>
                <p:cTn presetID="53" presetClass="entr" presetSubtype="16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300" fill="hold"/>
                        <p:tgtEl>
                          <p:spTgt spid="33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300" fill="hold"/>
                        <p:tgtEl>
                          <p:spTgt spid="33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300"/>
                        <p:tgtEl>
                          <p:spTgt spid="3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1" grpId="0"/>
      <p:bldP spid="42" grpId="0" animBg="1"/>
      <p:bldP spid="46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6"/>
                        </p:tgtEl>
                      </p:cBhvr>
                    </p:animEffect>
                    <p:anim calcmode="lin" valueType="num">
                      <p:cBhvr>
                        <p:cTn dur="500" fill="hold"/>
                        <p:tgtEl>
                          <p:spTgt spid="4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4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55" grpId="0" build="p">
        <p:tmplLst>
          <p:tmpl lvl="1">
            <p:tnLst>
              <p:par>
                <p:cTn presetID="53" presetClass="entr" presetSubtype="16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300" fill="hold"/>
                        <p:tgtEl>
                          <p:spTgt spid="55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300" fill="hold"/>
                        <p:tgtEl>
                          <p:spTgt spid="55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300"/>
                        <p:tgtEl>
                          <p:spTgt spid="5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1" grpId="0"/>
      <p:bldP spid="52" grpId="0" animBg="1"/>
      <p:bldP spid="53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53"/>
                        </p:tgtEl>
                      </p:cBhvr>
                    </p:animEffect>
                    <p:anim calcmode="lin" valueType="num">
                      <p:cBhvr>
                        <p:cTn dur="500" fill="hold"/>
                        <p:tgtEl>
                          <p:spTgt spid="5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5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54" grpId="0" build="p">
        <p:tmplLst>
          <p:tmpl lvl="1">
            <p:tnLst>
              <p:par>
                <p:cTn presetID="53" presetClass="entr" presetSubtype="16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300" fill="hold"/>
                        <p:tgtEl>
                          <p:spTgt spid="54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300" fill="hold"/>
                        <p:tgtEl>
                          <p:spTgt spid="54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300"/>
                        <p:tgtEl>
                          <p:spTgt spid="5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6" grpId="0"/>
      <p:bldP spid="57" grpId="0" animBg="1"/>
      <p:bldP spid="58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58"/>
                        </p:tgtEl>
                      </p:cBhvr>
                    </p:animEffect>
                    <p:anim calcmode="lin" valueType="num">
                      <p:cBhvr>
                        <p:cTn dur="500" fill="hold"/>
                        <p:tgtEl>
                          <p:spTgt spid="5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5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59" grpId="0" build="p">
        <p:tmplLst>
          <p:tmpl lvl="1">
            <p:tnLst>
              <p:par>
                <p:cTn presetID="53" presetClass="entr" presetSubtype="16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300" fill="hold"/>
                        <p:tgtEl>
                          <p:spTgt spid="59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300" fill="hold"/>
                        <p:tgtEl>
                          <p:spTgt spid="59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300"/>
                        <p:tgtEl>
                          <p:spTgt spid="5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60" grpId="0"/>
      <p:bldP spid="61" grpId="0" animBg="1"/>
      <p:bldP spid="62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62"/>
                        </p:tgtEl>
                      </p:cBhvr>
                    </p:animEffect>
                    <p:anim calcmode="lin" valueType="num">
                      <p:cBhvr>
                        <p:cTn dur="500" fill="hold"/>
                        <p:tgtEl>
                          <p:spTgt spid="6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6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63" grpId="0" build="p">
        <p:tmplLst>
          <p:tmpl lvl="1">
            <p:tnLst>
              <p:par>
                <p:cTn presetID="53" presetClass="entr" presetSubtype="16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300" fill="hold"/>
                        <p:tgtEl>
                          <p:spTgt spid="63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300" fill="hold"/>
                        <p:tgtEl>
                          <p:spTgt spid="63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300"/>
                        <p:tgtEl>
                          <p:spTgt spid="63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les images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"/>
          <p:cNvSpPr>
            <a:spLocks noGrp="1" noChangeAspect="1"/>
          </p:cNvSpPr>
          <p:nvPr>
            <p:ph type="pic" sz="quarter" idx="48"/>
          </p:nvPr>
        </p:nvSpPr>
        <p:spPr>
          <a:xfrm>
            <a:off x="0" y="0"/>
            <a:ext cx="1295996" cy="1295996"/>
          </a:xfrm>
          <a:prstGeom prst="rect">
            <a:avLst/>
          </a:prstGeom>
          <a:effectLst/>
        </p:spPr>
        <p:txBody>
          <a:bodyPr vert="horz" lIns="95057" tIns="47529" rIns="95057" bIns="47529"/>
          <a:lstStyle>
            <a:lvl1pPr marL="0" indent="0" algn="ctr">
              <a:buNone/>
              <a:defRPr sz="900">
                <a:solidFill>
                  <a:srgbClr val="7F7F7F"/>
                </a:solidFill>
                <a:latin typeface="Lato Regular"/>
                <a:cs typeface="Lato Regular"/>
              </a:defRPr>
            </a:lvl1pPr>
          </a:lstStyle>
          <a:p>
            <a:endParaRPr lang="en-US" dirty="0"/>
          </a:p>
        </p:txBody>
      </p:sp>
      <p:sp>
        <p:nvSpPr>
          <p:cNvPr id="73" name="Picture Placeholder 2"/>
          <p:cNvSpPr>
            <a:spLocks noGrp="1" noChangeAspect="1"/>
          </p:cNvSpPr>
          <p:nvPr>
            <p:ph type="pic" sz="quarter" idx="49"/>
          </p:nvPr>
        </p:nvSpPr>
        <p:spPr>
          <a:xfrm>
            <a:off x="1295997" y="0"/>
            <a:ext cx="1295996" cy="1295996"/>
          </a:xfrm>
          <a:prstGeom prst="rect">
            <a:avLst/>
          </a:prstGeom>
          <a:effectLst/>
        </p:spPr>
        <p:txBody>
          <a:bodyPr vert="horz" lIns="95057" tIns="47529" rIns="95057" bIns="47529"/>
          <a:lstStyle>
            <a:lvl1pPr marL="0" indent="0" algn="ctr">
              <a:buNone/>
              <a:defRPr sz="900">
                <a:solidFill>
                  <a:srgbClr val="7F7F7F"/>
                </a:solidFill>
                <a:latin typeface="Lato Regular"/>
                <a:cs typeface="Lato Regular"/>
              </a:defRPr>
            </a:lvl1pPr>
          </a:lstStyle>
          <a:p>
            <a:endParaRPr lang="en-US" dirty="0"/>
          </a:p>
        </p:txBody>
      </p:sp>
      <p:sp>
        <p:nvSpPr>
          <p:cNvPr id="74" name="Picture Placeholder 2"/>
          <p:cNvSpPr>
            <a:spLocks noGrp="1" noChangeAspect="1"/>
          </p:cNvSpPr>
          <p:nvPr>
            <p:ph type="pic" sz="quarter" idx="50"/>
          </p:nvPr>
        </p:nvSpPr>
        <p:spPr>
          <a:xfrm>
            <a:off x="2591994" y="0"/>
            <a:ext cx="1295996" cy="1295996"/>
          </a:xfrm>
          <a:prstGeom prst="rect">
            <a:avLst/>
          </a:prstGeom>
          <a:effectLst/>
        </p:spPr>
        <p:txBody>
          <a:bodyPr vert="horz" lIns="95057" tIns="47529" rIns="95057" bIns="47529"/>
          <a:lstStyle>
            <a:lvl1pPr marL="0" indent="0" algn="ctr">
              <a:buNone/>
              <a:defRPr sz="900">
                <a:solidFill>
                  <a:srgbClr val="7F7F7F"/>
                </a:solidFill>
                <a:latin typeface="Lato Regular"/>
                <a:cs typeface="Lato Regular"/>
              </a:defRPr>
            </a:lvl1pPr>
          </a:lstStyle>
          <a:p>
            <a:endParaRPr lang="en-US" dirty="0"/>
          </a:p>
        </p:txBody>
      </p:sp>
      <p:sp>
        <p:nvSpPr>
          <p:cNvPr id="75" name="Picture Placeholder 2"/>
          <p:cNvSpPr>
            <a:spLocks noGrp="1" noChangeAspect="1"/>
          </p:cNvSpPr>
          <p:nvPr>
            <p:ph type="pic" sz="quarter" idx="51"/>
          </p:nvPr>
        </p:nvSpPr>
        <p:spPr>
          <a:xfrm>
            <a:off x="3887991" y="0"/>
            <a:ext cx="1295996" cy="1295996"/>
          </a:xfrm>
          <a:prstGeom prst="rect">
            <a:avLst/>
          </a:prstGeom>
          <a:effectLst/>
        </p:spPr>
        <p:txBody>
          <a:bodyPr vert="horz" lIns="95057" tIns="47529" rIns="95057" bIns="47529"/>
          <a:lstStyle>
            <a:lvl1pPr marL="0" indent="0" algn="ctr">
              <a:buNone/>
              <a:defRPr sz="900">
                <a:solidFill>
                  <a:srgbClr val="7F7F7F"/>
                </a:solidFill>
                <a:latin typeface="Lato Regular"/>
                <a:cs typeface="Lato Regular"/>
              </a:defRPr>
            </a:lvl1pPr>
          </a:lstStyle>
          <a:p>
            <a:endParaRPr lang="en-US" dirty="0"/>
          </a:p>
        </p:txBody>
      </p:sp>
      <p:sp>
        <p:nvSpPr>
          <p:cNvPr id="76" name="Picture Placeholder 2"/>
          <p:cNvSpPr>
            <a:spLocks noGrp="1" noChangeAspect="1"/>
          </p:cNvSpPr>
          <p:nvPr>
            <p:ph type="pic" sz="quarter" idx="52"/>
          </p:nvPr>
        </p:nvSpPr>
        <p:spPr>
          <a:xfrm>
            <a:off x="5183988" y="0"/>
            <a:ext cx="1295996" cy="1295996"/>
          </a:xfrm>
          <a:prstGeom prst="rect">
            <a:avLst/>
          </a:prstGeom>
          <a:effectLst/>
        </p:spPr>
        <p:txBody>
          <a:bodyPr vert="horz" lIns="95057" tIns="47529" rIns="95057" bIns="47529"/>
          <a:lstStyle>
            <a:lvl1pPr marL="0" indent="0" algn="ctr">
              <a:buNone/>
              <a:defRPr sz="900">
                <a:solidFill>
                  <a:srgbClr val="7F7F7F"/>
                </a:solidFill>
                <a:latin typeface="Lato Regular"/>
                <a:cs typeface="Lato Regular"/>
              </a:defRPr>
            </a:lvl1pPr>
          </a:lstStyle>
          <a:p>
            <a:endParaRPr lang="en-US" dirty="0"/>
          </a:p>
        </p:txBody>
      </p:sp>
      <p:sp>
        <p:nvSpPr>
          <p:cNvPr id="77" name="Picture Placeholder 2"/>
          <p:cNvSpPr>
            <a:spLocks noGrp="1" noChangeAspect="1"/>
          </p:cNvSpPr>
          <p:nvPr>
            <p:ph type="pic" sz="quarter" idx="53"/>
          </p:nvPr>
        </p:nvSpPr>
        <p:spPr>
          <a:xfrm>
            <a:off x="6479985" y="0"/>
            <a:ext cx="1295996" cy="1295996"/>
          </a:xfrm>
          <a:prstGeom prst="rect">
            <a:avLst/>
          </a:prstGeom>
          <a:effectLst/>
        </p:spPr>
        <p:txBody>
          <a:bodyPr vert="horz" lIns="95057" tIns="47529" rIns="95057" bIns="47529"/>
          <a:lstStyle>
            <a:lvl1pPr marL="0" indent="0" algn="ctr">
              <a:buNone/>
              <a:defRPr sz="900">
                <a:solidFill>
                  <a:srgbClr val="7F7F7F"/>
                </a:solidFill>
                <a:latin typeface="Lato Regular"/>
                <a:cs typeface="Lato Regular"/>
              </a:defRPr>
            </a:lvl1pPr>
          </a:lstStyle>
          <a:p>
            <a:endParaRPr lang="en-US" dirty="0"/>
          </a:p>
        </p:txBody>
      </p:sp>
      <p:sp>
        <p:nvSpPr>
          <p:cNvPr id="78" name="Picture Placeholder 2"/>
          <p:cNvSpPr>
            <a:spLocks noGrp="1" noChangeAspect="1"/>
          </p:cNvSpPr>
          <p:nvPr>
            <p:ph type="pic" sz="quarter" idx="54"/>
          </p:nvPr>
        </p:nvSpPr>
        <p:spPr>
          <a:xfrm>
            <a:off x="7775982" y="0"/>
            <a:ext cx="1368018" cy="1295996"/>
          </a:xfrm>
          <a:prstGeom prst="rect">
            <a:avLst/>
          </a:prstGeom>
          <a:effectLst/>
        </p:spPr>
        <p:txBody>
          <a:bodyPr vert="horz" lIns="95057" tIns="47529" rIns="95057" bIns="47529"/>
          <a:lstStyle>
            <a:lvl1pPr marL="0" indent="0" algn="ctr">
              <a:buNone/>
              <a:defRPr sz="900">
                <a:solidFill>
                  <a:srgbClr val="7F7F7F"/>
                </a:solidFill>
                <a:latin typeface="Lato Regular"/>
                <a:cs typeface="Lato Regular"/>
              </a:defRPr>
            </a:lvl1pPr>
          </a:lstStyle>
          <a:p>
            <a:endParaRPr lang="en-US" dirty="0"/>
          </a:p>
        </p:txBody>
      </p:sp>
      <p:sp>
        <p:nvSpPr>
          <p:cNvPr id="79" name="Picture Placeholder 2"/>
          <p:cNvSpPr>
            <a:spLocks noGrp="1" noChangeAspect="1"/>
          </p:cNvSpPr>
          <p:nvPr>
            <p:ph type="pic" sz="quarter" idx="55"/>
          </p:nvPr>
        </p:nvSpPr>
        <p:spPr>
          <a:xfrm>
            <a:off x="0" y="1295996"/>
            <a:ext cx="1295996" cy="1295996"/>
          </a:xfrm>
          <a:prstGeom prst="rect">
            <a:avLst/>
          </a:prstGeom>
          <a:effectLst/>
        </p:spPr>
        <p:txBody>
          <a:bodyPr vert="horz" lIns="95057" tIns="47529" rIns="95057" bIns="47529"/>
          <a:lstStyle>
            <a:lvl1pPr marL="0" indent="0" algn="ctr">
              <a:buNone/>
              <a:defRPr sz="900">
                <a:solidFill>
                  <a:srgbClr val="7F7F7F"/>
                </a:solidFill>
                <a:latin typeface="Lato Regular"/>
                <a:cs typeface="Lato Regular"/>
              </a:defRPr>
            </a:lvl1pPr>
          </a:lstStyle>
          <a:p>
            <a:endParaRPr lang="en-US" dirty="0"/>
          </a:p>
        </p:txBody>
      </p:sp>
      <p:sp>
        <p:nvSpPr>
          <p:cNvPr id="80" name="Picture Placeholder 2"/>
          <p:cNvSpPr>
            <a:spLocks noGrp="1" noChangeAspect="1"/>
          </p:cNvSpPr>
          <p:nvPr>
            <p:ph type="pic" sz="quarter" idx="56"/>
          </p:nvPr>
        </p:nvSpPr>
        <p:spPr>
          <a:xfrm>
            <a:off x="1295997" y="1295996"/>
            <a:ext cx="1295996" cy="1295996"/>
          </a:xfrm>
          <a:prstGeom prst="rect">
            <a:avLst/>
          </a:prstGeom>
          <a:effectLst/>
        </p:spPr>
        <p:txBody>
          <a:bodyPr vert="horz" lIns="95057" tIns="47529" rIns="95057" bIns="47529"/>
          <a:lstStyle>
            <a:lvl1pPr marL="0" indent="0" algn="ctr">
              <a:buNone/>
              <a:defRPr sz="900">
                <a:solidFill>
                  <a:srgbClr val="7F7F7F"/>
                </a:solidFill>
                <a:latin typeface="Lato Regular"/>
                <a:cs typeface="Lato Regular"/>
              </a:defRPr>
            </a:lvl1pPr>
          </a:lstStyle>
          <a:p>
            <a:endParaRPr lang="en-US" dirty="0"/>
          </a:p>
        </p:txBody>
      </p:sp>
      <p:sp>
        <p:nvSpPr>
          <p:cNvPr id="81" name="Picture Placeholder 2"/>
          <p:cNvSpPr>
            <a:spLocks noGrp="1" noChangeAspect="1"/>
          </p:cNvSpPr>
          <p:nvPr>
            <p:ph type="pic" sz="quarter" idx="57"/>
          </p:nvPr>
        </p:nvSpPr>
        <p:spPr>
          <a:xfrm>
            <a:off x="2591994" y="1295996"/>
            <a:ext cx="1295996" cy="1295996"/>
          </a:xfrm>
          <a:prstGeom prst="rect">
            <a:avLst/>
          </a:prstGeom>
          <a:effectLst/>
        </p:spPr>
        <p:txBody>
          <a:bodyPr vert="horz" lIns="95057" tIns="47529" rIns="95057" bIns="47529"/>
          <a:lstStyle>
            <a:lvl1pPr marL="0" indent="0" algn="ctr">
              <a:buNone/>
              <a:defRPr sz="900">
                <a:solidFill>
                  <a:srgbClr val="7F7F7F"/>
                </a:solidFill>
                <a:latin typeface="Lato Regular"/>
                <a:cs typeface="Lato Regular"/>
              </a:defRPr>
            </a:lvl1pPr>
          </a:lstStyle>
          <a:p>
            <a:endParaRPr lang="en-US" dirty="0"/>
          </a:p>
        </p:txBody>
      </p:sp>
      <p:sp>
        <p:nvSpPr>
          <p:cNvPr id="82" name="Picture Placeholder 2"/>
          <p:cNvSpPr>
            <a:spLocks noGrp="1" noChangeAspect="1"/>
          </p:cNvSpPr>
          <p:nvPr>
            <p:ph type="pic" sz="quarter" idx="58"/>
          </p:nvPr>
        </p:nvSpPr>
        <p:spPr>
          <a:xfrm>
            <a:off x="3887991" y="1295996"/>
            <a:ext cx="1295996" cy="1295996"/>
          </a:xfrm>
          <a:prstGeom prst="rect">
            <a:avLst/>
          </a:prstGeom>
          <a:effectLst/>
        </p:spPr>
        <p:txBody>
          <a:bodyPr vert="horz" lIns="95057" tIns="47529" rIns="95057" bIns="47529"/>
          <a:lstStyle>
            <a:lvl1pPr marL="0" indent="0" algn="ctr">
              <a:buNone/>
              <a:defRPr sz="900">
                <a:solidFill>
                  <a:srgbClr val="7F7F7F"/>
                </a:solidFill>
                <a:latin typeface="Lato Regular"/>
                <a:cs typeface="Lato Regular"/>
              </a:defRPr>
            </a:lvl1pPr>
          </a:lstStyle>
          <a:p>
            <a:endParaRPr lang="en-US" dirty="0"/>
          </a:p>
        </p:txBody>
      </p:sp>
      <p:sp>
        <p:nvSpPr>
          <p:cNvPr id="83" name="Picture Placeholder 2"/>
          <p:cNvSpPr>
            <a:spLocks noGrp="1" noChangeAspect="1"/>
          </p:cNvSpPr>
          <p:nvPr>
            <p:ph type="pic" sz="quarter" idx="59"/>
          </p:nvPr>
        </p:nvSpPr>
        <p:spPr>
          <a:xfrm>
            <a:off x="5183988" y="1295996"/>
            <a:ext cx="1295996" cy="1295996"/>
          </a:xfrm>
          <a:prstGeom prst="rect">
            <a:avLst/>
          </a:prstGeom>
          <a:effectLst/>
        </p:spPr>
        <p:txBody>
          <a:bodyPr vert="horz" lIns="95057" tIns="47529" rIns="95057" bIns="47529"/>
          <a:lstStyle>
            <a:lvl1pPr marL="0" indent="0" algn="ctr">
              <a:buNone/>
              <a:defRPr sz="900">
                <a:solidFill>
                  <a:srgbClr val="7F7F7F"/>
                </a:solidFill>
                <a:latin typeface="Lato Regular"/>
                <a:cs typeface="Lato Regular"/>
              </a:defRPr>
            </a:lvl1pPr>
          </a:lstStyle>
          <a:p>
            <a:endParaRPr lang="en-US" dirty="0"/>
          </a:p>
        </p:txBody>
      </p:sp>
      <p:sp>
        <p:nvSpPr>
          <p:cNvPr id="84" name="Picture Placeholder 2"/>
          <p:cNvSpPr>
            <a:spLocks noGrp="1" noChangeAspect="1"/>
          </p:cNvSpPr>
          <p:nvPr>
            <p:ph type="pic" sz="quarter" idx="60"/>
          </p:nvPr>
        </p:nvSpPr>
        <p:spPr>
          <a:xfrm>
            <a:off x="6479985" y="1295996"/>
            <a:ext cx="1295996" cy="1295996"/>
          </a:xfrm>
          <a:prstGeom prst="rect">
            <a:avLst/>
          </a:prstGeom>
          <a:effectLst/>
        </p:spPr>
        <p:txBody>
          <a:bodyPr vert="horz" lIns="95057" tIns="47529" rIns="95057" bIns="47529"/>
          <a:lstStyle>
            <a:lvl1pPr marL="0" indent="0" algn="ctr">
              <a:buNone/>
              <a:defRPr sz="900">
                <a:solidFill>
                  <a:srgbClr val="7F7F7F"/>
                </a:solidFill>
                <a:latin typeface="Lato Regular"/>
                <a:cs typeface="Lato Regular"/>
              </a:defRPr>
            </a:lvl1pPr>
          </a:lstStyle>
          <a:p>
            <a:endParaRPr lang="en-US" dirty="0"/>
          </a:p>
        </p:txBody>
      </p:sp>
      <p:sp>
        <p:nvSpPr>
          <p:cNvPr id="85" name="Picture Placeholder 2"/>
          <p:cNvSpPr>
            <a:spLocks noGrp="1" noChangeAspect="1"/>
          </p:cNvSpPr>
          <p:nvPr>
            <p:ph type="pic" sz="quarter" idx="61"/>
          </p:nvPr>
        </p:nvSpPr>
        <p:spPr>
          <a:xfrm>
            <a:off x="7775982" y="1295996"/>
            <a:ext cx="1368018" cy="1295996"/>
          </a:xfrm>
          <a:prstGeom prst="rect">
            <a:avLst/>
          </a:prstGeom>
          <a:effectLst/>
        </p:spPr>
        <p:txBody>
          <a:bodyPr vert="horz" lIns="95057" tIns="47529" rIns="95057" bIns="47529"/>
          <a:lstStyle>
            <a:lvl1pPr marL="0" indent="0" algn="ctr">
              <a:buNone/>
              <a:defRPr sz="900">
                <a:solidFill>
                  <a:srgbClr val="7F7F7F"/>
                </a:solidFill>
                <a:latin typeface="Lato Regular"/>
                <a:cs typeface="Lato Regular"/>
              </a:defRPr>
            </a:lvl1pPr>
          </a:lstStyle>
          <a:p>
            <a:endParaRPr lang="en-US" dirty="0"/>
          </a:p>
        </p:txBody>
      </p:sp>
      <p:sp>
        <p:nvSpPr>
          <p:cNvPr id="86" name="Picture Placeholder 2"/>
          <p:cNvSpPr>
            <a:spLocks noGrp="1" noChangeAspect="1"/>
          </p:cNvSpPr>
          <p:nvPr>
            <p:ph type="pic" sz="quarter" idx="62"/>
          </p:nvPr>
        </p:nvSpPr>
        <p:spPr>
          <a:xfrm>
            <a:off x="0" y="2591992"/>
            <a:ext cx="1295996" cy="1295996"/>
          </a:xfrm>
          <a:prstGeom prst="rect">
            <a:avLst/>
          </a:prstGeom>
          <a:effectLst/>
        </p:spPr>
        <p:txBody>
          <a:bodyPr vert="horz" lIns="95057" tIns="47529" rIns="95057" bIns="47529"/>
          <a:lstStyle>
            <a:lvl1pPr marL="0" indent="0" algn="ctr">
              <a:buNone/>
              <a:defRPr sz="900">
                <a:solidFill>
                  <a:srgbClr val="7F7F7F"/>
                </a:solidFill>
                <a:latin typeface="Lato Regular"/>
                <a:cs typeface="Lato Regular"/>
              </a:defRPr>
            </a:lvl1pPr>
          </a:lstStyle>
          <a:p>
            <a:endParaRPr lang="en-US" dirty="0"/>
          </a:p>
        </p:txBody>
      </p:sp>
      <p:sp>
        <p:nvSpPr>
          <p:cNvPr id="87" name="Picture Placeholder 2"/>
          <p:cNvSpPr>
            <a:spLocks noGrp="1" noChangeAspect="1"/>
          </p:cNvSpPr>
          <p:nvPr>
            <p:ph type="pic" sz="quarter" idx="63"/>
          </p:nvPr>
        </p:nvSpPr>
        <p:spPr>
          <a:xfrm>
            <a:off x="1295997" y="2591992"/>
            <a:ext cx="1295996" cy="1295996"/>
          </a:xfrm>
          <a:prstGeom prst="rect">
            <a:avLst/>
          </a:prstGeom>
          <a:effectLst/>
        </p:spPr>
        <p:txBody>
          <a:bodyPr vert="horz" lIns="95057" tIns="47529" rIns="95057" bIns="47529"/>
          <a:lstStyle>
            <a:lvl1pPr marL="0" indent="0" algn="ctr">
              <a:buNone/>
              <a:defRPr sz="900">
                <a:solidFill>
                  <a:srgbClr val="7F7F7F"/>
                </a:solidFill>
                <a:latin typeface="Lato Regular"/>
                <a:cs typeface="Lato Regular"/>
              </a:defRPr>
            </a:lvl1pPr>
          </a:lstStyle>
          <a:p>
            <a:endParaRPr lang="en-US" dirty="0"/>
          </a:p>
        </p:txBody>
      </p:sp>
      <p:sp>
        <p:nvSpPr>
          <p:cNvPr id="88" name="Picture Placeholder 2"/>
          <p:cNvSpPr>
            <a:spLocks noGrp="1" noChangeAspect="1"/>
          </p:cNvSpPr>
          <p:nvPr>
            <p:ph type="pic" sz="quarter" idx="64"/>
          </p:nvPr>
        </p:nvSpPr>
        <p:spPr>
          <a:xfrm>
            <a:off x="2591994" y="2591992"/>
            <a:ext cx="1295996" cy="1295996"/>
          </a:xfrm>
          <a:prstGeom prst="rect">
            <a:avLst/>
          </a:prstGeom>
          <a:effectLst/>
        </p:spPr>
        <p:txBody>
          <a:bodyPr vert="horz" lIns="95057" tIns="47529" rIns="95057" bIns="47529"/>
          <a:lstStyle>
            <a:lvl1pPr marL="0" indent="0" algn="ctr">
              <a:buNone/>
              <a:defRPr sz="900">
                <a:solidFill>
                  <a:srgbClr val="7F7F7F"/>
                </a:solidFill>
                <a:latin typeface="Lato Regular"/>
                <a:cs typeface="Lato Regular"/>
              </a:defRPr>
            </a:lvl1pPr>
          </a:lstStyle>
          <a:p>
            <a:endParaRPr lang="en-US" dirty="0"/>
          </a:p>
        </p:txBody>
      </p:sp>
      <p:sp>
        <p:nvSpPr>
          <p:cNvPr id="89" name="Picture Placeholder 2"/>
          <p:cNvSpPr>
            <a:spLocks noGrp="1" noChangeAspect="1"/>
          </p:cNvSpPr>
          <p:nvPr>
            <p:ph type="pic" sz="quarter" idx="65"/>
          </p:nvPr>
        </p:nvSpPr>
        <p:spPr>
          <a:xfrm>
            <a:off x="3887991" y="2591992"/>
            <a:ext cx="1295996" cy="1295996"/>
          </a:xfrm>
          <a:prstGeom prst="rect">
            <a:avLst/>
          </a:prstGeom>
          <a:effectLst/>
        </p:spPr>
        <p:txBody>
          <a:bodyPr vert="horz" lIns="95057" tIns="47529" rIns="95057" bIns="47529"/>
          <a:lstStyle>
            <a:lvl1pPr marL="0" indent="0" algn="ctr">
              <a:buNone/>
              <a:defRPr sz="900">
                <a:solidFill>
                  <a:srgbClr val="7F7F7F"/>
                </a:solidFill>
                <a:latin typeface="Lato Regular"/>
                <a:cs typeface="Lato Regular"/>
              </a:defRPr>
            </a:lvl1pPr>
          </a:lstStyle>
          <a:p>
            <a:endParaRPr lang="en-US" dirty="0"/>
          </a:p>
        </p:txBody>
      </p:sp>
      <p:sp>
        <p:nvSpPr>
          <p:cNvPr id="90" name="Picture Placeholder 2"/>
          <p:cNvSpPr>
            <a:spLocks noGrp="1" noChangeAspect="1"/>
          </p:cNvSpPr>
          <p:nvPr>
            <p:ph type="pic" sz="quarter" idx="66"/>
          </p:nvPr>
        </p:nvSpPr>
        <p:spPr>
          <a:xfrm>
            <a:off x="5183988" y="2591992"/>
            <a:ext cx="1295996" cy="1295996"/>
          </a:xfrm>
          <a:prstGeom prst="rect">
            <a:avLst/>
          </a:prstGeom>
          <a:effectLst/>
        </p:spPr>
        <p:txBody>
          <a:bodyPr vert="horz" lIns="95057" tIns="47529" rIns="95057" bIns="47529"/>
          <a:lstStyle>
            <a:lvl1pPr marL="0" indent="0" algn="ctr">
              <a:buNone/>
              <a:defRPr sz="900">
                <a:solidFill>
                  <a:srgbClr val="7F7F7F"/>
                </a:solidFill>
                <a:latin typeface="Lato Regular"/>
                <a:cs typeface="Lato Regular"/>
              </a:defRPr>
            </a:lvl1pPr>
          </a:lstStyle>
          <a:p>
            <a:endParaRPr lang="en-US" dirty="0"/>
          </a:p>
        </p:txBody>
      </p:sp>
      <p:sp>
        <p:nvSpPr>
          <p:cNvPr id="91" name="Picture Placeholder 2"/>
          <p:cNvSpPr>
            <a:spLocks noGrp="1" noChangeAspect="1"/>
          </p:cNvSpPr>
          <p:nvPr>
            <p:ph type="pic" sz="quarter" idx="67"/>
          </p:nvPr>
        </p:nvSpPr>
        <p:spPr>
          <a:xfrm>
            <a:off x="6479985" y="2591992"/>
            <a:ext cx="1295996" cy="1295996"/>
          </a:xfrm>
          <a:prstGeom prst="rect">
            <a:avLst/>
          </a:prstGeom>
          <a:effectLst/>
        </p:spPr>
        <p:txBody>
          <a:bodyPr vert="horz" lIns="95057" tIns="47529" rIns="95057" bIns="47529"/>
          <a:lstStyle>
            <a:lvl1pPr marL="0" indent="0" algn="ctr">
              <a:buNone/>
              <a:defRPr sz="900">
                <a:solidFill>
                  <a:srgbClr val="7F7F7F"/>
                </a:solidFill>
                <a:latin typeface="Lato Regular"/>
                <a:cs typeface="Lato Regular"/>
              </a:defRPr>
            </a:lvl1pPr>
          </a:lstStyle>
          <a:p>
            <a:endParaRPr lang="en-US" dirty="0"/>
          </a:p>
        </p:txBody>
      </p:sp>
      <p:sp>
        <p:nvSpPr>
          <p:cNvPr id="92" name="Picture Placeholder 2"/>
          <p:cNvSpPr>
            <a:spLocks noGrp="1" noChangeAspect="1"/>
          </p:cNvSpPr>
          <p:nvPr>
            <p:ph type="pic" sz="quarter" idx="68"/>
          </p:nvPr>
        </p:nvSpPr>
        <p:spPr>
          <a:xfrm>
            <a:off x="7775982" y="2591992"/>
            <a:ext cx="1368018" cy="1295996"/>
          </a:xfrm>
          <a:prstGeom prst="rect">
            <a:avLst/>
          </a:prstGeom>
          <a:effectLst/>
        </p:spPr>
        <p:txBody>
          <a:bodyPr vert="horz" lIns="95057" tIns="47529" rIns="95057" bIns="47529"/>
          <a:lstStyle>
            <a:lvl1pPr marL="0" indent="0" algn="ctr">
              <a:buNone/>
              <a:defRPr sz="900">
                <a:solidFill>
                  <a:srgbClr val="7F7F7F"/>
                </a:solidFill>
                <a:latin typeface="Lato Regular"/>
                <a:cs typeface="Lato Regular"/>
              </a:defRPr>
            </a:lvl1pPr>
          </a:lstStyle>
          <a:p>
            <a:endParaRPr lang="en-US" dirty="0"/>
          </a:p>
        </p:txBody>
      </p:sp>
      <p:sp>
        <p:nvSpPr>
          <p:cNvPr id="93" name="Text Placeholder 2"/>
          <p:cNvSpPr>
            <a:spLocks noGrp="1"/>
          </p:cNvSpPr>
          <p:nvPr>
            <p:ph type="body" sz="quarter" idx="69" hasCustomPrompt="1"/>
          </p:nvPr>
        </p:nvSpPr>
        <p:spPr>
          <a:xfrm>
            <a:off x="443971" y="4636475"/>
            <a:ext cx="8230129" cy="649977"/>
          </a:xfrm>
          <a:prstGeom prst="rect">
            <a:avLst/>
          </a:prstGeom>
        </p:spPr>
        <p:txBody>
          <a:bodyPr vert="horz" lIns="0" tIns="0" rIns="0" bIns="0"/>
          <a:lstStyle>
            <a:lvl1pPr marL="0" indent="0" algn="just">
              <a:lnSpc>
                <a:spcPct val="130000"/>
              </a:lnSpc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  <a:latin typeface="Lato Regular"/>
                <a:cs typeface="Lato Regular"/>
              </a:defRPr>
            </a:lvl1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tortor</a:t>
            </a:r>
            <a:r>
              <a:rPr lang="en-US" dirty="0"/>
              <a:t>, </a:t>
            </a:r>
            <a:r>
              <a:rPr lang="en-US" dirty="0" err="1"/>
              <a:t>mattis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dapibus</a:t>
            </a:r>
            <a:r>
              <a:rPr lang="en-US" dirty="0"/>
              <a:t> vitae, </a:t>
            </a:r>
            <a:r>
              <a:rPr lang="en-US" dirty="0" err="1"/>
              <a:t>euismod</a:t>
            </a:r>
            <a:r>
              <a:rPr lang="en-US" dirty="0"/>
              <a:t> non </a:t>
            </a:r>
            <a:r>
              <a:rPr lang="en-US" dirty="0" err="1"/>
              <a:t>purus</a:t>
            </a:r>
            <a:r>
              <a:rPr lang="en-US" dirty="0"/>
              <a:t>. Maecenas </a:t>
            </a:r>
            <a:r>
              <a:rPr lang="en-US" dirty="0" err="1"/>
              <a:t>ut</a:t>
            </a:r>
            <a:r>
              <a:rPr lang="en-US" dirty="0"/>
              <a:t> lacus </a:t>
            </a:r>
            <a:r>
              <a:rPr lang="en-US" dirty="0" err="1"/>
              <a:t>nec</a:t>
            </a:r>
            <a:r>
              <a:rPr lang="en-US" dirty="0"/>
              <a:t> </a:t>
            </a:r>
            <a:r>
              <a:rPr lang="en-US" dirty="0" err="1"/>
              <a:t>mauris</a:t>
            </a:r>
            <a:r>
              <a:rPr lang="en-US" dirty="0"/>
              <a:t> </a:t>
            </a:r>
            <a:r>
              <a:rPr lang="en-US" dirty="0" err="1"/>
              <a:t>feugiat</a:t>
            </a:r>
            <a:r>
              <a:rPr lang="en-US" dirty="0"/>
              <a:t> </a:t>
            </a:r>
            <a:r>
              <a:rPr lang="en-US" dirty="0" err="1"/>
              <a:t>tristique</a:t>
            </a:r>
            <a:r>
              <a:rPr lang="en-US" dirty="0"/>
              <a:t> et in </a:t>
            </a:r>
            <a:r>
              <a:rPr lang="en-US" dirty="0" err="1"/>
              <a:t>metus.is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 </a:t>
            </a:r>
            <a:r>
              <a:rPr lang="en-US" dirty="0" err="1"/>
              <a:t>eros</a:t>
            </a:r>
            <a:r>
              <a:rPr lang="en-US" dirty="0"/>
              <a:t> </a:t>
            </a:r>
            <a:r>
              <a:rPr lang="en-US" dirty="0" err="1"/>
              <a:t>vel</a:t>
            </a:r>
            <a:r>
              <a:rPr lang="en-US" dirty="0"/>
              <a:t> </a:t>
            </a:r>
            <a:r>
              <a:rPr lang="en-US" dirty="0" err="1"/>
              <a:t>lectus</a:t>
            </a:r>
            <a:r>
              <a:rPr lang="en-US" dirty="0"/>
              <a:t> semper semper. </a:t>
            </a:r>
            <a:r>
              <a:rPr lang="en-US" dirty="0" err="1"/>
              <a:t>Nullam</a:t>
            </a:r>
            <a:r>
              <a:rPr lang="en-US" dirty="0"/>
              <a:t> </a:t>
            </a:r>
            <a:r>
              <a:rPr lang="en-US" dirty="0" err="1"/>
              <a:t>finibus</a:t>
            </a:r>
            <a:r>
              <a:rPr lang="en-US" dirty="0"/>
              <a:t> </a:t>
            </a:r>
            <a:r>
              <a:rPr lang="en-US" dirty="0" err="1"/>
              <a:t>nisl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ligula </a:t>
            </a:r>
            <a:r>
              <a:rPr lang="en-US" dirty="0" err="1"/>
              <a:t>vestibulum</a:t>
            </a:r>
            <a:r>
              <a:rPr lang="en-US" dirty="0"/>
              <a:t>, </a:t>
            </a:r>
            <a:r>
              <a:rPr lang="en-US" dirty="0" err="1"/>
              <a:t>ut</a:t>
            </a:r>
            <a:r>
              <a:rPr lang="en-US" dirty="0"/>
              <a:t> semper ex </a:t>
            </a:r>
            <a:r>
              <a:rPr lang="en-US" dirty="0" err="1"/>
              <a:t>suscipit</a:t>
            </a:r>
            <a:r>
              <a:rPr lang="en-US" dirty="0"/>
              <a:t>. </a:t>
            </a:r>
            <a:r>
              <a:rPr lang="en-US" dirty="0" err="1"/>
              <a:t>Cras</a:t>
            </a:r>
            <a:r>
              <a:rPr lang="en-US" dirty="0"/>
              <a:t> </a:t>
            </a:r>
            <a:r>
              <a:rPr lang="en-US" dirty="0" err="1"/>
              <a:t>fringilla</a:t>
            </a:r>
            <a:r>
              <a:rPr lang="en-US" dirty="0"/>
              <a:t> </a:t>
            </a:r>
            <a:r>
              <a:rPr lang="en-US" dirty="0" err="1"/>
              <a:t>suscipit</a:t>
            </a:r>
            <a:r>
              <a:rPr lang="en-US" dirty="0"/>
              <a:t> </a:t>
            </a:r>
            <a:r>
              <a:rPr lang="en-US" dirty="0" err="1"/>
              <a:t>cursus</a:t>
            </a:r>
            <a:r>
              <a:rPr lang="en-US" dirty="0"/>
              <a:t>. </a:t>
            </a:r>
            <a:r>
              <a:rPr lang="en-US" dirty="0" err="1"/>
              <a:t>Aenean</a:t>
            </a:r>
            <a:r>
              <a:rPr lang="en-US" dirty="0"/>
              <a:t> </a:t>
            </a:r>
            <a:r>
              <a:rPr lang="en-US" dirty="0" err="1"/>
              <a:t>accumsan</a:t>
            </a:r>
            <a:r>
              <a:rPr lang="en-US" dirty="0"/>
              <a:t> </a:t>
            </a:r>
            <a:r>
              <a:rPr lang="en-US" dirty="0" err="1"/>
              <a:t>malesuada</a:t>
            </a:r>
            <a:r>
              <a:rPr lang="en-US" dirty="0"/>
              <a:t> </a:t>
            </a:r>
            <a:r>
              <a:rPr lang="en-US" dirty="0" err="1"/>
              <a:t>hendrerit</a:t>
            </a:r>
            <a:r>
              <a:rPr lang="en-US" dirty="0"/>
              <a:t>. </a:t>
            </a:r>
            <a:r>
              <a:rPr lang="en-US" dirty="0" err="1"/>
              <a:t>Morbi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dolor ante.</a:t>
            </a:r>
          </a:p>
        </p:txBody>
      </p:sp>
      <p:sp>
        <p:nvSpPr>
          <p:cNvPr id="94" name="Text Placeholder 7"/>
          <p:cNvSpPr>
            <a:spLocks noGrp="1"/>
          </p:cNvSpPr>
          <p:nvPr>
            <p:ph type="body" sz="quarter" idx="18" hasCustomPrompt="1"/>
          </p:nvPr>
        </p:nvSpPr>
        <p:spPr>
          <a:xfrm>
            <a:off x="427038" y="4257826"/>
            <a:ext cx="8247062" cy="359817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00" b="1" baseline="0">
                <a:solidFill>
                  <a:schemeClr val="tx1">
                    <a:lumMod val="75000"/>
                    <a:lumOff val="25000"/>
                  </a:schemeClr>
                </a:solidFill>
                <a:latin typeface="Lato Light"/>
                <a:cs typeface="Lato Light"/>
              </a:defRPr>
            </a:lvl1pPr>
          </a:lstStyle>
          <a:p>
            <a:pPr lvl="0"/>
            <a:r>
              <a:rPr lang="es-ES_tradnl" dirty="0" err="1"/>
              <a:t>Put</a:t>
            </a:r>
            <a:r>
              <a:rPr lang="es-ES_tradnl" dirty="0"/>
              <a:t> </a:t>
            </a:r>
            <a:r>
              <a:rPr lang="es-ES_tradnl" dirty="0" err="1"/>
              <a:t>your</a:t>
            </a:r>
            <a:r>
              <a:rPr lang="es-ES_tradnl" dirty="0"/>
              <a:t> </a:t>
            </a:r>
            <a:r>
              <a:rPr lang="es-ES_tradnl" dirty="0" err="1"/>
              <a:t>title</a:t>
            </a:r>
            <a:r>
              <a:rPr lang="es-ES_tradnl" dirty="0"/>
              <a:t> </a:t>
            </a:r>
            <a:r>
              <a:rPr lang="es-ES_tradnl" dirty="0" err="1"/>
              <a:t>here</a:t>
            </a:r>
            <a:endParaRPr lang="es-ES_tradnl" dirty="0"/>
          </a:p>
        </p:txBody>
      </p:sp>
    </p:spTree>
    <p:extLst>
      <p:ext uri="{BB962C8B-B14F-4D97-AF65-F5344CB8AC3E}">
        <p14:creationId xmlns:p14="http://schemas.microsoft.com/office/powerpoint/2010/main" val="34951839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1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3" presetClass="entr" presetSubtype="16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3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53" presetClass="entr" presetSubtype="16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53" presetClass="entr" presetSubtype="16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4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53" presetClass="entr" presetSubtype="16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4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53" presetClass="entr" presetSubtype="16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5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53" presetClass="entr" presetSubtype="16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5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53" presetClass="entr" presetSubtype="16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6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53" presetClass="entr" presetSubtype="16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6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9" dur="10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53" presetClass="entr" presetSubtype="16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7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" dur="10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53" presetClass="entr" presetSubtype="16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7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9" dur="10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53" presetClass="entr" presetSubtype="16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8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2" dur="10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4" dur="10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53" presetClass="entr" presetSubtype="16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8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7" dur="10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10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9" dur="10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53" presetClass="entr" presetSubtype="16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9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2" dur="10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4" dur="10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53" presetClass="entr" presetSubtype="16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9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7" dur="10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10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9" dur="10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53" presetClass="entr" presetSubtype="16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10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2" dur="10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3" dur="10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4" dur="10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53" presetClass="entr" presetSubtype="16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10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7" dur="10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8" dur="10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9" dur="10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9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400"/>
                                        <p:tgtEl>
                                          <p:spTgt spid="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6" dur="400" fill="hold"/>
                                        <p:tgtEl>
                                          <p:spTgt spid="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7" dur="400" fill="hold"/>
                                        <p:tgtEl>
                                          <p:spTgt spid="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73" grpId="0"/>
      <p:bldP spid="74" grpId="0"/>
      <p:bldP spid="75" grpId="0"/>
      <p:bldP spid="76" grpId="0"/>
      <p:bldP spid="77" grpId="0"/>
      <p:bldP spid="78" grpId="0"/>
      <p:bldP spid="79" grpId="0"/>
      <p:bldP spid="80" grpId="0"/>
      <p:bldP spid="81" grpId="0"/>
      <p:bldP spid="82" grpId="0"/>
      <p:bldP spid="83" grpId="0"/>
      <p:bldP spid="84" grpId="0"/>
      <p:bldP spid="85" grpId="0"/>
      <p:bldP spid="86" grpId="0"/>
      <p:bldP spid="87" grpId="0"/>
      <p:bldP spid="88" grpId="0"/>
      <p:bldP spid="89" grpId="0"/>
      <p:bldP spid="90" grpId="0"/>
      <p:bldP spid="91" grpId="0"/>
      <p:bldP spid="92" grpId="0"/>
      <p:bldP spid="93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8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9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94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400"/>
                        <p:tgtEl>
                          <p:spTgt spid="94"/>
                        </p:tgtEl>
                      </p:cBhvr>
                    </p:animEffect>
                    <p:anim calcmode="lin" valueType="num">
                      <p:cBhvr>
                        <p:cTn dur="400" fill="hold"/>
                        <p:tgtEl>
                          <p:spTgt spid="94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400" fill="hold"/>
                        <p:tgtEl>
                          <p:spTgt spid="94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les images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"/>
          <p:cNvSpPr>
            <a:spLocks noGrp="1" noChangeAspect="1"/>
          </p:cNvSpPr>
          <p:nvPr>
            <p:ph type="pic" sz="quarter" idx="48"/>
          </p:nvPr>
        </p:nvSpPr>
        <p:spPr>
          <a:xfrm>
            <a:off x="165100" y="190500"/>
            <a:ext cx="1332306" cy="1214928"/>
          </a:xfrm>
          <a:prstGeom prst="rect">
            <a:avLst/>
          </a:prstGeom>
          <a:effectLst/>
        </p:spPr>
        <p:txBody>
          <a:bodyPr vert="horz" lIns="95057" tIns="47529" rIns="95057" bIns="47529"/>
          <a:lstStyle>
            <a:lvl1pPr marL="0" indent="0" algn="ctr">
              <a:buNone/>
              <a:defRPr sz="900">
                <a:solidFill>
                  <a:srgbClr val="7F7F7F"/>
                </a:solidFill>
                <a:latin typeface="Lato Regular"/>
                <a:cs typeface="Lato Regular"/>
              </a:defRPr>
            </a:lvl1pPr>
          </a:lstStyle>
          <a:p>
            <a:endParaRPr lang="en-US" dirty="0"/>
          </a:p>
        </p:txBody>
      </p:sp>
      <p:sp>
        <p:nvSpPr>
          <p:cNvPr id="73" name="Picture Placeholder 2"/>
          <p:cNvSpPr>
            <a:spLocks noGrp="1" noChangeAspect="1"/>
          </p:cNvSpPr>
          <p:nvPr>
            <p:ph type="pic" sz="quarter" idx="49"/>
          </p:nvPr>
        </p:nvSpPr>
        <p:spPr>
          <a:xfrm>
            <a:off x="1664297" y="190500"/>
            <a:ext cx="1332306" cy="1214928"/>
          </a:xfrm>
          <a:prstGeom prst="rect">
            <a:avLst/>
          </a:prstGeom>
          <a:effectLst/>
        </p:spPr>
        <p:txBody>
          <a:bodyPr vert="horz" lIns="95057" tIns="47529" rIns="95057" bIns="47529"/>
          <a:lstStyle>
            <a:lvl1pPr marL="0" indent="0" algn="ctr">
              <a:buNone/>
              <a:defRPr sz="900">
                <a:solidFill>
                  <a:srgbClr val="7F7F7F"/>
                </a:solidFill>
                <a:latin typeface="Lato Regular"/>
                <a:cs typeface="Lato Regular"/>
              </a:defRPr>
            </a:lvl1pPr>
          </a:lstStyle>
          <a:p>
            <a:endParaRPr lang="en-US" dirty="0"/>
          </a:p>
        </p:txBody>
      </p:sp>
      <p:sp>
        <p:nvSpPr>
          <p:cNvPr id="74" name="Picture Placeholder 2"/>
          <p:cNvSpPr>
            <a:spLocks noGrp="1" noChangeAspect="1"/>
          </p:cNvSpPr>
          <p:nvPr>
            <p:ph type="pic" sz="quarter" idx="50"/>
          </p:nvPr>
        </p:nvSpPr>
        <p:spPr>
          <a:xfrm>
            <a:off x="3163494" y="190500"/>
            <a:ext cx="1332306" cy="1214928"/>
          </a:xfrm>
          <a:prstGeom prst="rect">
            <a:avLst/>
          </a:prstGeom>
          <a:effectLst/>
        </p:spPr>
        <p:txBody>
          <a:bodyPr vert="horz" lIns="95057" tIns="47529" rIns="95057" bIns="47529"/>
          <a:lstStyle>
            <a:lvl1pPr marL="0" indent="0" algn="ctr">
              <a:buNone/>
              <a:defRPr sz="900">
                <a:solidFill>
                  <a:srgbClr val="7F7F7F"/>
                </a:solidFill>
                <a:latin typeface="Lato Regular"/>
                <a:cs typeface="Lato Regular"/>
              </a:defRPr>
            </a:lvl1pPr>
          </a:lstStyle>
          <a:p>
            <a:endParaRPr lang="en-US" dirty="0"/>
          </a:p>
        </p:txBody>
      </p:sp>
      <p:sp>
        <p:nvSpPr>
          <p:cNvPr id="79" name="Picture Placeholder 2"/>
          <p:cNvSpPr>
            <a:spLocks noGrp="1" noChangeAspect="1"/>
          </p:cNvSpPr>
          <p:nvPr>
            <p:ph type="pic" sz="quarter" idx="55"/>
          </p:nvPr>
        </p:nvSpPr>
        <p:spPr>
          <a:xfrm>
            <a:off x="165100" y="1562696"/>
            <a:ext cx="1332306" cy="1214928"/>
          </a:xfrm>
          <a:prstGeom prst="rect">
            <a:avLst/>
          </a:prstGeom>
          <a:effectLst/>
        </p:spPr>
        <p:txBody>
          <a:bodyPr vert="horz" lIns="95057" tIns="47529" rIns="95057" bIns="47529"/>
          <a:lstStyle>
            <a:lvl1pPr marL="0" indent="0" algn="ctr">
              <a:buNone/>
              <a:defRPr sz="900">
                <a:solidFill>
                  <a:srgbClr val="7F7F7F"/>
                </a:solidFill>
                <a:latin typeface="Lato Regular"/>
                <a:cs typeface="Lato Regular"/>
              </a:defRPr>
            </a:lvl1pPr>
          </a:lstStyle>
          <a:p>
            <a:endParaRPr lang="en-US" dirty="0"/>
          </a:p>
        </p:txBody>
      </p:sp>
      <p:sp>
        <p:nvSpPr>
          <p:cNvPr id="80" name="Picture Placeholder 2"/>
          <p:cNvSpPr>
            <a:spLocks noGrp="1" noChangeAspect="1"/>
          </p:cNvSpPr>
          <p:nvPr>
            <p:ph type="pic" sz="quarter" idx="56"/>
          </p:nvPr>
        </p:nvSpPr>
        <p:spPr>
          <a:xfrm>
            <a:off x="1664297" y="1562696"/>
            <a:ext cx="1332306" cy="1214928"/>
          </a:xfrm>
          <a:prstGeom prst="rect">
            <a:avLst/>
          </a:prstGeom>
          <a:effectLst/>
        </p:spPr>
        <p:txBody>
          <a:bodyPr vert="horz" lIns="95057" tIns="47529" rIns="95057" bIns="47529"/>
          <a:lstStyle>
            <a:lvl1pPr marL="0" indent="0" algn="ctr">
              <a:buNone/>
              <a:defRPr sz="900">
                <a:solidFill>
                  <a:srgbClr val="7F7F7F"/>
                </a:solidFill>
                <a:latin typeface="Lato Regular"/>
                <a:cs typeface="Lato Regular"/>
              </a:defRPr>
            </a:lvl1pPr>
          </a:lstStyle>
          <a:p>
            <a:endParaRPr lang="en-US" dirty="0"/>
          </a:p>
        </p:txBody>
      </p:sp>
      <p:sp>
        <p:nvSpPr>
          <p:cNvPr id="81" name="Picture Placeholder 2"/>
          <p:cNvSpPr>
            <a:spLocks noGrp="1" noChangeAspect="1"/>
          </p:cNvSpPr>
          <p:nvPr>
            <p:ph type="pic" sz="quarter" idx="57"/>
          </p:nvPr>
        </p:nvSpPr>
        <p:spPr>
          <a:xfrm>
            <a:off x="3163494" y="1562696"/>
            <a:ext cx="1332306" cy="1214928"/>
          </a:xfrm>
          <a:prstGeom prst="rect">
            <a:avLst/>
          </a:prstGeom>
          <a:effectLst/>
        </p:spPr>
        <p:txBody>
          <a:bodyPr vert="horz" lIns="95057" tIns="47529" rIns="95057" bIns="47529"/>
          <a:lstStyle>
            <a:lvl1pPr marL="0" indent="0" algn="ctr">
              <a:buNone/>
              <a:defRPr sz="900">
                <a:solidFill>
                  <a:srgbClr val="7F7F7F"/>
                </a:solidFill>
                <a:latin typeface="Lato Regular"/>
                <a:cs typeface="Lato Regular"/>
              </a:defRPr>
            </a:lvl1pPr>
          </a:lstStyle>
          <a:p>
            <a:endParaRPr lang="en-US" dirty="0"/>
          </a:p>
        </p:txBody>
      </p:sp>
      <p:sp>
        <p:nvSpPr>
          <p:cNvPr id="86" name="Picture Placeholder 2"/>
          <p:cNvSpPr>
            <a:spLocks noGrp="1" noChangeAspect="1"/>
          </p:cNvSpPr>
          <p:nvPr>
            <p:ph type="pic" sz="quarter" idx="62"/>
          </p:nvPr>
        </p:nvSpPr>
        <p:spPr>
          <a:xfrm>
            <a:off x="165100" y="2934892"/>
            <a:ext cx="1332306" cy="1214928"/>
          </a:xfrm>
          <a:prstGeom prst="rect">
            <a:avLst/>
          </a:prstGeom>
          <a:effectLst/>
        </p:spPr>
        <p:txBody>
          <a:bodyPr vert="horz" lIns="95057" tIns="47529" rIns="95057" bIns="47529"/>
          <a:lstStyle>
            <a:lvl1pPr marL="0" indent="0" algn="ctr">
              <a:buNone/>
              <a:defRPr sz="900">
                <a:solidFill>
                  <a:srgbClr val="7F7F7F"/>
                </a:solidFill>
                <a:latin typeface="Lato Regular"/>
                <a:cs typeface="Lato Regular"/>
              </a:defRPr>
            </a:lvl1pPr>
          </a:lstStyle>
          <a:p>
            <a:endParaRPr lang="en-US" dirty="0"/>
          </a:p>
        </p:txBody>
      </p:sp>
      <p:sp>
        <p:nvSpPr>
          <p:cNvPr id="87" name="Picture Placeholder 2"/>
          <p:cNvSpPr>
            <a:spLocks noGrp="1" noChangeAspect="1"/>
          </p:cNvSpPr>
          <p:nvPr>
            <p:ph type="pic" sz="quarter" idx="63"/>
          </p:nvPr>
        </p:nvSpPr>
        <p:spPr>
          <a:xfrm>
            <a:off x="1664297" y="2934892"/>
            <a:ext cx="1332306" cy="1214928"/>
          </a:xfrm>
          <a:prstGeom prst="rect">
            <a:avLst/>
          </a:prstGeom>
          <a:effectLst/>
        </p:spPr>
        <p:txBody>
          <a:bodyPr vert="horz" lIns="95057" tIns="47529" rIns="95057" bIns="47529"/>
          <a:lstStyle>
            <a:lvl1pPr marL="0" indent="0" algn="ctr">
              <a:buNone/>
              <a:defRPr sz="900">
                <a:solidFill>
                  <a:srgbClr val="7F7F7F"/>
                </a:solidFill>
                <a:latin typeface="Lato Regular"/>
                <a:cs typeface="Lato Regular"/>
              </a:defRPr>
            </a:lvl1pPr>
          </a:lstStyle>
          <a:p>
            <a:endParaRPr lang="en-US" dirty="0"/>
          </a:p>
        </p:txBody>
      </p:sp>
      <p:sp>
        <p:nvSpPr>
          <p:cNvPr id="88" name="Picture Placeholder 2"/>
          <p:cNvSpPr>
            <a:spLocks noGrp="1" noChangeAspect="1"/>
          </p:cNvSpPr>
          <p:nvPr>
            <p:ph type="pic" sz="quarter" idx="64"/>
          </p:nvPr>
        </p:nvSpPr>
        <p:spPr>
          <a:xfrm>
            <a:off x="3163494" y="2934892"/>
            <a:ext cx="1332306" cy="1214928"/>
          </a:xfrm>
          <a:prstGeom prst="rect">
            <a:avLst/>
          </a:prstGeom>
          <a:effectLst/>
        </p:spPr>
        <p:txBody>
          <a:bodyPr vert="horz" lIns="95057" tIns="47529" rIns="95057" bIns="47529"/>
          <a:lstStyle>
            <a:lvl1pPr marL="0" indent="0" algn="ctr">
              <a:buNone/>
              <a:defRPr sz="900">
                <a:solidFill>
                  <a:srgbClr val="7F7F7F"/>
                </a:solidFill>
                <a:latin typeface="Lato Regular"/>
                <a:cs typeface="Lato Regular"/>
              </a:defRPr>
            </a:lvl1pPr>
          </a:lstStyle>
          <a:p>
            <a:endParaRPr lang="en-US" dirty="0"/>
          </a:p>
        </p:txBody>
      </p:sp>
      <p:sp>
        <p:nvSpPr>
          <p:cNvPr id="25" name="Picture Placeholder 2"/>
          <p:cNvSpPr>
            <a:spLocks noGrp="1" noChangeAspect="1"/>
          </p:cNvSpPr>
          <p:nvPr>
            <p:ph type="pic" sz="quarter" idx="70"/>
          </p:nvPr>
        </p:nvSpPr>
        <p:spPr>
          <a:xfrm>
            <a:off x="165100" y="4319788"/>
            <a:ext cx="1332306" cy="1214928"/>
          </a:xfrm>
          <a:prstGeom prst="rect">
            <a:avLst/>
          </a:prstGeom>
          <a:effectLst/>
        </p:spPr>
        <p:txBody>
          <a:bodyPr vert="horz" lIns="95057" tIns="47529" rIns="95057" bIns="47529"/>
          <a:lstStyle>
            <a:lvl1pPr marL="0" indent="0" algn="ctr">
              <a:buNone/>
              <a:defRPr sz="900">
                <a:solidFill>
                  <a:srgbClr val="7F7F7F"/>
                </a:solidFill>
                <a:latin typeface="Lato Regular"/>
                <a:cs typeface="Lato Regular"/>
              </a:defRPr>
            </a:lvl1pPr>
          </a:lstStyle>
          <a:p>
            <a:endParaRPr lang="en-US" dirty="0"/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sz="quarter" idx="71"/>
          </p:nvPr>
        </p:nvSpPr>
        <p:spPr>
          <a:xfrm>
            <a:off x="1664297" y="4319788"/>
            <a:ext cx="1332306" cy="1214928"/>
          </a:xfrm>
          <a:prstGeom prst="rect">
            <a:avLst/>
          </a:prstGeom>
          <a:effectLst/>
        </p:spPr>
        <p:txBody>
          <a:bodyPr vert="horz" lIns="95057" tIns="47529" rIns="95057" bIns="47529"/>
          <a:lstStyle>
            <a:lvl1pPr marL="0" indent="0" algn="ctr">
              <a:buNone/>
              <a:defRPr sz="900">
                <a:solidFill>
                  <a:srgbClr val="7F7F7F"/>
                </a:solidFill>
                <a:latin typeface="Lato Regular"/>
                <a:cs typeface="Lato Regular"/>
              </a:defRPr>
            </a:lvl1pPr>
          </a:lstStyle>
          <a:p>
            <a:endParaRPr lang="en-US" dirty="0"/>
          </a:p>
        </p:txBody>
      </p:sp>
      <p:sp>
        <p:nvSpPr>
          <p:cNvPr id="27" name="Picture Placeholder 2"/>
          <p:cNvSpPr>
            <a:spLocks noGrp="1" noChangeAspect="1"/>
          </p:cNvSpPr>
          <p:nvPr>
            <p:ph type="pic" sz="quarter" idx="72"/>
          </p:nvPr>
        </p:nvSpPr>
        <p:spPr>
          <a:xfrm>
            <a:off x="3163494" y="4319788"/>
            <a:ext cx="1332306" cy="1214928"/>
          </a:xfrm>
          <a:prstGeom prst="rect">
            <a:avLst/>
          </a:prstGeom>
          <a:effectLst/>
        </p:spPr>
        <p:txBody>
          <a:bodyPr vert="horz" lIns="95057" tIns="47529" rIns="95057" bIns="47529"/>
          <a:lstStyle>
            <a:lvl1pPr marL="0" indent="0" algn="ctr">
              <a:buNone/>
              <a:defRPr sz="900">
                <a:solidFill>
                  <a:srgbClr val="7F7F7F"/>
                </a:solidFill>
                <a:latin typeface="Lato Regular"/>
                <a:cs typeface="Lato Regular"/>
              </a:defRPr>
            </a:lvl1pPr>
          </a:lstStyle>
          <a:p>
            <a:endParaRPr lang="en-US" dirty="0"/>
          </a:p>
        </p:txBody>
      </p:sp>
      <p:sp>
        <p:nvSpPr>
          <p:cNvPr id="32" name="Text Placeholder 7"/>
          <p:cNvSpPr>
            <a:spLocks noGrp="1"/>
          </p:cNvSpPr>
          <p:nvPr>
            <p:ph type="body" sz="quarter" idx="10" hasCustomPrompt="1"/>
          </p:nvPr>
        </p:nvSpPr>
        <p:spPr>
          <a:xfrm>
            <a:off x="4778374" y="250548"/>
            <a:ext cx="3903663" cy="359817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500" b="1">
                <a:solidFill>
                  <a:schemeClr val="tx1">
                    <a:lumMod val="75000"/>
                    <a:lumOff val="25000"/>
                  </a:schemeClr>
                </a:solidFill>
                <a:latin typeface="Lato Light"/>
                <a:cs typeface="Lato Light"/>
              </a:defRPr>
            </a:lvl1pPr>
          </a:lstStyle>
          <a:p>
            <a:pPr lvl="0"/>
            <a:r>
              <a:rPr lang="es-ES_tradnl" dirty="0"/>
              <a:t>Text </a:t>
            </a:r>
            <a:r>
              <a:rPr lang="es-ES_tradnl" dirty="0" err="1"/>
              <a:t>slide</a:t>
            </a:r>
            <a:r>
              <a:rPr lang="es-ES_tradnl" dirty="0"/>
              <a:t> </a:t>
            </a:r>
            <a:r>
              <a:rPr lang="es-ES_tradnl" dirty="0" err="1"/>
              <a:t>example</a:t>
            </a:r>
            <a:endParaRPr lang="es-ES_tradnl" dirty="0"/>
          </a:p>
        </p:txBody>
      </p:sp>
      <p:sp>
        <p:nvSpPr>
          <p:cNvPr id="33" name="Text Placeholder 7"/>
          <p:cNvSpPr>
            <a:spLocks noGrp="1"/>
          </p:cNvSpPr>
          <p:nvPr>
            <p:ph type="body" sz="quarter" idx="11" hasCustomPrompt="1"/>
          </p:nvPr>
        </p:nvSpPr>
        <p:spPr>
          <a:xfrm>
            <a:off x="4778374" y="669317"/>
            <a:ext cx="3903663" cy="190376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accent3"/>
                </a:solidFill>
                <a:latin typeface="Lato Light"/>
                <a:cs typeface="Lato Light"/>
              </a:defRPr>
            </a:lvl1pPr>
          </a:lstStyle>
          <a:p>
            <a:pPr lvl="0"/>
            <a:r>
              <a:rPr lang="es-ES_tradnl" dirty="0" err="1"/>
              <a:t>Subtitle</a:t>
            </a:r>
            <a:r>
              <a:rPr lang="es-ES_tradnl" dirty="0"/>
              <a:t> </a:t>
            </a:r>
            <a:r>
              <a:rPr lang="es-ES_tradnl" dirty="0" err="1"/>
              <a:t>Example</a:t>
            </a:r>
            <a:endParaRPr lang="es-ES_tradnl" dirty="0"/>
          </a:p>
        </p:txBody>
      </p:sp>
      <p:sp>
        <p:nvSpPr>
          <p:cNvPr id="34" name="Text Placeholder 7"/>
          <p:cNvSpPr>
            <a:spLocks noGrp="1"/>
          </p:cNvSpPr>
          <p:nvPr>
            <p:ph type="body" sz="quarter" idx="40" hasCustomPrompt="1"/>
          </p:nvPr>
        </p:nvSpPr>
        <p:spPr>
          <a:xfrm>
            <a:off x="4763028" y="1203196"/>
            <a:ext cx="3925015" cy="359817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00" b="1">
                <a:solidFill>
                  <a:schemeClr val="tx1">
                    <a:lumMod val="75000"/>
                    <a:lumOff val="25000"/>
                  </a:schemeClr>
                </a:solidFill>
                <a:latin typeface="Lato Light"/>
                <a:cs typeface="Lato Light"/>
              </a:defRPr>
            </a:lvl1pPr>
          </a:lstStyle>
          <a:p>
            <a:pPr lvl="0"/>
            <a:r>
              <a:rPr lang="es-ES_tradnl" dirty="0" err="1"/>
              <a:t>Title</a:t>
            </a:r>
            <a:r>
              <a:rPr lang="es-ES_tradnl" dirty="0"/>
              <a:t> </a:t>
            </a:r>
            <a:r>
              <a:rPr lang="es-ES_tradnl" dirty="0" err="1"/>
              <a:t>example</a:t>
            </a:r>
            <a:r>
              <a:rPr lang="es-ES_tradnl" dirty="0"/>
              <a:t> </a:t>
            </a:r>
            <a:r>
              <a:rPr lang="es-ES_tradnl" dirty="0" err="1"/>
              <a:t>here</a:t>
            </a:r>
            <a:endParaRPr lang="es-ES_tradnl" dirty="0"/>
          </a:p>
        </p:txBody>
      </p:sp>
      <p:sp>
        <p:nvSpPr>
          <p:cNvPr id="35" name="Text Placeholder 7"/>
          <p:cNvSpPr>
            <a:spLocks noGrp="1"/>
          </p:cNvSpPr>
          <p:nvPr>
            <p:ph type="body" sz="quarter" idx="41" hasCustomPrompt="1"/>
          </p:nvPr>
        </p:nvSpPr>
        <p:spPr>
          <a:xfrm>
            <a:off x="4763028" y="1605028"/>
            <a:ext cx="3925017" cy="190376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accent3"/>
                </a:solidFill>
                <a:latin typeface="Lato Light"/>
                <a:cs typeface="Lato Light"/>
              </a:defRPr>
            </a:lvl1pPr>
          </a:lstStyle>
          <a:p>
            <a:pPr lvl="0"/>
            <a:r>
              <a:rPr lang="es-ES_tradnl" dirty="0" err="1"/>
              <a:t>Subtitle</a:t>
            </a:r>
            <a:r>
              <a:rPr lang="es-ES_tradnl" dirty="0"/>
              <a:t> </a:t>
            </a:r>
            <a:r>
              <a:rPr lang="es-ES_tradnl" dirty="0" err="1"/>
              <a:t>Example</a:t>
            </a:r>
            <a:r>
              <a:rPr lang="es-ES_tradnl" dirty="0"/>
              <a:t> </a:t>
            </a:r>
            <a:r>
              <a:rPr lang="es-ES_tradnl" dirty="0" err="1"/>
              <a:t>Here</a:t>
            </a:r>
            <a:endParaRPr lang="es-ES_tradnl" dirty="0"/>
          </a:p>
        </p:txBody>
      </p:sp>
      <p:sp>
        <p:nvSpPr>
          <p:cNvPr id="36" name="Text Placeholder 2"/>
          <p:cNvSpPr>
            <a:spLocks noGrp="1"/>
          </p:cNvSpPr>
          <p:nvPr>
            <p:ph type="body" sz="quarter" idx="42" hasCustomPrompt="1"/>
          </p:nvPr>
        </p:nvSpPr>
        <p:spPr>
          <a:xfrm>
            <a:off x="4778374" y="1880840"/>
            <a:ext cx="3903663" cy="3653876"/>
          </a:xfrm>
          <a:prstGeom prst="rect">
            <a:avLst/>
          </a:prstGeom>
        </p:spPr>
        <p:txBody>
          <a:bodyPr vert="horz" lIns="0" tIns="0" rIns="0" bIns="0"/>
          <a:lstStyle>
            <a:lvl1pPr marL="0" marR="0" indent="0" algn="just" defTabSz="405037" rtl="0" eaLnBrk="1" fontAlgn="auto" latinLnBrk="0" hangingPunct="1">
              <a:lnSpc>
                <a:spcPct val="13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900">
                <a:solidFill>
                  <a:schemeClr val="tx1">
                    <a:lumMod val="50000"/>
                    <a:lumOff val="50000"/>
                  </a:schemeClr>
                </a:solidFill>
                <a:latin typeface="Lato Regular"/>
                <a:cs typeface="Lato Regular"/>
              </a:defRPr>
            </a:lvl1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tortor</a:t>
            </a:r>
            <a:r>
              <a:rPr lang="en-US" dirty="0"/>
              <a:t>, </a:t>
            </a:r>
            <a:r>
              <a:rPr lang="en-US" dirty="0" err="1"/>
              <a:t>mattis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dapibus</a:t>
            </a:r>
            <a:r>
              <a:rPr lang="en-US" dirty="0"/>
              <a:t> vitae, </a:t>
            </a:r>
            <a:r>
              <a:rPr lang="en-US" dirty="0" err="1"/>
              <a:t>euismod</a:t>
            </a:r>
            <a:r>
              <a:rPr lang="en-US" dirty="0"/>
              <a:t>  </a:t>
            </a:r>
            <a:r>
              <a:rPr lang="en-US" dirty="0" err="1"/>
              <a:t>purus</a:t>
            </a:r>
            <a:r>
              <a:rPr lang="en-US" dirty="0"/>
              <a:t>. Maecenas </a:t>
            </a:r>
            <a:r>
              <a:rPr lang="en-US" dirty="0" err="1"/>
              <a:t>ut</a:t>
            </a:r>
            <a:r>
              <a:rPr lang="en-US" dirty="0"/>
              <a:t> lacus </a:t>
            </a:r>
            <a:r>
              <a:rPr lang="en-US" dirty="0" err="1"/>
              <a:t>nec</a:t>
            </a:r>
            <a:r>
              <a:rPr lang="en-US" dirty="0"/>
              <a:t> </a:t>
            </a:r>
            <a:r>
              <a:rPr lang="en-US" dirty="0" err="1"/>
              <a:t>mauris</a:t>
            </a:r>
            <a:r>
              <a:rPr lang="en-US" dirty="0"/>
              <a:t> </a:t>
            </a:r>
            <a:r>
              <a:rPr lang="en-US" dirty="0" err="1"/>
              <a:t>feugiat</a:t>
            </a:r>
            <a:r>
              <a:rPr lang="en-US" dirty="0"/>
              <a:t> </a:t>
            </a:r>
            <a:r>
              <a:rPr lang="en-US" dirty="0" err="1"/>
              <a:t>tristique</a:t>
            </a:r>
            <a:r>
              <a:rPr lang="en-US" dirty="0"/>
              <a:t> et in </a:t>
            </a:r>
            <a:r>
              <a:rPr lang="en-US" dirty="0" err="1"/>
              <a:t>metus</a:t>
            </a:r>
            <a:r>
              <a:rPr lang="en-US" dirty="0"/>
              <a:t>. </a:t>
            </a:r>
          </a:p>
          <a:p>
            <a:pPr lvl="0"/>
            <a:endParaRPr lang="en-US" dirty="0"/>
          </a:p>
          <a:p>
            <a:pPr lvl="0"/>
            <a:r>
              <a:rPr lang="en-US" dirty="0" err="1"/>
              <a:t>Duis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 </a:t>
            </a:r>
            <a:r>
              <a:rPr lang="en-US" dirty="0" err="1"/>
              <a:t>eros</a:t>
            </a:r>
            <a:r>
              <a:rPr lang="en-US" dirty="0"/>
              <a:t> </a:t>
            </a:r>
            <a:r>
              <a:rPr lang="en-US" dirty="0" err="1"/>
              <a:t>vel</a:t>
            </a:r>
            <a:r>
              <a:rPr lang="en-US" dirty="0"/>
              <a:t> </a:t>
            </a:r>
            <a:r>
              <a:rPr lang="en-US" dirty="0" err="1"/>
              <a:t>lectus</a:t>
            </a:r>
            <a:r>
              <a:rPr lang="en-US" dirty="0"/>
              <a:t> semper semper. </a:t>
            </a:r>
            <a:r>
              <a:rPr lang="en-US" dirty="0" err="1"/>
              <a:t>Nullam</a:t>
            </a:r>
            <a:r>
              <a:rPr lang="en-US" dirty="0"/>
              <a:t> </a:t>
            </a:r>
            <a:r>
              <a:rPr lang="en-US" dirty="0" err="1"/>
              <a:t>fus</a:t>
            </a:r>
            <a:r>
              <a:rPr lang="en-US" dirty="0"/>
              <a:t> </a:t>
            </a:r>
            <a:r>
              <a:rPr lang="en-US" dirty="0" err="1"/>
              <a:t>nisl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ligula </a:t>
            </a:r>
            <a:r>
              <a:rPr lang="en-US" dirty="0" err="1"/>
              <a:t>vestibulum</a:t>
            </a:r>
            <a:r>
              <a:rPr lang="en-US" dirty="0"/>
              <a:t>, </a:t>
            </a:r>
            <a:r>
              <a:rPr lang="en-US" dirty="0" err="1"/>
              <a:t>ut</a:t>
            </a:r>
            <a:r>
              <a:rPr lang="en-US" dirty="0"/>
              <a:t> semper ex </a:t>
            </a:r>
            <a:r>
              <a:rPr lang="en-US" dirty="0" err="1"/>
              <a:t>suscipit</a:t>
            </a:r>
            <a:r>
              <a:rPr lang="en-US" dirty="0"/>
              <a:t> </a:t>
            </a:r>
            <a:r>
              <a:rPr lang="en-US" dirty="0" err="1"/>
              <a:t>fringillascipit</a:t>
            </a:r>
            <a:r>
              <a:rPr lang="en-US" dirty="0"/>
              <a:t> </a:t>
            </a:r>
            <a:r>
              <a:rPr lang="en-US" dirty="0" err="1"/>
              <a:t>cursus</a:t>
            </a:r>
            <a:r>
              <a:rPr lang="en-US" dirty="0"/>
              <a:t>. </a:t>
            </a:r>
            <a:r>
              <a:rPr lang="en-US" dirty="0" err="1"/>
              <a:t>Aenean</a:t>
            </a:r>
            <a:r>
              <a:rPr lang="en-US" dirty="0"/>
              <a:t> </a:t>
            </a:r>
            <a:r>
              <a:rPr lang="en-US" dirty="0" err="1"/>
              <a:t>accumsan</a:t>
            </a:r>
            <a:r>
              <a:rPr lang="en-US" dirty="0"/>
              <a:t> </a:t>
            </a:r>
            <a:r>
              <a:rPr lang="en-US" dirty="0" err="1"/>
              <a:t>malesuada</a:t>
            </a:r>
            <a:r>
              <a:rPr lang="en-US" dirty="0"/>
              <a:t> </a:t>
            </a:r>
            <a:r>
              <a:rPr lang="en-US" dirty="0" err="1"/>
              <a:t>hendrerit</a:t>
            </a:r>
            <a:r>
              <a:rPr lang="en-US" dirty="0"/>
              <a:t>. </a:t>
            </a:r>
            <a:r>
              <a:rPr lang="en-US" dirty="0" err="1"/>
              <a:t>Morbi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dolor ante. </a:t>
            </a:r>
            <a:r>
              <a:rPr lang="en-US" dirty="0" err="1"/>
              <a:t>Duis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viverra</a:t>
            </a:r>
            <a:r>
              <a:rPr lang="en-US" dirty="0"/>
              <a:t> </a:t>
            </a:r>
            <a:r>
              <a:rPr lang="en-US" dirty="0" err="1"/>
              <a:t>urna</a:t>
            </a:r>
            <a:r>
              <a:rPr lang="en-US" dirty="0"/>
              <a:t>, in </a:t>
            </a:r>
            <a:r>
              <a:rPr lang="en-US" dirty="0" err="1"/>
              <a:t>ultricies</a:t>
            </a:r>
            <a:r>
              <a:rPr lang="en-US" dirty="0"/>
              <a:t> diam. </a:t>
            </a:r>
          </a:p>
        </p:txBody>
      </p:sp>
    </p:spTree>
    <p:extLst>
      <p:ext uri="{BB962C8B-B14F-4D97-AF65-F5344CB8AC3E}">
        <p14:creationId xmlns:p14="http://schemas.microsoft.com/office/powerpoint/2010/main" val="4236451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1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3" presetClass="entr" presetSubtype="16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3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53" presetClass="entr" presetSubtype="16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53" presetClass="entr" presetSubtype="16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4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53" presetClass="entr" presetSubtype="16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4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53" presetClass="entr" presetSubtype="16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5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53" presetClass="entr" presetSubtype="16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5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53" presetClass="entr" presetSubtype="16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6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00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400" fill="hold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400" fill="hold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400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400" fill="hold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400" fill="hold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3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73" grpId="0"/>
      <p:bldP spid="74" grpId="0"/>
      <p:bldP spid="79" grpId="0"/>
      <p:bldP spid="80" grpId="0"/>
      <p:bldP spid="81" grpId="0"/>
      <p:bldP spid="86" grpId="0"/>
      <p:bldP spid="87" grpId="0"/>
      <p:bldP spid="88" grpId="0"/>
      <p:bldP spid="25" grpId="0"/>
      <p:bldP spid="26" grpId="0"/>
      <p:bldP spid="27" grpId="0"/>
      <p:bldP spid="32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400"/>
                        <p:tgtEl>
                          <p:spTgt spid="32"/>
                        </p:tgtEl>
                      </p:cBhvr>
                    </p:animEffect>
                    <p:anim calcmode="lin" valueType="num">
                      <p:cBhvr>
                        <p:cTn dur="400" fill="hold"/>
                        <p:tgtEl>
                          <p:spTgt spid="3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400" fill="hold"/>
                        <p:tgtEl>
                          <p:spTgt spid="3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3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3"/>
                        </p:tgtEl>
                      </p:cBhvr>
                    </p:animEffect>
                    <p:anim calcmode="lin" valueType="num">
                      <p:cBhvr>
                        <p:cTn dur="500" fill="hold"/>
                        <p:tgtEl>
                          <p:spTgt spid="3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3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4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400"/>
                        <p:tgtEl>
                          <p:spTgt spid="34"/>
                        </p:tgtEl>
                      </p:cBhvr>
                    </p:animEffect>
                    <p:anim calcmode="lin" valueType="num">
                      <p:cBhvr>
                        <p:cTn dur="400" fill="hold"/>
                        <p:tgtEl>
                          <p:spTgt spid="34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400" fill="hold"/>
                        <p:tgtEl>
                          <p:spTgt spid="34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5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5"/>
                        </p:tgtEl>
                      </p:cBhvr>
                    </p:animEffect>
                    <p:anim calcmode="lin" valueType="num">
                      <p:cBhvr>
                        <p:cTn dur="500" fill="hold"/>
                        <p:tgtEl>
                          <p:spTgt spid="3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3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6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8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6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/>
          <p:cNvSpPr>
            <a:spLocks noGrp="1"/>
          </p:cNvSpPr>
          <p:nvPr>
            <p:ph type="body" sz="quarter" idx="10" hasCustomPrompt="1"/>
          </p:nvPr>
        </p:nvSpPr>
        <p:spPr>
          <a:xfrm>
            <a:off x="452438" y="270483"/>
            <a:ext cx="8229600" cy="359817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500" b="1">
                <a:solidFill>
                  <a:schemeClr val="tx1">
                    <a:lumMod val="75000"/>
                    <a:lumOff val="25000"/>
                  </a:schemeClr>
                </a:solidFill>
                <a:latin typeface="Lato Light"/>
                <a:cs typeface="Lato Light"/>
              </a:defRPr>
            </a:lvl1pPr>
          </a:lstStyle>
          <a:p>
            <a:pPr lvl="0"/>
            <a:r>
              <a:rPr lang="es-ES_tradnl" dirty="0"/>
              <a:t>Text </a:t>
            </a:r>
            <a:r>
              <a:rPr lang="es-ES_tradnl" dirty="0" err="1"/>
              <a:t>slide</a:t>
            </a:r>
            <a:r>
              <a:rPr lang="es-ES_tradnl" dirty="0"/>
              <a:t> </a:t>
            </a:r>
            <a:r>
              <a:rPr lang="es-ES_tradnl" dirty="0" err="1"/>
              <a:t>example</a:t>
            </a:r>
            <a:endParaRPr lang="es-ES_tradnl" dirty="0"/>
          </a:p>
        </p:txBody>
      </p:sp>
      <p:sp>
        <p:nvSpPr>
          <p:cNvPr id="6" name="Text Placeholder 7"/>
          <p:cNvSpPr>
            <a:spLocks noGrp="1"/>
          </p:cNvSpPr>
          <p:nvPr>
            <p:ph type="body" sz="quarter" idx="11" hasCustomPrompt="1"/>
          </p:nvPr>
        </p:nvSpPr>
        <p:spPr>
          <a:xfrm>
            <a:off x="452438" y="689252"/>
            <a:ext cx="8229600" cy="190376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accent3"/>
                </a:solidFill>
                <a:latin typeface="Lato Light"/>
                <a:cs typeface="Lato Light"/>
              </a:defRPr>
            </a:lvl1pPr>
          </a:lstStyle>
          <a:p>
            <a:pPr lvl="0"/>
            <a:r>
              <a:rPr lang="es-ES_tradnl" dirty="0" err="1"/>
              <a:t>Subtitle</a:t>
            </a:r>
            <a:r>
              <a:rPr lang="es-ES_tradnl" dirty="0"/>
              <a:t> </a:t>
            </a:r>
            <a:r>
              <a:rPr lang="es-ES_tradnl" dirty="0" err="1"/>
              <a:t>Example</a:t>
            </a:r>
            <a:endParaRPr lang="es-ES_tradnl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sz="quarter" idx="16" hasCustomPrompt="1"/>
          </p:nvPr>
        </p:nvSpPr>
        <p:spPr>
          <a:xfrm>
            <a:off x="452438" y="1161914"/>
            <a:ext cx="8229600" cy="3812253"/>
          </a:xfrm>
          <a:prstGeom prst="rect">
            <a:avLst/>
          </a:prstGeom>
        </p:spPr>
        <p:txBody>
          <a:bodyPr vert="horz" lIns="95057" tIns="47529" rIns="95057" bIns="47529"/>
          <a:lstStyle>
            <a:lvl1pPr marL="0" indent="0" algn="just">
              <a:lnSpc>
                <a:spcPct val="130000"/>
              </a:lnSpc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  <a:latin typeface="Lato Regular"/>
                <a:cs typeface="Lato Regular"/>
              </a:defRPr>
            </a:lvl1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tortor</a:t>
            </a:r>
            <a:r>
              <a:rPr lang="en-US" dirty="0"/>
              <a:t>, </a:t>
            </a:r>
            <a:r>
              <a:rPr lang="en-US" dirty="0" err="1"/>
              <a:t>mattis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dapibus</a:t>
            </a:r>
            <a:r>
              <a:rPr lang="en-US" dirty="0"/>
              <a:t> vitae, </a:t>
            </a:r>
            <a:r>
              <a:rPr lang="en-US" dirty="0" err="1"/>
              <a:t>euismod</a:t>
            </a:r>
            <a:r>
              <a:rPr lang="en-US" dirty="0"/>
              <a:t> non </a:t>
            </a:r>
            <a:r>
              <a:rPr lang="en-US" dirty="0" err="1"/>
              <a:t>purus</a:t>
            </a:r>
            <a:r>
              <a:rPr lang="en-US" dirty="0"/>
              <a:t>. Maecenas </a:t>
            </a:r>
            <a:r>
              <a:rPr lang="en-US" dirty="0" err="1"/>
              <a:t>ut</a:t>
            </a:r>
            <a:r>
              <a:rPr lang="en-US" dirty="0"/>
              <a:t> lacus </a:t>
            </a:r>
            <a:r>
              <a:rPr lang="en-US" dirty="0" err="1"/>
              <a:t>nec</a:t>
            </a:r>
            <a:r>
              <a:rPr lang="en-US" dirty="0"/>
              <a:t> </a:t>
            </a:r>
            <a:r>
              <a:rPr lang="en-US" dirty="0" err="1"/>
              <a:t>mauris</a:t>
            </a:r>
            <a:r>
              <a:rPr lang="en-US" dirty="0"/>
              <a:t> </a:t>
            </a:r>
            <a:r>
              <a:rPr lang="en-US" dirty="0" err="1"/>
              <a:t>feugiat</a:t>
            </a:r>
            <a:r>
              <a:rPr lang="en-US" dirty="0"/>
              <a:t> </a:t>
            </a:r>
            <a:r>
              <a:rPr lang="en-US" dirty="0" err="1"/>
              <a:t>tristique</a:t>
            </a:r>
            <a:r>
              <a:rPr lang="en-US" dirty="0"/>
              <a:t> et in </a:t>
            </a:r>
            <a:r>
              <a:rPr lang="en-US" dirty="0" err="1"/>
              <a:t>metus</a:t>
            </a:r>
            <a:r>
              <a:rPr lang="en-US" dirty="0"/>
              <a:t>. </a:t>
            </a:r>
            <a:r>
              <a:rPr lang="en-US" dirty="0" err="1"/>
              <a:t>Duis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 </a:t>
            </a:r>
            <a:r>
              <a:rPr lang="en-US" dirty="0" err="1"/>
              <a:t>eros</a:t>
            </a:r>
            <a:r>
              <a:rPr lang="en-US" dirty="0"/>
              <a:t> </a:t>
            </a:r>
            <a:r>
              <a:rPr lang="en-US" dirty="0" err="1"/>
              <a:t>vel</a:t>
            </a:r>
            <a:r>
              <a:rPr lang="en-US" dirty="0"/>
              <a:t> </a:t>
            </a:r>
            <a:r>
              <a:rPr lang="en-US" dirty="0" err="1"/>
              <a:t>lectus</a:t>
            </a:r>
            <a:r>
              <a:rPr lang="en-US" dirty="0"/>
              <a:t> semper semper. </a:t>
            </a:r>
            <a:r>
              <a:rPr lang="en-US" dirty="0" err="1"/>
              <a:t>Nullam</a:t>
            </a:r>
            <a:r>
              <a:rPr lang="en-US" dirty="0"/>
              <a:t> </a:t>
            </a:r>
            <a:r>
              <a:rPr lang="en-US" dirty="0" err="1"/>
              <a:t>finibus</a:t>
            </a:r>
            <a:r>
              <a:rPr lang="en-US" dirty="0"/>
              <a:t> </a:t>
            </a:r>
            <a:r>
              <a:rPr lang="en-US" dirty="0" err="1"/>
              <a:t>nisl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ligula </a:t>
            </a:r>
            <a:r>
              <a:rPr lang="en-US" dirty="0" err="1"/>
              <a:t>vestibulum</a:t>
            </a:r>
            <a:r>
              <a:rPr lang="en-US" dirty="0"/>
              <a:t>, </a:t>
            </a:r>
            <a:r>
              <a:rPr lang="en-US" dirty="0" err="1"/>
              <a:t>ut</a:t>
            </a:r>
            <a:r>
              <a:rPr lang="en-US" dirty="0"/>
              <a:t> semper ex </a:t>
            </a:r>
            <a:r>
              <a:rPr lang="en-US" dirty="0" err="1"/>
              <a:t>suscipit</a:t>
            </a:r>
            <a:r>
              <a:rPr lang="en-US" dirty="0"/>
              <a:t>. </a:t>
            </a:r>
            <a:r>
              <a:rPr lang="en-US" dirty="0" err="1"/>
              <a:t>Cras</a:t>
            </a:r>
            <a:r>
              <a:rPr lang="en-US" dirty="0"/>
              <a:t> </a:t>
            </a:r>
            <a:r>
              <a:rPr lang="en-US" dirty="0" err="1"/>
              <a:t>fringilla</a:t>
            </a:r>
            <a:r>
              <a:rPr lang="en-US" dirty="0"/>
              <a:t> </a:t>
            </a:r>
            <a:r>
              <a:rPr lang="en-US" dirty="0" err="1"/>
              <a:t>suscipit</a:t>
            </a:r>
            <a:r>
              <a:rPr lang="en-US" dirty="0"/>
              <a:t> </a:t>
            </a:r>
            <a:r>
              <a:rPr lang="en-US" dirty="0" err="1"/>
              <a:t>cursus</a:t>
            </a:r>
            <a:r>
              <a:rPr lang="en-US" dirty="0"/>
              <a:t>. </a:t>
            </a:r>
            <a:r>
              <a:rPr lang="en-US" dirty="0" err="1"/>
              <a:t>Aenean</a:t>
            </a:r>
            <a:r>
              <a:rPr lang="en-US" dirty="0"/>
              <a:t> </a:t>
            </a:r>
            <a:r>
              <a:rPr lang="en-US" dirty="0" err="1"/>
              <a:t>accumsan</a:t>
            </a:r>
            <a:r>
              <a:rPr lang="en-US" dirty="0"/>
              <a:t> </a:t>
            </a:r>
            <a:r>
              <a:rPr lang="en-US" dirty="0" err="1"/>
              <a:t>malesuada</a:t>
            </a:r>
            <a:r>
              <a:rPr lang="en-US" dirty="0"/>
              <a:t> </a:t>
            </a:r>
            <a:r>
              <a:rPr lang="en-US" dirty="0" err="1"/>
              <a:t>hendrerit</a:t>
            </a:r>
            <a:r>
              <a:rPr lang="en-US" dirty="0"/>
              <a:t>. </a:t>
            </a:r>
            <a:r>
              <a:rPr lang="en-US" dirty="0" err="1"/>
              <a:t>Morbi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dolor ante. </a:t>
            </a:r>
            <a:r>
              <a:rPr lang="en-US" dirty="0" err="1"/>
              <a:t>Duis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viverra</a:t>
            </a:r>
            <a:r>
              <a:rPr lang="en-US" dirty="0"/>
              <a:t> </a:t>
            </a:r>
            <a:r>
              <a:rPr lang="en-US" dirty="0" err="1"/>
              <a:t>urna</a:t>
            </a:r>
            <a:r>
              <a:rPr lang="en-US" dirty="0"/>
              <a:t>, in </a:t>
            </a:r>
            <a:r>
              <a:rPr lang="en-US" dirty="0" err="1"/>
              <a:t>ultricies</a:t>
            </a:r>
            <a:r>
              <a:rPr lang="en-US" dirty="0"/>
              <a:t> diam. </a:t>
            </a:r>
            <a:r>
              <a:rPr lang="en-US" dirty="0" err="1"/>
              <a:t>Morbi</a:t>
            </a:r>
            <a:r>
              <a:rPr lang="en-US" dirty="0"/>
              <a:t> </a:t>
            </a:r>
            <a:r>
              <a:rPr lang="en-US" dirty="0" err="1"/>
              <a:t>sodales</a:t>
            </a:r>
            <a:r>
              <a:rPr lang="en-US" dirty="0"/>
              <a:t> </a:t>
            </a:r>
            <a:r>
              <a:rPr lang="en-US" dirty="0" err="1"/>
              <a:t>volutpat</a:t>
            </a:r>
            <a:r>
              <a:rPr lang="en-US" dirty="0"/>
              <a:t> </a:t>
            </a:r>
            <a:r>
              <a:rPr lang="en-US" dirty="0" err="1"/>
              <a:t>tellus</a:t>
            </a:r>
            <a:r>
              <a:rPr lang="en-US" dirty="0"/>
              <a:t>,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aliquam</a:t>
            </a:r>
            <a:r>
              <a:rPr lang="en-US" dirty="0"/>
              <a:t> </a:t>
            </a:r>
            <a:r>
              <a:rPr lang="en-US" dirty="0" err="1"/>
              <a:t>urna</a:t>
            </a:r>
            <a:r>
              <a:rPr lang="en-US" dirty="0"/>
              <a:t> </a:t>
            </a:r>
            <a:r>
              <a:rPr lang="en-US" dirty="0" err="1"/>
              <a:t>cursus</a:t>
            </a:r>
            <a:r>
              <a:rPr lang="en-US" dirty="0"/>
              <a:t> et. </a:t>
            </a:r>
            <a:r>
              <a:rPr lang="en-US" dirty="0" err="1"/>
              <a:t>Proin</a:t>
            </a:r>
            <a:r>
              <a:rPr lang="en-US" dirty="0"/>
              <a:t> </a:t>
            </a:r>
            <a:r>
              <a:rPr lang="en-US" dirty="0" err="1"/>
              <a:t>commodo</a:t>
            </a:r>
            <a:r>
              <a:rPr lang="en-US" dirty="0"/>
              <a:t> </a:t>
            </a:r>
            <a:r>
              <a:rPr lang="en-US" dirty="0" err="1"/>
              <a:t>arcu</a:t>
            </a:r>
            <a:r>
              <a:rPr lang="en-US" dirty="0"/>
              <a:t> </a:t>
            </a:r>
            <a:r>
              <a:rPr lang="en-US" dirty="0" err="1"/>
              <a:t>nec</a:t>
            </a:r>
            <a:r>
              <a:rPr lang="en-US" dirty="0"/>
              <a:t> nisi </a:t>
            </a:r>
            <a:r>
              <a:rPr lang="en-US" dirty="0" err="1"/>
              <a:t>rhoncus</a:t>
            </a:r>
            <a:r>
              <a:rPr lang="en-US" dirty="0"/>
              <a:t> </a:t>
            </a:r>
            <a:r>
              <a:rPr lang="en-US" dirty="0" err="1"/>
              <a:t>dapibus</a:t>
            </a:r>
            <a:r>
              <a:rPr lang="en-US" dirty="0"/>
              <a:t>. </a:t>
            </a:r>
            <a:r>
              <a:rPr lang="en-US" dirty="0" err="1"/>
              <a:t>Praesent</a:t>
            </a:r>
            <a:r>
              <a:rPr lang="en-US" dirty="0"/>
              <a:t> </a:t>
            </a:r>
            <a:r>
              <a:rPr lang="en-US" dirty="0" err="1"/>
              <a:t>nec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non </a:t>
            </a:r>
            <a:r>
              <a:rPr lang="en-US" dirty="0" err="1"/>
              <a:t>metus</a:t>
            </a:r>
            <a:r>
              <a:rPr lang="en-US" dirty="0"/>
              <a:t> </a:t>
            </a:r>
            <a:r>
              <a:rPr lang="en-US" dirty="0" err="1"/>
              <a:t>mollis</a:t>
            </a:r>
            <a:r>
              <a:rPr lang="en-US" dirty="0"/>
              <a:t> </a:t>
            </a:r>
            <a:r>
              <a:rPr lang="en-US" dirty="0" err="1"/>
              <a:t>placerat</a:t>
            </a:r>
            <a:r>
              <a:rPr lang="en-US" dirty="0"/>
              <a:t>. </a:t>
            </a:r>
            <a:r>
              <a:rPr lang="en-US" dirty="0" err="1"/>
              <a:t>Vivamus</a:t>
            </a:r>
            <a:r>
              <a:rPr lang="en-US" dirty="0"/>
              <a:t> </a:t>
            </a:r>
            <a:r>
              <a:rPr lang="en-US" dirty="0" err="1"/>
              <a:t>porta</a:t>
            </a:r>
            <a:r>
              <a:rPr lang="en-US" dirty="0"/>
              <a:t> </a:t>
            </a:r>
            <a:r>
              <a:rPr lang="en-US" dirty="0" err="1"/>
              <a:t>pulvinar</a:t>
            </a:r>
            <a:r>
              <a:rPr lang="en-US" dirty="0"/>
              <a:t> </a:t>
            </a:r>
            <a:r>
              <a:rPr lang="en-US" dirty="0" err="1"/>
              <a:t>iaculis</a:t>
            </a:r>
            <a:r>
              <a:rPr lang="en-US" dirty="0"/>
              <a:t>. </a:t>
            </a:r>
            <a:r>
              <a:rPr lang="en-US" dirty="0" err="1"/>
              <a:t>Donec</a:t>
            </a:r>
            <a:r>
              <a:rPr lang="en-US" dirty="0"/>
              <a:t> </a:t>
            </a:r>
            <a:r>
              <a:rPr lang="en-US" dirty="0" err="1"/>
              <a:t>augue</a:t>
            </a:r>
            <a:r>
              <a:rPr lang="en-US" dirty="0"/>
              <a:t> </a:t>
            </a:r>
            <a:r>
              <a:rPr lang="en-US" dirty="0" err="1"/>
              <a:t>arcu</a:t>
            </a:r>
            <a:r>
              <a:rPr lang="en-US" dirty="0"/>
              <a:t>, </a:t>
            </a:r>
            <a:r>
              <a:rPr lang="en-US" dirty="0" err="1"/>
              <a:t>volutpat</a:t>
            </a:r>
            <a:r>
              <a:rPr lang="en-US" dirty="0"/>
              <a:t> </a:t>
            </a:r>
            <a:r>
              <a:rPr lang="en-US" dirty="0" err="1"/>
              <a:t>nec</a:t>
            </a:r>
            <a:r>
              <a:rPr lang="en-US" dirty="0"/>
              <a:t> </a:t>
            </a:r>
            <a:r>
              <a:rPr lang="en-US" dirty="0" err="1"/>
              <a:t>risus</a:t>
            </a:r>
            <a:r>
              <a:rPr lang="en-US" dirty="0"/>
              <a:t> </a:t>
            </a:r>
            <a:r>
              <a:rPr lang="en-US" dirty="0" err="1"/>
              <a:t>eget</a:t>
            </a:r>
            <a:r>
              <a:rPr lang="en-US" dirty="0"/>
              <a:t>, </a:t>
            </a:r>
            <a:r>
              <a:rPr lang="en-US" dirty="0" err="1"/>
              <a:t>finibus</a:t>
            </a:r>
            <a:r>
              <a:rPr lang="en-US" dirty="0"/>
              <a:t> </a:t>
            </a:r>
            <a:r>
              <a:rPr lang="en-US" dirty="0" err="1"/>
              <a:t>lacinia</a:t>
            </a:r>
            <a:r>
              <a:rPr lang="en-US" dirty="0"/>
              <a:t> ligula. </a:t>
            </a:r>
            <a:r>
              <a:rPr lang="en-US" dirty="0" err="1"/>
              <a:t>Curabitur</a:t>
            </a:r>
            <a:r>
              <a:rPr lang="en-US" dirty="0"/>
              <a:t> </a:t>
            </a:r>
            <a:r>
              <a:rPr lang="en-US" dirty="0" err="1"/>
              <a:t>bibendum</a:t>
            </a:r>
            <a:r>
              <a:rPr lang="en-US" dirty="0"/>
              <a:t> </a:t>
            </a:r>
            <a:r>
              <a:rPr lang="en-US" dirty="0" err="1"/>
              <a:t>arcu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faucibus</a:t>
            </a:r>
            <a:r>
              <a:rPr lang="en-US" dirty="0"/>
              <a:t> </a:t>
            </a:r>
            <a:r>
              <a:rPr lang="en-US" dirty="0" err="1"/>
              <a:t>posuere</a:t>
            </a:r>
            <a:r>
              <a:rPr lang="en-US" dirty="0"/>
              <a:t>. </a:t>
            </a:r>
            <a:r>
              <a:rPr lang="en-US" dirty="0" err="1"/>
              <a:t>Donec</a:t>
            </a:r>
            <a:r>
              <a:rPr lang="en-US" dirty="0"/>
              <a:t> a </a:t>
            </a:r>
            <a:r>
              <a:rPr lang="en-US" dirty="0" err="1"/>
              <a:t>est</a:t>
            </a:r>
            <a:r>
              <a:rPr lang="en-US" dirty="0"/>
              <a:t> at </a:t>
            </a:r>
            <a:r>
              <a:rPr lang="en-US" dirty="0" err="1"/>
              <a:t>arcu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 </a:t>
            </a:r>
            <a:r>
              <a:rPr lang="en-US" dirty="0" err="1"/>
              <a:t>vel</a:t>
            </a:r>
            <a:r>
              <a:rPr lang="en-US" dirty="0"/>
              <a:t> </a:t>
            </a:r>
            <a:r>
              <a:rPr lang="en-US" dirty="0" err="1"/>
              <a:t>eget</a:t>
            </a:r>
            <a:r>
              <a:rPr lang="en-US" dirty="0"/>
              <a:t> ex. </a:t>
            </a:r>
            <a:r>
              <a:rPr lang="en-US" dirty="0" err="1"/>
              <a:t>Duis</a:t>
            </a:r>
            <a:r>
              <a:rPr lang="en-US" dirty="0"/>
              <a:t> </a:t>
            </a:r>
            <a:r>
              <a:rPr lang="en-US" dirty="0" err="1"/>
              <a:t>auctor</a:t>
            </a:r>
            <a:r>
              <a:rPr lang="en-US" dirty="0"/>
              <a:t> </a:t>
            </a:r>
            <a:r>
              <a:rPr lang="en-US" dirty="0" err="1"/>
              <a:t>lectus</a:t>
            </a:r>
            <a:r>
              <a:rPr lang="en-US" dirty="0"/>
              <a:t> </a:t>
            </a:r>
            <a:r>
              <a:rPr lang="en-US" dirty="0" err="1"/>
              <a:t>maximus</a:t>
            </a:r>
            <a:r>
              <a:rPr lang="en-US" dirty="0"/>
              <a:t> </a:t>
            </a:r>
            <a:r>
              <a:rPr lang="en-US" dirty="0" err="1"/>
              <a:t>sapien</a:t>
            </a:r>
            <a:r>
              <a:rPr lang="en-US" dirty="0"/>
              <a:t> </a:t>
            </a:r>
            <a:r>
              <a:rPr lang="en-US" dirty="0" err="1"/>
              <a:t>suscipit</a:t>
            </a:r>
            <a:r>
              <a:rPr lang="en-US" dirty="0"/>
              <a:t> </a:t>
            </a:r>
            <a:r>
              <a:rPr lang="en-US" dirty="0" err="1"/>
              <a:t>interdum</a:t>
            </a:r>
            <a:r>
              <a:rPr lang="en-US" dirty="0"/>
              <a:t>.</a:t>
            </a:r>
          </a:p>
          <a:p>
            <a:pPr lvl="0"/>
            <a:endParaRPr lang="en-US" dirty="0"/>
          </a:p>
          <a:p>
            <a:pPr lvl="0"/>
            <a:r>
              <a:rPr lang="en-US" dirty="0" err="1"/>
              <a:t>Curabitur</a:t>
            </a:r>
            <a:r>
              <a:rPr lang="en-US" dirty="0"/>
              <a:t> </a:t>
            </a:r>
            <a:r>
              <a:rPr lang="en-US" dirty="0" err="1"/>
              <a:t>rhoncus</a:t>
            </a:r>
            <a:r>
              <a:rPr lang="en-US" dirty="0"/>
              <a:t>,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vel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 </a:t>
            </a:r>
            <a:r>
              <a:rPr lang="en-US" dirty="0" err="1"/>
              <a:t>pulvinar</a:t>
            </a:r>
            <a:r>
              <a:rPr lang="en-US" dirty="0"/>
              <a:t>, </a:t>
            </a:r>
            <a:r>
              <a:rPr lang="en-US" dirty="0" err="1"/>
              <a:t>erat</a:t>
            </a:r>
            <a:r>
              <a:rPr lang="en-US" dirty="0"/>
              <a:t> </a:t>
            </a:r>
            <a:r>
              <a:rPr lang="en-US" dirty="0" err="1"/>
              <a:t>massa</a:t>
            </a:r>
            <a:r>
              <a:rPr lang="en-US" dirty="0"/>
              <a:t> </a:t>
            </a:r>
            <a:r>
              <a:rPr lang="en-US" dirty="0" err="1"/>
              <a:t>lacinia</a:t>
            </a:r>
            <a:r>
              <a:rPr lang="en-US" dirty="0"/>
              <a:t> </a:t>
            </a:r>
            <a:r>
              <a:rPr lang="en-US" dirty="0" err="1"/>
              <a:t>purus</a:t>
            </a:r>
            <a:r>
              <a:rPr lang="en-US" dirty="0"/>
              <a:t>, in </a:t>
            </a:r>
            <a:r>
              <a:rPr lang="en-US" dirty="0" err="1"/>
              <a:t>laoreet</a:t>
            </a:r>
            <a:r>
              <a:rPr lang="en-US" dirty="0"/>
              <a:t> </a:t>
            </a:r>
            <a:r>
              <a:rPr lang="en-US" dirty="0" err="1"/>
              <a:t>purus</a:t>
            </a:r>
            <a:r>
              <a:rPr lang="en-US" dirty="0"/>
              <a:t> </a:t>
            </a:r>
            <a:r>
              <a:rPr lang="en-US" dirty="0" err="1"/>
              <a:t>massa</a:t>
            </a:r>
            <a:r>
              <a:rPr lang="en-US" dirty="0"/>
              <a:t> in </a:t>
            </a:r>
            <a:r>
              <a:rPr lang="en-US" dirty="0" err="1"/>
              <a:t>nunc</a:t>
            </a:r>
            <a:r>
              <a:rPr lang="en-US" dirty="0"/>
              <a:t>. </a:t>
            </a:r>
            <a:r>
              <a:rPr lang="en-US" dirty="0" err="1"/>
              <a:t>Phasellus</a:t>
            </a:r>
            <a:r>
              <a:rPr lang="en-US" dirty="0"/>
              <a:t> </a:t>
            </a:r>
            <a:r>
              <a:rPr lang="en-US" dirty="0" err="1"/>
              <a:t>finibus</a:t>
            </a:r>
            <a:r>
              <a:rPr lang="en-US" dirty="0"/>
              <a:t> </a:t>
            </a:r>
            <a:r>
              <a:rPr lang="en-US" dirty="0" err="1"/>
              <a:t>malesuada</a:t>
            </a:r>
            <a:r>
              <a:rPr lang="en-US" dirty="0"/>
              <a:t> </a:t>
            </a:r>
            <a:r>
              <a:rPr lang="en-US" dirty="0" err="1"/>
              <a:t>lobortis</a:t>
            </a:r>
            <a:r>
              <a:rPr lang="en-US" dirty="0"/>
              <a:t>. </a:t>
            </a:r>
            <a:r>
              <a:rPr lang="en-US" dirty="0" err="1"/>
              <a:t>Sed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tellus</a:t>
            </a:r>
            <a:r>
              <a:rPr lang="en-US" dirty="0"/>
              <a:t> id </a:t>
            </a:r>
            <a:r>
              <a:rPr lang="en-US" dirty="0" err="1"/>
              <a:t>nulla</a:t>
            </a:r>
            <a:r>
              <a:rPr lang="en-US" dirty="0"/>
              <a:t> </a:t>
            </a:r>
            <a:r>
              <a:rPr lang="en-US" dirty="0" err="1"/>
              <a:t>mollis</a:t>
            </a:r>
            <a:r>
              <a:rPr lang="en-US" dirty="0"/>
              <a:t> </a:t>
            </a:r>
            <a:r>
              <a:rPr lang="en-US" dirty="0" err="1"/>
              <a:t>iaculis</a:t>
            </a:r>
            <a:r>
              <a:rPr lang="en-US" dirty="0"/>
              <a:t>. Nam </a:t>
            </a:r>
            <a:r>
              <a:rPr lang="en-US" dirty="0" err="1"/>
              <a:t>nec</a:t>
            </a:r>
            <a:r>
              <a:rPr lang="en-US" dirty="0"/>
              <a:t> </a:t>
            </a:r>
            <a:r>
              <a:rPr lang="en-US" dirty="0" err="1"/>
              <a:t>auctor</a:t>
            </a:r>
            <a:r>
              <a:rPr lang="en-US" dirty="0"/>
              <a:t> </a:t>
            </a:r>
            <a:r>
              <a:rPr lang="en-US" dirty="0" err="1"/>
              <a:t>arcu</a:t>
            </a:r>
            <a:r>
              <a:rPr lang="en-US" dirty="0"/>
              <a:t>. </a:t>
            </a:r>
            <a:r>
              <a:rPr lang="en-US" dirty="0" err="1"/>
              <a:t>Aenean</a:t>
            </a:r>
            <a:r>
              <a:rPr lang="en-US" dirty="0"/>
              <a:t> </a:t>
            </a:r>
            <a:r>
              <a:rPr lang="en-US" dirty="0" err="1"/>
              <a:t>molestie</a:t>
            </a:r>
            <a:r>
              <a:rPr lang="en-US" dirty="0"/>
              <a:t> lacus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urna</a:t>
            </a:r>
            <a:r>
              <a:rPr lang="en-US" dirty="0"/>
              <a:t> </a:t>
            </a:r>
            <a:r>
              <a:rPr lang="en-US" dirty="0" err="1"/>
              <a:t>accumsan</a:t>
            </a:r>
            <a:r>
              <a:rPr lang="en-US" dirty="0"/>
              <a:t>, a </a:t>
            </a:r>
            <a:r>
              <a:rPr lang="en-US" dirty="0" err="1"/>
              <a:t>rhoncus</a:t>
            </a:r>
            <a:r>
              <a:rPr lang="en-US" dirty="0"/>
              <a:t> </a:t>
            </a:r>
            <a:r>
              <a:rPr lang="en-US" dirty="0" err="1"/>
              <a:t>orci</a:t>
            </a:r>
            <a:r>
              <a:rPr lang="en-US" dirty="0"/>
              <a:t> </a:t>
            </a:r>
            <a:r>
              <a:rPr lang="en-US" dirty="0" err="1"/>
              <a:t>rhoncus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orci</a:t>
            </a:r>
            <a:r>
              <a:rPr lang="en-US" dirty="0"/>
              <a:t> </a:t>
            </a:r>
            <a:r>
              <a:rPr lang="en-US" dirty="0" err="1"/>
              <a:t>velit</a:t>
            </a:r>
            <a:r>
              <a:rPr lang="en-US" dirty="0"/>
              <a:t>, </a:t>
            </a:r>
            <a:r>
              <a:rPr lang="en-US" dirty="0" err="1"/>
              <a:t>euismod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pulvinar</a:t>
            </a:r>
            <a:r>
              <a:rPr lang="en-US" dirty="0"/>
              <a:t> ac, </a:t>
            </a:r>
            <a:r>
              <a:rPr lang="en-US" dirty="0" err="1"/>
              <a:t>ultrices</a:t>
            </a:r>
            <a:r>
              <a:rPr lang="en-US" dirty="0"/>
              <a:t> </a:t>
            </a:r>
            <a:r>
              <a:rPr lang="en-US" dirty="0" err="1"/>
              <a:t>vel</a:t>
            </a:r>
            <a:r>
              <a:rPr lang="en-US" dirty="0"/>
              <a:t> dui. </a:t>
            </a:r>
            <a:r>
              <a:rPr lang="en-US" dirty="0" err="1"/>
              <a:t>Praesent</a:t>
            </a:r>
            <a:r>
              <a:rPr lang="en-US" dirty="0"/>
              <a:t> </a:t>
            </a:r>
            <a:r>
              <a:rPr lang="en-US" dirty="0" err="1"/>
              <a:t>commodo</a:t>
            </a:r>
            <a:r>
              <a:rPr lang="en-US" dirty="0"/>
              <a:t>, </a:t>
            </a:r>
            <a:r>
              <a:rPr lang="en-US" dirty="0" err="1"/>
              <a:t>odio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 </a:t>
            </a:r>
            <a:r>
              <a:rPr lang="en-US" dirty="0" err="1"/>
              <a:t>ullamcorper</a:t>
            </a:r>
            <a:r>
              <a:rPr lang="en-US" dirty="0"/>
              <a:t> </a:t>
            </a:r>
            <a:r>
              <a:rPr lang="en-US" dirty="0" err="1"/>
              <a:t>eleifend</a:t>
            </a:r>
            <a:r>
              <a:rPr lang="en-US" dirty="0"/>
              <a:t>, magna </a:t>
            </a:r>
            <a:r>
              <a:rPr lang="en-US" dirty="0" err="1"/>
              <a:t>metus</a:t>
            </a:r>
            <a:r>
              <a:rPr lang="en-US" dirty="0"/>
              <a:t> </a:t>
            </a:r>
            <a:r>
              <a:rPr lang="en-US" dirty="0" err="1"/>
              <a:t>euismod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in </a:t>
            </a:r>
            <a:r>
              <a:rPr lang="en-US" dirty="0" err="1"/>
              <a:t>porttitor</a:t>
            </a:r>
            <a:r>
              <a:rPr lang="en-US" dirty="0"/>
              <a:t> </a:t>
            </a:r>
            <a:r>
              <a:rPr lang="en-US" dirty="0" err="1"/>
              <a:t>urna</a:t>
            </a:r>
            <a:r>
              <a:rPr lang="en-US" dirty="0"/>
              <a:t> </a:t>
            </a:r>
            <a:r>
              <a:rPr lang="en-US" dirty="0" err="1"/>
              <a:t>nisl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nulla</a:t>
            </a:r>
            <a:r>
              <a:rPr lang="en-US" dirty="0"/>
              <a:t>. </a:t>
            </a:r>
            <a:r>
              <a:rPr lang="en-US" dirty="0" err="1"/>
              <a:t>Donec</a:t>
            </a:r>
            <a:r>
              <a:rPr lang="en-US" dirty="0"/>
              <a:t> </a:t>
            </a:r>
            <a:r>
              <a:rPr lang="en-US" dirty="0" err="1"/>
              <a:t>accumsan</a:t>
            </a:r>
            <a:r>
              <a:rPr lang="en-US" dirty="0"/>
              <a:t> </a:t>
            </a:r>
            <a:r>
              <a:rPr lang="en-US" dirty="0" err="1"/>
              <a:t>egestas</a:t>
            </a:r>
            <a:r>
              <a:rPr lang="en-US" dirty="0"/>
              <a:t> </a:t>
            </a:r>
            <a:r>
              <a:rPr lang="en-US" dirty="0" err="1"/>
              <a:t>nulla</a:t>
            </a:r>
            <a:r>
              <a:rPr lang="en-US" dirty="0"/>
              <a:t>,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sollicitudin</a:t>
            </a:r>
            <a:r>
              <a:rPr lang="en-US" dirty="0"/>
              <a:t> </a:t>
            </a:r>
            <a:r>
              <a:rPr lang="en-US" dirty="0" err="1"/>
              <a:t>nulla</a:t>
            </a:r>
            <a:r>
              <a:rPr lang="en-US" dirty="0"/>
              <a:t> </a:t>
            </a:r>
            <a:r>
              <a:rPr lang="en-US" dirty="0" err="1"/>
              <a:t>lacinia</a:t>
            </a:r>
            <a:r>
              <a:rPr lang="en-US" dirty="0"/>
              <a:t> ac. </a:t>
            </a:r>
            <a:r>
              <a:rPr lang="en-US" dirty="0" err="1"/>
              <a:t>Pellentesque</a:t>
            </a:r>
            <a:r>
              <a:rPr lang="en-US" dirty="0"/>
              <a:t> </a:t>
            </a:r>
            <a:r>
              <a:rPr lang="en-US" dirty="0" err="1"/>
              <a:t>felis</a:t>
            </a:r>
            <a:r>
              <a:rPr lang="en-US" dirty="0"/>
              <a:t> </a:t>
            </a:r>
            <a:r>
              <a:rPr lang="en-US" dirty="0" err="1"/>
              <a:t>est</a:t>
            </a:r>
            <a:r>
              <a:rPr lang="en-US" dirty="0"/>
              <a:t>, </a:t>
            </a:r>
            <a:r>
              <a:rPr lang="en-US" dirty="0" err="1"/>
              <a:t>tincidunt</a:t>
            </a:r>
            <a:r>
              <a:rPr lang="en-US" dirty="0"/>
              <a:t> et </a:t>
            </a:r>
            <a:r>
              <a:rPr lang="en-US" dirty="0" err="1"/>
              <a:t>suscipit</a:t>
            </a:r>
            <a:r>
              <a:rPr lang="en-US" dirty="0"/>
              <a:t> id, </a:t>
            </a:r>
            <a:r>
              <a:rPr lang="en-US" dirty="0" err="1"/>
              <a:t>rutrum</a:t>
            </a:r>
            <a:r>
              <a:rPr lang="en-US" dirty="0"/>
              <a:t> at </a:t>
            </a:r>
            <a:r>
              <a:rPr lang="en-US" dirty="0" err="1"/>
              <a:t>odio</a:t>
            </a:r>
            <a:r>
              <a:rPr lang="en-US" dirty="0"/>
              <a:t>. </a:t>
            </a:r>
            <a:r>
              <a:rPr lang="en-US" dirty="0" err="1"/>
              <a:t>Sed</a:t>
            </a:r>
            <a:r>
              <a:rPr lang="en-US" dirty="0"/>
              <a:t> </a:t>
            </a:r>
            <a:r>
              <a:rPr lang="en-US" dirty="0" err="1"/>
              <a:t>fringilla</a:t>
            </a:r>
            <a:r>
              <a:rPr lang="en-US" dirty="0"/>
              <a:t> </a:t>
            </a:r>
            <a:r>
              <a:rPr lang="en-US" dirty="0" err="1"/>
              <a:t>porttitor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. </a:t>
            </a:r>
            <a:r>
              <a:rPr lang="en-US" dirty="0" err="1"/>
              <a:t>Morbi</a:t>
            </a:r>
            <a:r>
              <a:rPr lang="en-US" dirty="0"/>
              <a:t> </a:t>
            </a:r>
            <a:r>
              <a:rPr lang="en-US" dirty="0" err="1"/>
              <a:t>cursus</a:t>
            </a:r>
            <a:r>
              <a:rPr lang="en-US" dirty="0"/>
              <a:t> </a:t>
            </a:r>
            <a:r>
              <a:rPr lang="en-US" dirty="0" err="1"/>
              <a:t>massa</a:t>
            </a:r>
            <a:r>
              <a:rPr lang="en-US" dirty="0"/>
              <a:t> </a:t>
            </a:r>
            <a:r>
              <a:rPr lang="en-US" dirty="0" err="1"/>
              <a:t>eget</a:t>
            </a:r>
            <a:r>
              <a:rPr lang="en-US" dirty="0"/>
              <a:t> </a:t>
            </a:r>
            <a:r>
              <a:rPr lang="en-US" dirty="0" err="1"/>
              <a:t>arcu</a:t>
            </a:r>
            <a:r>
              <a:rPr lang="en-US" dirty="0"/>
              <a:t> </a:t>
            </a:r>
            <a:r>
              <a:rPr lang="en-US" dirty="0" err="1"/>
              <a:t>hendrerit</a:t>
            </a:r>
            <a:r>
              <a:rPr lang="en-US" dirty="0"/>
              <a:t> </a:t>
            </a:r>
            <a:r>
              <a:rPr lang="en-US" dirty="0" err="1"/>
              <a:t>eleifend</a:t>
            </a:r>
            <a:r>
              <a:rPr lang="en-US" dirty="0"/>
              <a:t>. </a:t>
            </a:r>
            <a:r>
              <a:rPr lang="en-US" dirty="0" err="1"/>
              <a:t>Morbi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accumsan</a:t>
            </a:r>
            <a:r>
              <a:rPr lang="en-US" dirty="0"/>
              <a:t> dui, </a:t>
            </a:r>
            <a:r>
              <a:rPr lang="en-US" dirty="0" err="1"/>
              <a:t>vel</a:t>
            </a:r>
            <a:r>
              <a:rPr lang="en-US" dirty="0"/>
              <a:t> tempus </a:t>
            </a:r>
            <a:r>
              <a:rPr lang="en-US" dirty="0" err="1"/>
              <a:t>urna</a:t>
            </a:r>
            <a:r>
              <a:rPr lang="en-US" dirty="0"/>
              <a:t>. </a:t>
            </a:r>
            <a:r>
              <a:rPr lang="en-US" dirty="0" err="1"/>
              <a:t>Cras</a:t>
            </a:r>
            <a:r>
              <a:rPr lang="en-US" dirty="0"/>
              <a:t> in </a:t>
            </a:r>
            <a:r>
              <a:rPr lang="en-US" dirty="0" err="1"/>
              <a:t>sapien</a:t>
            </a:r>
            <a:r>
              <a:rPr lang="en-US" dirty="0"/>
              <a:t> at </a:t>
            </a:r>
            <a:r>
              <a:rPr lang="en-US" dirty="0" err="1"/>
              <a:t>justo</a:t>
            </a:r>
            <a:r>
              <a:rPr lang="en-US" dirty="0"/>
              <a:t> </a:t>
            </a:r>
            <a:r>
              <a:rPr lang="en-US" dirty="0" err="1"/>
              <a:t>convallis</a:t>
            </a:r>
            <a:r>
              <a:rPr lang="en-US" dirty="0"/>
              <a:t> </a:t>
            </a:r>
            <a:r>
              <a:rPr lang="en-US" dirty="0" err="1"/>
              <a:t>lacinia</a:t>
            </a:r>
            <a:r>
              <a:rPr lang="en-US" dirty="0"/>
              <a:t> et in </a:t>
            </a:r>
            <a:r>
              <a:rPr lang="en-US" dirty="0" err="1"/>
              <a:t>felis</a:t>
            </a:r>
            <a:r>
              <a:rPr lang="en-US" dirty="0"/>
              <a:t>. </a:t>
            </a:r>
            <a:r>
              <a:rPr lang="en-US" dirty="0" err="1"/>
              <a:t>Vestibulum</a:t>
            </a:r>
            <a:r>
              <a:rPr lang="en-US" dirty="0"/>
              <a:t> </a:t>
            </a:r>
            <a:r>
              <a:rPr lang="en-US" dirty="0" err="1"/>
              <a:t>luctus</a:t>
            </a:r>
            <a:r>
              <a:rPr lang="en-US" dirty="0"/>
              <a:t>, </a:t>
            </a:r>
            <a:r>
              <a:rPr lang="en-US" dirty="0" err="1"/>
              <a:t>odio</a:t>
            </a:r>
            <a:r>
              <a:rPr lang="en-US" dirty="0"/>
              <a:t> non </a:t>
            </a:r>
            <a:r>
              <a:rPr lang="en-US" dirty="0" err="1"/>
              <a:t>accumsan</a:t>
            </a:r>
            <a:r>
              <a:rPr lang="en-US" dirty="0"/>
              <a:t> </a:t>
            </a:r>
            <a:r>
              <a:rPr lang="en-US" dirty="0" err="1"/>
              <a:t>eleifend</a:t>
            </a:r>
            <a:r>
              <a:rPr lang="en-US" dirty="0"/>
              <a:t>, </a:t>
            </a:r>
            <a:r>
              <a:rPr lang="en-US" dirty="0" err="1"/>
              <a:t>lectus</a:t>
            </a:r>
            <a:r>
              <a:rPr lang="en-US" dirty="0"/>
              <a:t> </a:t>
            </a:r>
            <a:r>
              <a:rPr lang="en-US" dirty="0" err="1"/>
              <a:t>metus</a:t>
            </a:r>
            <a:r>
              <a:rPr lang="en-US" dirty="0"/>
              <a:t> </a:t>
            </a:r>
            <a:r>
              <a:rPr lang="en-US" dirty="0" err="1"/>
              <a:t>rutrum</a:t>
            </a:r>
            <a:r>
              <a:rPr lang="en-US" dirty="0"/>
              <a:t> </a:t>
            </a:r>
            <a:r>
              <a:rPr lang="en-US" dirty="0" err="1"/>
              <a:t>orci</a:t>
            </a:r>
            <a:r>
              <a:rPr lang="en-US" dirty="0"/>
              <a:t>,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molestie</a:t>
            </a:r>
            <a:r>
              <a:rPr lang="en-US" dirty="0"/>
              <a:t> </a:t>
            </a:r>
            <a:r>
              <a:rPr lang="en-US" dirty="0" err="1"/>
              <a:t>enim</a:t>
            </a:r>
            <a:r>
              <a:rPr lang="en-US" dirty="0"/>
              <a:t> </a:t>
            </a:r>
            <a:r>
              <a:rPr lang="en-US" dirty="0" err="1"/>
              <a:t>augue</a:t>
            </a:r>
            <a:r>
              <a:rPr lang="en-US" dirty="0"/>
              <a:t> in </a:t>
            </a:r>
            <a:r>
              <a:rPr lang="en-US" dirty="0" err="1"/>
              <a:t>lorem</a:t>
            </a:r>
            <a:r>
              <a:rPr lang="en-US" dirty="0"/>
              <a:t>. </a:t>
            </a:r>
            <a:r>
              <a:rPr lang="en-US" dirty="0" err="1"/>
              <a:t>Vestibulum</a:t>
            </a:r>
            <a:r>
              <a:rPr lang="en-US" dirty="0"/>
              <a:t> </a:t>
            </a:r>
            <a:r>
              <a:rPr lang="en-US" dirty="0" err="1"/>
              <a:t>volutpat</a:t>
            </a:r>
            <a:r>
              <a:rPr lang="en-US" dirty="0"/>
              <a:t> </a:t>
            </a:r>
            <a:r>
              <a:rPr lang="en-US" dirty="0" err="1"/>
              <a:t>sagittis</a:t>
            </a:r>
            <a:r>
              <a:rPr lang="en-US" dirty="0"/>
              <a:t> quam </a:t>
            </a:r>
            <a:r>
              <a:rPr lang="en-US" dirty="0" err="1"/>
              <a:t>varius</a:t>
            </a:r>
            <a:r>
              <a:rPr lang="en-US" dirty="0"/>
              <a:t> </a:t>
            </a:r>
            <a:r>
              <a:rPr lang="en-US" dirty="0" err="1"/>
              <a:t>facilisis</a:t>
            </a:r>
            <a:r>
              <a:rPr lang="en-US" dirty="0"/>
              <a:t>.</a:t>
            </a:r>
          </a:p>
          <a:p>
            <a:pPr lvl="0"/>
            <a:endParaRPr lang="en-US" dirty="0"/>
          </a:p>
          <a:p>
            <a:pPr lvl="0"/>
            <a:r>
              <a:rPr lang="en-US" dirty="0" err="1"/>
              <a:t>Donec</a:t>
            </a:r>
            <a:r>
              <a:rPr lang="en-US" dirty="0"/>
              <a:t> ligula </a:t>
            </a:r>
            <a:r>
              <a:rPr lang="en-US" dirty="0" err="1"/>
              <a:t>diam</a:t>
            </a:r>
            <a:r>
              <a:rPr lang="en-US" dirty="0"/>
              <a:t>, </a:t>
            </a:r>
            <a:r>
              <a:rPr lang="en-US" dirty="0" err="1"/>
              <a:t>tincidunt</a:t>
            </a:r>
            <a:r>
              <a:rPr lang="en-US" dirty="0"/>
              <a:t> id </a:t>
            </a:r>
            <a:r>
              <a:rPr lang="en-US" dirty="0" err="1"/>
              <a:t>nisl</a:t>
            </a:r>
            <a:r>
              <a:rPr lang="en-US" dirty="0"/>
              <a:t> </a:t>
            </a:r>
            <a:r>
              <a:rPr lang="en-US" dirty="0" err="1"/>
              <a:t>vel</a:t>
            </a:r>
            <a:r>
              <a:rPr lang="en-US" dirty="0"/>
              <a:t>, </a:t>
            </a:r>
            <a:r>
              <a:rPr lang="en-US" dirty="0" err="1"/>
              <a:t>accumsan</a:t>
            </a:r>
            <a:r>
              <a:rPr lang="en-US" dirty="0"/>
              <a:t> </a:t>
            </a:r>
            <a:r>
              <a:rPr lang="en-US" dirty="0" err="1"/>
              <a:t>placerat</a:t>
            </a:r>
            <a:r>
              <a:rPr lang="en-US" dirty="0"/>
              <a:t> </a:t>
            </a:r>
            <a:r>
              <a:rPr lang="en-US" dirty="0" err="1"/>
              <a:t>velit</a:t>
            </a:r>
            <a:r>
              <a:rPr lang="en-US" dirty="0"/>
              <a:t>. </a:t>
            </a:r>
            <a:r>
              <a:rPr lang="en-US" dirty="0" err="1"/>
              <a:t>Nullam</a:t>
            </a:r>
            <a:r>
              <a:rPr lang="en-US" dirty="0"/>
              <a:t> </a:t>
            </a:r>
            <a:r>
              <a:rPr lang="en-US" dirty="0" err="1"/>
              <a:t>sagittis</a:t>
            </a:r>
            <a:r>
              <a:rPr lang="en-US" dirty="0"/>
              <a:t> </a:t>
            </a:r>
            <a:r>
              <a:rPr lang="en-US" dirty="0" err="1"/>
              <a:t>feugiat</a:t>
            </a:r>
            <a:r>
              <a:rPr lang="en-US" dirty="0"/>
              <a:t> </a:t>
            </a:r>
            <a:r>
              <a:rPr lang="en-US" dirty="0" err="1"/>
              <a:t>erat</a:t>
            </a:r>
            <a:r>
              <a:rPr lang="en-US" dirty="0"/>
              <a:t>, </a:t>
            </a:r>
            <a:r>
              <a:rPr lang="en-US" dirty="0" err="1"/>
              <a:t>vel</a:t>
            </a:r>
            <a:r>
              <a:rPr lang="en-US" dirty="0"/>
              <a:t> </a:t>
            </a:r>
            <a:r>
              <a:rPr lang="en-US" dirty="0" err="1"/>
              <a:t>vestibulum</a:t>
            </a:r>
            <a:r>
              <a:rPr lang="en-US" dirty="0"/>
              <a:t>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facilisis</a:t>
            </a:r>
            <a:r>
              <a:rPr lang="en-US" dirty="0"/>
              <a:t> vitae. </a:t>
            </a:r>
            <a:r>
              <a:rPr lang="en-US" dirty="0" err="1"/>
              <a:t>Duis</a:t>
            </a:r>
            <a:r>
              <a:rPr lang="en-US" dirty="0"/>
              <a:t> </a:t>
            </a:r>
            <a:r>
              <a:rPr lang="en-US" dirty="0" err="1"/>
              <a:t>molestie</a:t>
            </a:r>
            <a:r>
              <a:rPr lang="en-US" dirty="0"/>
              <a:t> </a:t>
            </a:r>
            <a:r>
              <a:rPr lang="en-US" dirty="0" err="1"/>
              <a:t>urna</a:t>
            </a:r>
            <a:r>
              <a:rPr lang="en-US" dirty="0"/>
              <a:t> </a:t>
            </a:r>
            <a:r>
              <a:rPr lang="en-US" dirty="0" err="1"/>
              <a:t>enim</a:t>
            </a:r>
            <a:r>
              <a:rPr lang="en-US" dirty="0"/>
              <a:t>, </a:t>
            </a:r>
            <a:r>
              <a:rPr lang="en-US" dirty="0" err="1"/>
              <a:t>vel</a:t>
            </a:r>
            <a:r>
              <a:rPr lang="en-US" dirty="0"/>
              <a:t> </a:t>
            </a:r>
            <a:r>
              <a:rPr lang="en-US" dirty="0" err="1"/>
              <a:t>scelerisque</a:t>
            </a:r>
            <a:r>
              <a:rPr lang="en-US" dirty="0"/>
              <a:t> </a:t>
            </a:r>
            <a:r>
              <a:rPr lang="en-US" dirty="0" err="1"/>
              <a:t>arcu</a:t>
            </a:r>
            <a:r>
              <a:rPr lang="en-US" dirty="0"/>
              <a:t> </a:t>
            </a:r>
            <a:r>
              <a:rPr lang="en-US" dirty="0" err="1"/>
              <a:t>feugiat</a:t>
            </a:r>
            <a:r>
              <a:rPr lang="en-US" dirty="0"/>
              <a:t> </a:t>
            </a:r>
            <a:r>
              <a:rPr lang="en-US" dirty="0" err="1"/>
              <a:t>eget</a:t>
            </a:r>
            <a:r>
              <a:rPr lang="en-US" dirty="0"/>
              <a:t>. </a:t>
            </a:r>
            <a:r>
              <a:rPr lang="en-US" dirty="0" err="1"/>
              <a:t>Curabitur</a:t>
            </a:r>
            <a:r>
              <a:rPr lang="en-US" dirty="0"/>
              <a:t> </a:t>
            </a:r>
            <a:r>
              <a:rPr lang="en-US" dirty="0" err="1"/>
              <a:t>lobortis</a:t>
            </a:r>
            <a:r>
              <a:rPr lang="en-US" dirty="0"/>
              <a:t>, </a:t>
            </a:r>
            <a:r>
              <a:rPr lang="en-US" dirty="0" err="1"/>
              <a:t>nulla</a:t>
            </a:r>
            <a:r>
              <a:rPr lang="en-US" dirty="0"/>
              <a:t> </a:t>
            </a:r>
            <a:r>
              <a:rPr lang="en-US" dirty="0" err="1"/>
              <a:t>vel</a:t>
            </a:r>
            <a:r>
              <a:rPr lang="en-US" dirty="0"/>
              <a:t> </a:t>
            </a:r>
            <a:r>
              <a:rPr lang="en-US" dirty="0" err="1"/>
              <a:t>dignissim</a:t>
            </a:r>
            <a:r>
              <a:rPr lang="en-US" dirty="0"/>
              <a:t> </a:t>
            </a:r>
            <a:r>
              <a:rPr lang="en-US" dirty="0" err="1"/>
              <a:t>consequat</a:t>
            </a:r>
            <a:r>
              <a:rPr lang="en-US" dirty="0"/>
              <a:t>, </a:t>
            </a:r>
            <a:r>
              <a:rPr lang="en-US" dirty="0" err="1"/>
              <a:t>odio</a:t>
            </a:r>
            <a:r>
              <a:rPr lang="en-US" dirty="0"/>
              <a:t> </a:t>
            </a:r>
            <a:r>
              <a:rPr lang="en-US" dirty="0" err="1"/>
              <a:t>libero</a:t>
            </a:r>
            <a:r>
              <a:rPr lang="en-US" dirty="0"/>
              <a:t> </a:t>
            </a:r>
            <a:r>
              <a:rPr lang="en-US" dirty="0" err="1"/>
              <a:t>pellentesque</a:t>
            </a:r>
            <a:r>
              <a:rPr lang="en-US" dirty="0"/>
              <a:t> </a:t>
            </a:r>
            <a:r>
              <a:rPr lang="en-US" dirty="0" err="1"/>
              <a:t>nunc</a:t>
            </a:r>
            <a:r>
              <a:rPr lang="en-US" dirty="0"/>
              <a:t>,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feugiat</a:t>
            </a:r>
            <a:r>
              <a:rPr lang="en-US" dirty="0"/>
              <a:t> </a:t>
            </a:r>
            <a:r>
              <a:rPr lang="en-US" dirty="0" err="1"/>
              <a:t>justo</a:t>
            </a:r>
            <a:r>
              <a:rPr lang="en-US" dirty="0"/>
              <a:t> </a:t>
            </a:r>
            <a:r>
              <a:rPr lang="en-US" dirty="0" err="1"/>
              <a:t>metus</a:t>
            </a:r>
            <a:r>
              <a:rPr lang="en-US" dirty="0"/>
              <a:t> </a:t>
            </a:r>
            <a:r>
              <a:rPr lang="en-US" dirty="0" err="1"/>
              <a:t>nec</a:t>
            </a:r>
            <a:r>
              <a:rPr lang="en-US" dirty="0"/>
              <a:t> </a:t>
            </a:r>
            <a:r>
              <a:rPr lang="en-US" dirty="0" err="1"/>
              <a:t>neque</a:t>
            </a:r>
            <a:r>
              <a:rPr lang="en-US" dirty="0"/>
              <a:t>. </a:t>
            </a:r>
            <a:r>
              <a:rPr lang="en-US" dirty="0" err="1"/>
              <a:t>Donec</a:t>
            </a:r>
            <a:r>
              <a:rPr lang="en-US" dirty="0"/>
              <a:t> non ante ac </a:t>
            </a:r>
            <a:r>
              <a:rPr lang="en-US" dirty="0" err="1"/>
              <a:t>orci</a:t>
            </a:r>
            <a:r>
              <a:rPr lang="en-US" dirty="0"/>
              <a:t> </a:t>
            </a:r>
            <a:r>
              <a:rPr lang="en-US" dirty="0" err="1"/>
              <a:t>elementum</a:t>
            </a:r>
            <a:r>
              <a:rPr lang="en-US" dirty="0"/>
              <a:t> </a:t>
            </a:r>
            <a:r>
              <a:rPr lang="en-US" dirty="0" err="1"/>
              <a:t>iaculis</a:t>
            </a:r>
            <a:r>
              <a:rPr lang="en-US" dirty="0"/>
              <a:t> </a:t>
            </a:r>
            <a:r>
              <a:rPr lang="en-US" dirty="0" err="1"/>
              <a:t>consequat</a:t>
            </a:r>
            <a:r>
              <a:rPr lang="en-US" dirty="0"/>
              <a:t> in </a:t>
            </a:r>
            <a:r>
              <a:rPr lang="en-US" dirty="0" err="1"/>
              <a:t>metus</a:t>
            </a:r>
            <a:r>
              <a:rPr lang="en-US" dirty="0"/>
              <a:t>. </a:t>
            </a:r>
            <a:r>
              <a:rPr lang="en-US" dirty="0" err="1"/>
              <a:t>Interdum</a:t>
            </a:r>
            <a:r>
              <a:rPr lang="en-US" dirty="0"/>
              <a:t> et </a:t>
            </a:r>
            <a:r>
              <a:rPr lang="en-US" dirty="0" err="1"/>
              <a:t>malesuada</a:t>
            </a:r>
            <a:r>
              <a:rPr lang="en-US" dirty="0"/>
              <a:t> fames ac ante </a:t>
            </a:r>
            <a:r>
              <a:rPr lang="en-US" dirty="0" err="1"/>
              <a:t>ipsum</a:t>
            </a:r>
            <a:r>
              <a:rPr lang="en-US" dirty="0"/>
              <a:t> </a:t>
            </a:r>
            <a:r>
              <a:rPr lang="en-US" dirty="0" err="1"/>
              <a:t>primis</a:t>
            </a:r>
            <a:r>
              <a:rPr lang="en-US" dirty="0"/>
              <a:t> in </a:t>
            </a:r>
            <a:r>
              <a:rPr lang="en-US" dirty="0" err="1"/>
              <a:t>faucibus</a:t>
            </a:r>
            <a:r>
              <a:rPr lang="en-US" dirty="0"/>
              <a:t>. </a:t>
            </a:r>
            <a:r>
              <a:rPr lang="en-US" dirty="0" err="1"/>
              <a:t>Mauris</a:t>
            </a:r>
            <a:r>
              <a:rPr lang="en-US" dirty="0"/>
              <a:t> </a:t>
            </a:r>
            <a:r>
              <a:rPr lang="en-US" dirty="0" err="1"/>
              <a:t>volutpat</a:t>
            </a:r>
            <a:r>
              <a:rPr lang="en-US" dirty="0"/>
              <a:t> </a:t>
            </a:r>
            <a:r>
              <a:rPr lang="en-US" dirty="0" err="1"/>
              <a:t>aliquet</a:t>
            </a:r>
            <a:r>
              <a:rPr lang="en-US" dirty="0"/>
              <a:t> </a:t>
            </a:r>
            <a:r>
              <a:rPr lang="en-US" dirty="0" err="1"/>
              <a:t>imperdiet</a:t>
            </a:r>
            <a:r>
              <a:rPr lang="en-US" dirty="0"/>
              <a:t>. </a:t>
            </a:r>
            <a:r>
              <a:rPr lang="en-US" dirty="0" err="1"/>
              <a:t>Suspendisse</a:t>
            </a:r>
            <a:r>
              <a:rPr lang="en-US" dirty="0"/>
              <a:t> </a:t>
            </a:r>
            <a:r>
              <a:rPr lang="en-US" dirty="0" err="1"/>
              <a:t>ultrices</a:t>
            </a:r>
            <a:r>
              <a:rPr lang="en-US" dirty="0"/>
              <a:t> lacus id </a:t>
            </a:r>
            <a:r>
              <a:rPr lang="en-US" dirty="0" err="1"/>
              <a:t>est</a:t>
            </a:r>
            <a:r>
              <a:rPr lang="en-US" dirty="0"/>
              <a:t> </a:t>
            </a:r>
            <a:r>
              <a:rPr lang="en-US" dirty="0" err="1"/>
              <a:t>viverra</a:t>
            </a:r>
            <a:r>
              <a:rPr lang="en-US" dirty="0"/>
              <a:t>, at </a:t>
            </a:r>
            <a:r>
              <a:rPr lang="en-US" dirty="0" err="1"/>
              <a:t>porttitor</a:t>
            </a:r>
            <a:r>
              <a:rPr lang="en-US" dirty="0"/>
              <a:t> </a:t>
            </a:r>
            <a:r>
              <a:rPr lang="en-US" dirty="0" err="1"/>
              <a:t>metus</a:t>
            </a:r>
            <a:r>
              <a:rPr lang="en-US" dirty="0"/>
              <a:t> </a:t>
            </a:r>
            <a:r>
              <a:rPr lang="en-US" dirty="0" err="1"/>
              <a:t>facilisis</a:t>
            </a:r>
            <a:r>
              <a:rPr lang="en-US" dirty="0"/>
              <a:t>. </a:t>
            </a:r>
            <a:r>
              <a:rPr lang="en-US" dirty="0" err="1"/>
              <a:t>Nullam</a:t>
            </a:r>
            <a:r>
              <a:rPr lang="en-US" dirty="0"/>
              <a:t> dolor </a:t>
            </a:r>
            <a:r>
              <a:rPr lang="en-US" dirty="0" err="1"/>
              <a:t>sapien</a:t>
            </a:r>
            <a:r>
              <a:rPr lang="en-US" dirty="0"/>
              <a:t>, </a:t>
            </a:r>
            <a:r>
              <a:rPr lang="en-US" dirty="0" err="1"/>
              <a:t>hendrerit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tellus</a:t>
            </a:r>
            <a:r>
              <a:rPr lang="en-US" dirty="0"/>
              <a:t> </a:t>
            </a:r>
            <a:r>
              <a:rPr lang="en-US" dirty="0" err="1"/>
              <a:t>tristique</a:t>
            </a:r>
            <a:r>
              <a:rPr lang="en-US" dirty="0"/>
              <a:t>,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iaculis</a:t>
            </a:r>
            <a:r>
              <a:rPr lang="en-US" dirty="0"/>
              <a:t> </a:t>
            </a:r>
            <a:r>
              <a:rPr lang="en-US" dirty="0" err="1"/>
              <a:t>urna</a:t>
            </a:r>
            <a:r>
              <a:rPr lang="en-US" dirty="0"/>
              <a:t>. </a:t>
            </a:r>
            <a:r>
              <a:rPr lang="en-US" dirty="0" err="1"/>
              <a:t>Nulla</a:t>
            </a:r>
            <a:r>
              <a:rPr lang="en-US" dirty="0"/>
              <a:t> a </a:t>
            </a:r>
            <a:r>
              <a:rPr lang="en-US" dirty="0" err="1"/>
              <a:t>aliquam</a:t>
            </a:r>
            <a:r>
              <a:rPr lang="en-US" dirty="0"/>
              <a:t> magna. </a:t>
            </a:r>
            <a:r>
              <a:rPr lang="en-US" dirty="0" err="1"/>
              <a:t>Donec</a:t>
            </a:r>
            <a:r>
              <a:rPr lang="en-US" dirty="0"/>
              <a:t> </a:t>
            </a:r>
            <a:r>
              <a:rPr lang="en-US" dirty="0" err="1"/>
              <a:t>eget</a:t>
            </a:r>
            <a:r>
              <a:rPr lang="en-US" dirty="0"/>
              <a:t> </a:t>
            </a:r>
            <a:r>
              <a:rPr lang="en-US" dirty="0" err="1"/>
              <a:t>felis</a:t>
            </a:r>
            <a:r>
              <a:rPr lang="en-US" dirty="0"/>
              <a:t> in </a:t>
            </a:r>
            <a:r>
              <a:rPr lang="en-US" dirty="0" err="1"/>
              <a:t>felis</a:t>
            </a:r>
            <a:r>
              <a:rPr lang="en-US" dirty="0"/>
              <a:t> </a:t>
            </a:r>
            <a:r>
              <a:rPr lang="en-US" dirty="0" err="1"/>
              <a:t>lacinia</a:t>
            </a:r>
            <a:r>
              <a:rPr lang="en-US" dirty="0"/>
              <a:t> </a:t>
            </a:r>
            <a:r>
              <a:rPr lang="en-US" dirty="0" err="1"/>
              <a:t>porttitor</a:t>
            </a:r>
            <a:r>
              <a:rPr lang="en-US" dirty="0"/>
              <a:t>. </a:t>
            </a:r>
            <a:r>
              <a:rPr lang="en-US" dirty="0" err="1"/>
              <a:t>Proin</a:t>
            </a:r>
            <a:r>
              <a:rPr lang="en-US" dirty="0"/>
              <a:t> </a:t>
            </a:r>
            <a:r>
              <a:rPr lang="en-US" dirty="0" err="1"/>
              <a:t>sollicitudin</a:t>
            </a:r>
            <a:r>
              <a:rPr lang="en-US" dirty="0"/>
              <a:t> ante id </a:t>
            </a:r>
            <a:r>
              <a:rPr lang="en-US" dirty="0" err="1"/>
              <a:t>nisl</a:t>
            </a:r>
            <a:r>
              <a:rPr lang="en-US" dirty="0"/>
              <a:t> </a:t>
            </a:r>
            <a:r>
              <a:rPr lang="en-US" dirty="0" err="1"/>
              <a:t>imperdiet</a:t>
            </a:r>
            <a:r>
              <a:rPr lang="en-US" dirty="0"/>
              <a:t> </a:t>
            </a:r>
            <a:r>
              <a:rPr lang="en-US" dirty="0" err="1"/>
              <a:t>euismod</a:t>
            </a:r>
            <a:r>
              <a:rPr lang="en-US" dirty="0"/>
              <a:t>. </a:t>
            </a:r>
            <a:r>
              <a:rPr lang="en-US" dirty="0" err="1"/>
              <a:t>Aenean</a:t>
            </a:r>
            <a:r>
              <a:rPr lang="en-US" dirty="0"/>
              <a:t> </a:t>
            </a:r>
            <a:r>
              <a:rPr lang="en-US" dirty="0" err="1"/>
              <a:t>vestibulum</a:t>
            </a:r>
            <a:r>
              <a:rPr lang="en-US" dirty="0"/>
              <a:t> non </a:t>
            </a:r>
            <a:r>
              <a:rPr lang="en-US" dirty="0" err="1"/>
              <a:t>metus</a:t>
            </a:r>
            <a:r>
              <a:rPr lang="en-US" dirty="0"/>
              <a:t> vitae </a:t>
            </a:r>
            <a:r>
              <a:rPr lang="en-US" dirty="0" err="1"/>
              <a:t>rutrum</a:t>
            </a:r>
            <a:r>
              <a:rPr lang="en-US" dirty="0"/>
              <a:t>. </a:t>
            </a:r>
            <a:r>
              <a:rPr lang="en-US" dirty="0" err="1"/>
              <a:t>Cras</a:t>
            </a:r>
            <a:r>
              <a:rPr lang="en-US" dirty="0"/>
              <a:t> </a:t>
            </a:r>
            <a:r>
              <a:rPr lang="en-US" dirty="0" err="1"/>
              <a:t>varius</a:t>
            </a:r>
            <a:r>
              <a:rPr lang="en-US" dirty="0"/>
              <a:t> </a:t>
            </a:r>
            <a:r>
              <a:rPr lang="en-US" dirty="0" err="1"/>
              <a:t>condimentum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,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euismod</a:t>
            </a:r>
            <a:r>
              <a:rPr lang="en-US" dirty="0"/>
              <a:t> </a:t>
            </a:r>
            <a:r>
              <a:rPr lang="en-US" dirty="0" err="1"/>
              <a:t>erat</a:t>
            </a:r>
            <a:r>
              <a:rPr lang="en-US" dirty="0"/>
              <a:t> </a:t>
            </a:r>
            <a:r>
              <a:rPr lang="en-US" dirty="0" err="1"/>
              <a:t>pharetra</a:t>
            </a:r>
            <a:r>
              <a:rPr lang="en-US" dirty="0"/>
              <a:t> non. </a:t>
            </a:r>
            <a:r>
              <a:rPr lang="en-US" dirty="0" err="1"/>
              <a:t>Sed</a:t>
            </a:r>
            <a:r>
              <a:rPr lang="en-US" dirty="0"/>
              <a:t> </a:t>
            </a:r>
            <a:r>
              <a:rPr lang="en-US" dirty="0" err="1"/>
              <a:t>eget</a:t>
            </a:r>
            <a:r>
              <a:rPr lang="en-US" dirty="0"/>
              <a:t> </a:t>
            </a:r>
            <a:r>
              <a:rPr lang="en-US" dirty="0" err="1"/>
              <a:t>blandit</a:t>
            </a:r>
            <a:r>
              <a:rPr lang="en-US" dirty="0"/>
              <a:t> sem.</a:t>
            </a:r>
          </a:p>
        </p:txBody>
      </p:sp>
    </p:spTree>
    <p:extLst>
      <p:ext uri="{BB962C8B-B14F-4D97-AF65-F5344CB8AC3E}">
        <p14:creationId xmlns:p14="http://schemas.microsoft.com/office/powerpoint/2010/main" val="18899605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4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400"/>
                        <p:tgtEl>
                          <p:spTgt spid="8"/>
                        </p:tgtEl>
                      </p:cBhvr>
                    </p:animEffect>
                    <p:anim calcmode="lin" valueType="num">
                      <p:cBhvr>
                        <p:cTn dur="400" fill="hold"/>
                        <p:tgtEl>
                          <p:spTgt spid="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400" fill="hold"/>
                        <p:tgtEl>
                          <p:spTgt spid="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6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6"/>
                        </p:tgtEl>
                      </p:cBhvr>
                    </p:animEffect>
                    <p:anim calcmode="lin" valueType="num">
                      <p:cBhvr>
                        <p:cTn dur="500" fill="hold"/>
                        <p:tgtEl>
                          <p:spTgt spid="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7" grpId="0" build="p">
        <p:tmplLst>
          <p:tmpl lvl="1">
            <p:tnLst>
              <p:par>
                <p:cTn presetID="10" presetClass="entr" presetSubtype="0" fill="hold" nodeType="withEffect" nodePh="1">
                  <p:stCondLst>
                    <p:cond delay="8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s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2"/>
          <p:cNvSpPr>
            <a:spLocks noGrp="1"/>
          </p:cNvSpPr>
          <p:nvPr>
            <p:ph type="body" sz="quarter" idx="16" hasCustomPrompt="1"/>
          </p:nvPr>
        </p:nvSpPr>
        <p:spPr>
          <a:xfrm>
            <a:off x="452438" y="1140748"/>
            <a:ext cx="8229600" cy="4074720"/>
          </a:xfrm>
          <a:prstGeom prst="rect">
            <a:avLst/>
          </a:prstGeom>
        </p:spPr>
        <p:txBody>
          <a:bodyPr vert="horz" lIns="95057" tIns="47529" rIns="95057" bIns="47529" numCol="2" spcCol="280728"/>
          <a:lstStyle>
            <a:lvl1pPr marL="0" indent="0" algn="just">
              <a:lnSpc>
                <a:spcPct val="130000"/>
              </a:lnSpc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  <a:latin typeface="Lato Regular"/>
                <a:cs typeface="Lato Regular"/>
              </a:defRPr>
            </a:lvl1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tortor</a:t>
            </a:r>
            <a:r>
              <a:rPr lang="en-US" dirty="0"/>
              <a:t>, </a:t>
            </a:r>
            <a:r>
              <a:rPr lang="en-US" dirty="0" err="1"/>
              <a:t>mattis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dapibus</a:t>
            </a:r>
            <a:r>
              <a:rPr lang="en-US" dirty="0"/>
              <a:t> vitae, </a:t>
            </a:r>
            <a:r>
              <a:rPr lang="en-US" dirty="0" err="1"/>
              <a:t>euismod</a:t>
            </a:r>
            <a:r>
              <a:rPr lang="en-US" dirty="0"/>
              <a:t> non </a:t>
            </a:r>
            <a:r>
              <a:rPr lang="en-US" dirty="0" err="1"/>
              <a:t>purus</a:t>
            </a:r>
            <a:r>
              <a:rPr lang="en-US" dirty="0"/>
              <a:t>. Maecenas </a:t>
            </a:r>
            <a:r>
              <a:rPr lang="en-US" dirty="0" err="1"/>
              <a:t>ut</a:t>
            </a:r>
            <a:r>
              <a:rPr lang="en-US" dirty="0"/>
              <a:t> lacus </a:t>
            </a:r>
            <a:r>
              <a:rPr lang="en-US" dirty="0" err="1"/>
              <a:t>nec</a:t>
            </a:r>
            <a:r>
              <a:rPr lang="en-US" dirty="0"/>
              <a:t> </a:t>
            </a:r>
            <a:r>
              <a:rPr lang="en-US" dirty="0" err="1"/>
              <a:t>mauris</a:t>
            </a:r>
            <a:r>
              <a:rPr lang="en-US" dirty="0"/>
              <a:t> </a:t>
            </a:r>
            <a:r>
              <a:rPr lang="en-US" dirty="0" err="1"/>
              <a:t>feugiat</a:t>
            </a:r>
            <a:r>
              <a:rPr lang="en-US" dirty="0"/>
              <a:t> </a:t>
            </a:r>
            <a:r>
              <a:rPr lang="en-US" dirty="0" err="1"/>
              <a:t>tristique</a:t>
            </a:r>
            <a:r>
              <a:rPr lang="en-US" dirty="0"/>
              <a:t> et in </a:t>
            </a:r>
            <a:r>
              <a:rPr lang="en-US" dirty="0" err="1"/>
              <a:t>metus</a:t>
            </a:r>
            <a:r>
              <a:rPr lang="en-US" dirty="0"/>
              <a:t>. </a:t>
            </a:r>
            <a:r>
              <a:rPr lang="en-US" dirty="0" err="1"/>
              <a:t>Duis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 </a:t>
            </a:r>
            <a:r>
              <a:rPr lang="en-US" dirty="0" err="1"/>
              <a:t>eros</a:t>
            </a:r>
            <a:r>
              <a:rPr lang="en-US" dirty="0"/>
              <a:t> </a:t>
            </a:r>
            <a:r>
              <a:rPr lang="en-US" dirty="0" err="1"/>
              <a:t>vel</a:t>
            </a:r>
            <a:r>
              <a:rPr lang="en-US" dirty="0"/>
              <a:t> </a:t>
            </a:r>
            <a:r>
              <a:rPr lang="en-US" dirty="0" err="1"/>
              <a:t>lectus</a:t>
            </a:r>
            <a:r>
              <a:rPr lang="en-US" dirty="0"/>
              <a:t> semper semper. </a:t>
            </a:r>
            <a:r>
              <a:rPr lang="en-US" dirty="0" err="1"/>
              <a:t>Nullam</a:t>
            </a:r>
            <a:r>
              <a:rPr lang="en-US" dirty="0"/>
              <a:t> </a:t>
            </a:r>
            <a:r>
              <a:rPr lang="en-US" dirty="0" err="1"/>
              <a:t>finibus</a:t>
            </a:r>
            <a:r>
              <a:rPr lang="en-US" dirty="0"/>
              <a:t> </a:t>
            </a:r>
            <a:r>
              <a:rPr lang="en-US" dirty="0" err="1"/>
              <a:t>nisl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ligula </a:t>
            </a:r>
            <a:r>
              <a:rPr lang="en-US" dirty="0" err="1"/>
              <a:t>vestibulum</a:t>
            </a:r>
            <a:r>
              <a:rPr lang="en-US" dirty="0"/>
              <a:t>, </a:t>
            </a:r>
            <a:r>
              <a:rPr lang="en-US" dirty="0" err="1"/>
              <a:t>ut</a:t>
            </a:r>
            <a:r>
              <a:rPr lang="en-US" dirty="0"/>
              <a:t> semper ex </a:t>
            </a:r>
            <a:r>
              <a:rPr lang="en-US" dirty="0" err="1"/>
              <a:t>suscipit</a:t>
            </a:r>
            <a:r>
              <a:rPr lang="en-US" dirty="0"/>
              <a:t>. </a:t>
            </a:r>
            <a:r>
              <a:rPr lang="en-US" dirty="0" err="1"/>
              <a:t>Cras</a:t>
            </a:r>
            <a:r>
              <a:rPr lang="en-US" dirty="0"/>
              <a:t> </a:t>
            </a:r>
            <a:r>
              <a:rPr lang="en-US" dirty="0" err="1"/>
              <a:t>fringilla</a:t>
            </a:r>
            <a:r>
              <a:rPr lang="en-US" dirty="0"/>
              <a:t> </a:t>
            </a:r>
            <a:r>
              <a:rPr lang="en-US" dirty="0" err="1"/>
              <a:t>suscipit</a:t>
            </a:r>
            <a:r>
              <a:rPr lang="en-US" dirty="0"/>
              <a:t> </a:t>
            </a:r>
            <a:r>
              <a:rPr lang="en-US" dirty="0" err="1"/>
              <a:t>cursus</a:t>
            </a:r>
            <a:r>
              <a:rPr lang="en-US" dirty="0"/>
              <a:t>. </a:t>
            </a:r>
            <a:r>
              <a:rPr lang="en-US" dirty="0" err="1"/>
              <a:t>Aenean</a:t>
            </a:r>
            <a:r>
              <a:rPr lang="en-US" dirty="0"/>
              <a:t> </a:t>
            </a:r>
            <a:r>
              <a:rPr lang="en-US" dirty="0" err="1"/>
              <a:t>accumsan</a:t>
            </a:r>
            <a:r>
              <a:rPr lang="en-US" dirty="0"/>
              <a:t> </a:t>
            </a:r>
            <a:r>
              <a:rPr lang="en-US" dirty="0" err="1"/>
              <a:t>malesuada</a:t>
            </a:r>
            <a:r>
              <a:rPr lang="en-US" dirty="0"/>
              <a:t> </a:t>
            </a:r>
            <a:r>
              <a:rPr lang="en-US" dirty="0" err="1"/>
              <a:t>hendrerit</a:t>
            </a:r>
            <a:r>
              <a:rPr lang="en-US" dirty="0"/>
              <a:t>. </a:t>
            </a:r>
            <a:r>
              <a:rPr lang="en-US" dirty="0" err="1"/>
              <a:t>Morbi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dolor ante. </a:t>
            </a:r>
            <a:r>
              <a:rPr lang="en-US" dirty="0" err="1"/>
              <a:t>Duis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viverra</a:t>
            </a:r>
            <a:r>
              <a:rPr lang="en-US" dirty="0"/>
              <a:t> </a:t>
            </a:r>
            <a:r>
              <a:rPr lang="en-US" dirty="0" err="1"/>
              <a:t>urna</a:t>
            </a:r>
            <a:r>
              <a:rPr lang="en-US" dirty="0"/>
              <a:t>, in </a:t>
            </a:r>
            <a:r>
              <a:rPr lang="en-US" dirty="0" err="1"/>
              <a:t>ultricies</a:t>
            </a:r>
            <a:r>
              <a:rPr lang="en-US" dirty="0"/>
              <a:t> diam. </a:t>
            </a:r>
            <a:r>
              <a:rPr lang="en-US" dirty="0" err="1"/>
              <a:t>Morbi</a:t>
            </a:r>
            <a:r>
              <a:rPr lang="en-US" dirty="0"/>
              <a:t> </a:t>
            </a:r>
            <a:r>
              <a:rPr lang="en-US" dirty="0" err="1"/>
              <a:t>sodales</a:t>
            </a:r>
            <a:r>
              <a:rPr lang="en-US" dirty="0"/>
              <a:t> </a:t>
            </a:r>
            <a:r>
              <a:rPr lang="en-US" dirty="0" err="1"/>
              <a:t>volutpat</a:t>
            </a:r>
            <a:r>
              <a:rPr lang="en-US" dirty="0"/>
              <a:t> </a:t>
            </a:r>
            <a:r>
              <a:rPr lang="en-US" dirty="0" err="1"/>
              <a:t>tellus</a:t>
            </a:r>
            <a:r>
              <a:rPr lang="en-US" dirty="0"/>
              <a:t>,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aliquam</a:t>
            </a:r>
            <a:r>
              <a:rPr lang="en-US" dirty="0"/>
              <a:t> </a:t>
            </a:r>
            <a:r>
              <a:rPr lang="en-US" dirty="0" err="1"/>
              <a:t>urna</a:t>
            </a:r>
            <a:r>
              <a:rPr lang="en-US" dirty="0"/>
              <a:t> </a:t>
            </a:r>
            <a:r>
              <a:rPr lang="en-US" dirty="0" err="1"/>
              <a:t>cursus</a:t>
            </a:r>
            <a:r>
              <a:rPr lang="en-US" dirty="0"/>
              <a:t> et. </a:t>
            </a:r>
            <a:r>
              <a:rPr lang="en-US" dirty="0" err="1"/>
              <a:t>Proin</a:t>
            </a:r>
            <a:r>
              <a:rPr lang="en-US" dirty="0"/>
              <a:t> </a:t>
            </a:r>
            <a:r>
              <a:rPr lang="en-US" dirty="0" err="1"/>
              <a:t>commodo</a:t>
            </a:r>
            <a:r>
              <a:rPr lang="en-US" dirty="0"/>
              <a:t> </a:t>
            </a:r>
            <a:r>
              <a:rPr lang="en-US" dirty="0" err="1"/>
              <a:t>arcu</a:t>
            </a:r>
            <a:r>
              <a:rPr lang="en-US" dirty="0"/>
              <a:t> </a:t>
            </a:r>
            <a:r>
              <a:rPr lang="en-US" dirty="0" err="1"/>
              <a:t>nec</a:t>
            </a:r>
            <a:r>
              <a:rPr lang="en-US" dirty="0"/>
              <a:t> nisi </a:t>
            </a:r>
            <a:r>
              <a:rPr lang="en-US" dirty="0" err="1"/>
              <a:t>rhoncus</a:t>
            </a:r>
            <a:r>
              <a:rPr lang="en-US" dirty="0"/>
              <a:t> </a:t>
            </a:r>
            <a:r>
              <a:rPr lang="en-US" dirty="0" err="1"/>
              <a:t>dapibus</a:t>
            </a:r>
            <a:r>
              <a:rPr lang="en-US" dirty="0"/>
              <a:t>. </a:t>
            </a:r>
            <a:r>
              <a:rPr lang="en-US" dirty="0" err="1"/>
              <a:t>Praesent</a:t>
            </a:r>
            <a:r>
              <a:rPr lang="en-US" dirty="0"/>
              <a:t> </a:t>
            </a:r>
            <a:r>
              <a:rPr lang="en-US" dirty="0" err="1"/>
              <a:t>nec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non </a:t>
            </a:r>
            <a:r>
              <a:rPr lang="en-US" dirty="0" err="1"/>
              <a:t>metus</a:t>
            </a:r>
            <a:r>
              <a:rPr lang="en-US" dirty="0"/>
              <a:t> </a:t>
            </a:r>
            <a:r>
              <a:rPr lang="en-US" dirty="0" err="1"/>
              <a:t>mollis</a:t>
            </a:r>
            <a:r>
              <a:rPr lang="en-US" dirty="0"/>
              <a:t> </a:t>
            </a:r>
            <a:r>
              <a:rPr lang="en-US" dirty="0" err="1"/>
              <a:t>placerat</a:t>
            </a:r>
            <a:r>
              <a:rPr lang="en-US" dirty="0"/>
              <a:t>. </a:t>
            </a:r>
            <a:r>
              <a:rPr lang="en-US" dirty="0" err="1"/>
              <a:t>Vivamus</a:t>
            </a:r>
            <a:r>
              <a:rPr lang="en-US" dirty="0"/>
              <a:t> </a:t>
            </a:r>
            <a:r>
              <a:rPr lang="en-US" dirty="0" err="1"/>
              <a:t>porta</a:t>
            </a:r>
            <a:r>
              <a:rPr lang="en-US" dirty="0"/>
              <a:t> </a:t>
            </a:r>
            <a:r>
              <a:rPr lang="en-US" dirty="0" err="1"/>
              <a:t>pulvinar</a:t>
            </a:r>
            <a:r>
              <a:rPr lang="en-US" dirty="0"/>
              <a:t> </a:t>
            </a:r>
            <a:r>
              <a:rPr lang="en-US" dirty="0" err="1"/>
              <a:t>iaculis</a:t>
            </a:r>
            <a:r>
              <a:rPr lang="en-US" dirty="0"/>
              <a:t>. </a:t>
            </a:r>
            <a:r>
              <a:rPr lang="en-US" dirty="0" err="1"/>
              <a:t>Donec</a:t>
            </a:r>
            <a:r>
              <a:rPr lang="en-US" dirty="0"/>
              <a:t> </a:t>
            </a:r>
            <a:r>
              <a:rPr lang="en-US" dirty="0" err="1"/>
              <a:t>augue</a:t>
            </a:r>
            <a:r>
              <a:rPr lang="en-US" dirty="0"/>
              <a:t> </a:t>
            </a:r>
            <a:r>
              <a:rPr lang="en-US" dirty="0" err="1"/>
              <a:t>arcu</a:t>
            </a:r>
            <a:r>
              <a:rPr lang="en-US" dirty="0"/>
              <a:t>, </a:t>
            </a:r>
            <a:r>
              <a:rPr lang="en-US" dirty="0" err="1"/>
              <a:t>volutpat</a:t>
            </a:r>
            <a:r>
              <a:rPr lang="en-US" dirty="0"/>
              <a:t> </a:t>
            </a:r>
            <a:r>
              <a:rPr lang="en-US" dirty="0" err="1"/>
              <a:t>nec</a:t>
            </a:r>
            <a:r>
              <a:rPr lang="en-US" dirty="0"/>
              <a:t> </a:t>
            </a:r>
            <a:r>
              <a:rPr lang="en-US" dirty="0" err="1"/>
              <a:t>risus</a:t>
            </a:r>
            <a:r>
              <a:rPr lang="en-US" dirty="0"/>
              <a:t> </a:t>
            </a:r>
            <a:r>
              <a:rPr lang="en-US" dirty="0" err="1"/>
              <a:t>eget</a:t>
            </a:r>
            <a:r>
              <a:rPr lang="en-US" dirty="0"/>
              <a:t>, </a:t>
            </a:r>
            <a:r>
              <a:rPr lang="en-US" dirty="0" err="1"/>
              <a:t>finibus</a:t>
            </a:r>
            <a:r>
              <a:rPr lang="en-US" dirty="0"/>
              <a:t> </a:t>
            </a:r>
            <a:r>
              <a:rPr lang="en-US" dirty="0" err="1"/>
              <a:t>lacinia</a:t>
            </a:r>
            <a:r>
              <a:rPr lang="en-US" dirty="0"/>
              <a:t> ligula. </a:t>
            </a:r>
            <a:r>
              <a:rPr lang="en-US" dirty="0" err="1"/>
              <a:t>Curabitur</a:t>
            </a:r>
            <a:r>
              <a:rPr lang="en-US" dirty="0"/>
              <a:t> </a:t>
            </a:r>
            <a:r>
              <a:rPr lang="en-US" dirty="0" err="1"/>
              <a:t>bibendum</a:t>
            </a:r>
            <a:r>
              <a:rPr lang="en-US" dirty="0"/>
              <a:t> </a:t>
            </a:r>
            <a:r>
              <a:rPr lang="en-US" dirty="0" err="1"/>
              <a:t>arcu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faucibus</a:t>
            </a:r>
            <a:r>
              <a:rPr lang="en-US" dirty="0"/>
              <a:t> </a:t>
            </a:r>
            <a:r>
              <a:rPr lang="en-US" dirty="0" err="1"/>
              <a:t>posuere</a:t>
            </a:r>
            <a:r>
              <a:rPr lang="en-US" dirty="0"/>
              <a:t>. </a:t>
            </a:r>
            <a:r>
              <a:rPr lang="en-US" dirty="0" err="1"/>
              <a:t>Donec</a:t>
            </a:r>
            <a:r>
              <a:rPr lang="en-US" dirty="0"/>
              <a:t> a </a:t>
            </a:r>
            <a:r>
              <a:rPr lang="en-US" dirty="0" err="1"/>
              <a:t>est</a:t>
            </a:r>
            <a:r>
              <a:rPr lang="en-US" dirty="0"/>
              <a:t> at </a:t>
            </a:r>
            <a:r>
              <a:rPr lang="en-US" dirty="0" err="1"/>
              <a:t>arcu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 </a:t>
            </a:r>
            <a:r>
              <a:rPr lang="en-US" dirty="0" err="1"/>
              <a:t>vel</a:t>
            </a:r>
            <a:r>
              <a:rPr lang="en-US" dirty="0"/>
              <a:t> </a:t>
            </a:r>
            <a:r>
              <a:rPr lang="en-US" dirty="0" err="1"/>
              <a:t>eget</a:t>
            </a:r>
            <a:r>
              <a:rPr lang="en-US" dirty="0"/>
              <a:t> ex. </a:t>
            </a:r>
            <a:r>
              <a:rPr lang="en-US" dirty="0" err="1"/>
              <a:t>Duis</a:t>
            </a:r>
            <a:r>
              <a:rPr lang="en-US" dirty="0"/>
              <a:t> </a:t>
            </a:r>
            <a:r>
              <a:rPr lang="en-US" dirty="0" err="1"/>
              <a:t>auctor</a:t>
            </a:r>
            <a:r>
              <a:rPr lang="en-US" dirty="0"/>
              <a:t> </a:t>
            </a:r>
            <a:r>
              <a:rPr lang="en-US" dirty="0" err="1"/>
              <a:t>lectus</a:t>
            </a:r>
            <a:r>
              <a:rPr lang="en-US" dirty="0"/>
              <a:t> </a:t>
            </a:r>
            <a:r>
              <a:rPr lang="en-US" dirty="0" err="1"/>
              <a:t>maximus</a:t>
            </a:r>
            <a:r>
              <a:rPr lang="en-US" dirty="0"/>
              <a:t> </a:t>
            </a:r>
            <a:r>
              <a:rPr lang="en-US" dirty="0" err="1"/>
              <a:t>sapien</a:t>
            </a:r>
            <a:r>
              <a:rPr lang="en-US" dirty="0"/>
              <a:t> </a:t>
            </a:r>
            <a:r>
              <a:rPr lang="en-US" dirty="0" err="1"/>
              <a:t>suscipit</a:t>
            </a:r>
            <a:r>
              <a:rPr lang="en-US" dirty="0"/>
              <a:t> </a:t>
            </a:r>
            <a:r>
              <a:rPr lang="en-US" dirty="0" err="1"/>
              <a:t>interdum</a:t>
            </a:r>
            <a:r>
              <a:rPr lang="en-US" dirty="0"/>
              <a:t>.</a:t>
            </a:r>
          </a:p>
          <a:p>
            <a:pPr lvl="0"/>
            <a:endParaRPr lang="en-US" dirty="0"/>
          </a:p>
          <a:p>
            <a:pPr lvl="0"/>
            <a:r>
              <a:rPr lang="en-US" dirty="0" err="1"/>
              <a:t>Curabitur</a:t>
            </a:r>
            <a:r>
              <a:rPr lang="en-US" dirty="0"/>
              <a:t> </a:t>
            </a:r>
            <a:r>
              <a:rPr lang="en-US" dirty="0" err="1"/>
              <a:t>rhoncus</a:t>
            </a:r>
            <a:r>
              <a:rPr lang="en-US" dirty="0"/>
              <a:t>,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vel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 </a:t>
            </a:r>
            <a:r>
              <a:rPr lang="en-US" dirty="0" err="1"/>
              <a:t>pulvinar</a:t>
            </a:r>
            <a:r>
              <a:rPr lang="en-US" dirty="0"/>
              <a:t>, </a:t>
            </a:r>
            <a:r>
              <a:rPr lang="en-US" dirty="0" err="1"/>
              <a:t>erat</a:t>
            </a:r>
            <a:r>
              <a:rPr lang="en-US" dirty="0"/>
              <a:t> </a:t>
            </a:r>
            <a:r>
              <a:rPr lang="en-US" dirty="0" err="1"/>
              <a:t>massa</a:t>
            </a:r>
            <a:r>
              <a:rPr lang="en-US" dirty="0"/>
              <a:t> </a:t>
            </a:r>
            <a:r>
              <a:rPr lang="en-US" dirty="0" err="1"/>
              <a:t>lacinia</a:t>
            </a:r>
            <a:r>
              <a:rPr lang="en-US" dirty="0"/>
              <a:t> </a:t>
            </a:r>
            <a:r>
              <a:rPr lang="en-US" dirty="0" err="1"/>
              <a:t>purus</a:t>
            </a:r>
            <a:r>
              <a:rPr lang="en-US" dirty="0"/>
              <a:t>, in </a:t>
            </a:r>
            <a:r>
              <a:rPr lang="en-US" dirty="0" err="1"/>
              <a:t>laoreet</a:t>
            </a:r>
            <a:r>
              <a:rPr lang="en-US" dirty="0"/>
              <a:t> </a:t>
            </a:r>
            <a:r>
              <a:rPr lang="en-US" dirty="0" err="1"/>
              <a:t>purus</a:t>
            </a:r>
            <a:r>
              <a:rPr lang="en-US" dirty="0"/>
              <a:t> </a:t>
            </a:r>
            <a:r>
              <a:rPr lang="en-US" dirty="0" err="1"/>
              <a:t>massa</a:t>
            </a:r>
            <a:r>
              <a:rPr lang="en-US" dirty="0"/>
              <a:t> in </a:t>
            </a:r>
            <a:r>
              <a:rPr lang="en-US" dirty="0" err="1"/>
              <a:t>nunc</a:t>
            </a:r>
            <a:r>
              <a:rPr lang="en-US" dirty="0"/>
              <a:t>. </a:t>
            </a:r>
            <a:r>
              <a:rPr lang="en-US" dirty="0" err="1"/>
              <a:t>Phasellus</a:t>
            </a:r>
            <a:r>
              <a:rPr lang="en-US" dirty="0"/>
              <a:t> </a:t>
            </a:r>
            <a:r>
              <a:rPr lang="en-US" dirty="0" err="1"/>
              <a:t>finibus</a:t>
            </a:r>
            <a:r>
              <a:rPr lang="en-US" dirty="0"/>
              <a:t> </a:t>
            </a:r>
            <a:r>
              <a:rPr lang="en-US" dirty="0" err="1"/>
              <a:t>malesuada</a:t>
            </a:r>
            <a:r>
              <a:rPr lang="en-US" dirty="0"/>
              <a:t> </a:t>
            </a:r>
            <a:r>
              <a:rPr lang="en-US" dirty="0" err="1"/>
              <a:t>lobortis</a:t>
            </a:r>
            <a:r>
              <a:rPr lang="en-US" dirty="0"/>
              <a:t>. </a:t>
            </a:r>
            <a:r>
              <a:rPr lang="en-US" dirty="0" err="1"/>
              <a:t>Sed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tellus</a:t>
            </a:r>
            <a:r>
              <a:rPr lang="en-US" dirty="0"/>
              <a:t> id </a:t>
            </a:r>
            <a:r>
              <a:rPr lang="en-US" dirty="0" err="1"/>
              <a:t>nulla</a:t>
            </a:r>
            <a:r>
              <a:rPr lang="en-US" dirty="0"/>
              <a:t> </a:t>
            </a:r>
            <a:r>
              <a:rPr lang="en-US" dirty="0" err="1"/>
              <a:t>mollis</a:t>
            </a:r>
            <a:r>
              <a:rPr lang="en-US" dirty="0"/>
              <a:t> </a:t>
            </a:r>
            <a:r>
              <a:rPr lang="en-US" dirty="0" err="1"/>
              <a:t>iaculis</a:t>
            </a:r>
            <a:r>
              <a:rPr lang="en-US" dirty="0"/>
              <a:t>. Nam </a:t>
            </a:r>
            <a:r>
              <a:rPr lang="en-US" dirty="0" err="1"/>
              <a:t>nec</a:t>
            </a:r>
            <a:r>
              <a:rPr lang="en-US" dirty="0"/>
              <a:t> </a:t>
            </a:r>
            <a:r>
              <a:rPr lang="en-US" dirty="0" err="1"/>
              <a:t>auctor</a:t>
            </a:r>
            <a:r>
              <a:rPr lang="en-US" dirty="0"/>
              <a:t> </a:t>
            </a:r>
            <a:r>
              <a:rPr lang="en-US" dirty="0" err="1"/>
              <a:t>arcu</a:t>
            </a:r>
            <a:r>
              <a:rPr lang="en-US" dirty="0"/>
              <a:t>. </a:t>
            </a:r>
            <a:r>
              <a:rPr lang="en-US" dirty="0" err="1"/>
              <a:t>Aenean</a:t>
            </a:r>
            <a:r>
              <a:rPr lang="en-US" dirty="0"/>
              <a:t> </a:t>
            </a:r>
            <a:r>
              <a:rPr lang="en-US" dirty="0" err="1"/>
              <a:t>molestie</a:t>
            </a:r>
            <a:r>
              <a:rPr lang="en-US" dirty="0"/>
              <a:t> lacus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urna</a:t>
            </a:r>
            <a:r>
              <a:rPr lang="en-US" dirty="0"/>
              <a:t> </a:t>
            </a:r>
            <a:r>
              <a:rPr lang="en-US" dirty="0" err="1"/>
              <a:t>accumsan</a:t>
            </a:r>
            <a:r>
              <a:rPr lang="en-US" dirty="0"/>
              <a:t>, a </a:t>
            </a:r>
            <a:r>
              <a:rPr lang="en-US" dirty="0" err="1"/>
              <a:t>rhoncus</a:t>
            </a:r>
            <a:r>
              <a:rPr lang="en-US" dirty="0"/>
              <a:t> </a:t>
            </a:r>
            <a:r>
              <a:rPr lang="en-US" dirty="0" err="1"/>
              <a:t>orci</a:t>
            </a:r>
            <a:r>
              <a:rPr lang="en-US" dirty="0"/>
              <a:t> </a:t>
            </a:r>
            <a:r>
              <a:rPr lang="en-US" dirty="0" err="1"/>
              <a:t>rhoncus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orci</a:t>
            </a:r>
            <a:r>
              <a:rPr lang="en-US" dirty="0"/>
              <a:t> </a:t>
            </a:r>
            <a:r>
              <a:rPr lang="en-US" dirty="0" err="1"/>
              <a:t>velit</a:t>
            </a:r>
            <a:r>
              <a:rPr lang="en-US" dirty="0"/>
              <a:t>, </a:t>
            </a:r>
            <a:r>
              <a:rPr lang="en-US" dirty="0" err="1"/>
              <a:t>euismod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pulvinar</a:t>
            </a:r>
            <a:r>
              <a:rPr lang="en-US" dirty="0"/>
              <a:t> ac, </a:t>
            </a:r>
            <a:r>
              <a:rPr lang="en-US" dirty="0" err="1"/>
              <a:t>ultrices</a:t>
            </a:r>
            <a:r>
              <a:rPr lang="en-US" dirty="0"/>
              <a:t> </a:t>
            </a:r>
            <a:r>
              <a:rPr lang="en-US" dirty="0" err="1"/>
              <a:t>vel</a:t>
            </a:r>
            <a:r>
              <a:rPr lang="en-US" dirty="0"/>
              <a:t> dui. </a:t>
            </a:r>
            <a:r>
              <a:rPr lang="en-US" dirty="0" err="1"/>
              <a:t>Praesent</a:t>
            </a:r>
            <a:r>
              <a:rPr lang="en-US" dirty="0"/>
              <a:t> </a:t>
            </a:r>
            <a:r>
              <a:rPr lang="en-US" dirty="0" err="1"/>
              <a:t>commodo</a:t>
            </a:r>
            <a:r>
              <a:rPr lang="en-US" dirty="0"/>
              <a:t>, </a:t>
            </a:r>
            <a:r>
              <a:rPr lang="en-US" dirty="0" err="1"/>
              <a:t>odio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 </a:t>
            </a:r>
            <a:r>
              <a:rPr lang="en-US" dirty="0" err="1"/>
              <a:t>ullamcorper</a:t>
            </a:r>
            <a:r>
              <a:rPr lang="en-US" dirty="0"/>
              <a:t> </a:t>
            </a:r>
            <a:r>
              <a:rPr lang="en-US" dirty="0" err="1"/>
              <a:t>eleifend</a:t>
            </a:r>
            <a:r>
              <a:rPr lang="en-US" dirty="0"/>
              <a:t>, magna </a:t>
            </a:r>
            <a:r>
              <a:rPr lang="en-US" dirty="0" err="1"/>
              <a:t>metus</a:t>
            </a:r>
            <a:r>
              <a:rPr lang="en-US" dirty="0"/>
              <a:t> </a:t>
            </a:r>
            <a:r>
              <a:rPr lang="en-US" dirty="0" err="1"/>
              <a:t>euismod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in </a:t>
            </a:r>
            <a:r>
              <a:rPr lang="en-US" dirty="0" err="1"/>
              <a:t>porttitor</a:t>
            </a:r>
            <a:r>
              <a:rPr lang="en-US" dirty="0"/>
              <a:t> </a:t>
            </a:r>
            <a:r>
              <a:rPr lang="en-US" dirty="0" err="1"/>
              <a:t>urna</a:t>
            </a:r>
            <a:r>
              <a:rPr lang="en-US" dirty="0"/>
              <a:t> </a:t>
            </a:r>
            <a:r>
              <a:rPr lang="en-US" dirty="0" err="1"/>
              <a:t>nisl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nulla</a:t>
            </a:r>
            <a:r>
              <a:rPr lang="en-US" dirty="0"/>
              <a:t>. </a:t>
            </a:r>
            <a:r>
              <a:rPr lang="en-US" dirty="0" err="1"/>
              <a:t>Donec</a:t>
            </a:r>
            <a:r>
              <a:rPr lang="en-US" dirty="0"/>
              <a:t> </a:t>
            </a:r>
            <a:r>
              <a:rPr lang="en-US" dirty="0" err="1"/>
              <a:t>accumsan</a:t>
            </a:r>
            <a:r>
              <a:rPr lang="en-US" dirty="0"/>
              <a:t> </a:t>
            </a:r>
            <a:r>
              <a:rPr lang="en-US" dirty="0" err="1"/>
              <a:t>egestas</a:t>
            </a:r>
            <a:r>
              <a:rPr lang="en-US" dirty="0"/>
              <a:t> </a:t>
            </a:r>
            <a:r>
              <a:rPr lang="en-US" dirty="0" err="1"/>
              <a:t>nulla</a:t>
            </a:r>
            <a:r>
              <a:rPr lang="en-US" dirty="0"/>
              <a:t>,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sollicitudin</a:t>
            </a:r>
            <a:r>
              <a:rPr lang="en-US" dirty="0"/>
              <a:t> </a:t>
            </a:r>
            <a:r>
              <a:rPr lang="en-US" dirty="0" err="1"/>
              <a:t>nulla</a:t>
            </a:r>
            <a:r>
              <a:rPr lang="en-US" dirty="0"/>
              <a:t> </a:t>
            </a:r>
            <a:r>
              <a:rPr lang="en-US" dirty="0" err="1"/>
              <a:t>lacinia</a:t>
            </a:r>
            <a:r>
              <a:rPr lang="en-US" dirty="0"/>
              <a:t> ac. </a:t>
            </a:r>
            <a:r>
              <a:rPr lang="en-US" dirty="0" err="1"/>
              <a:t>Pellentesque</a:t>
            </a:r>
            <a:r>
              <a:rPr lang="en-US" dirty="0"/>
              <a:t> </a:t>
            </a:r>
            <a:r>
              <a:rPr lang="en-US" dirty="0" err="1"/>
              <a:t>felis</a:t>
            </a:r>
            <a:r>
              <a:rPr lang="en-US" dirty="0"/>
              <a:t> </a:t>
            </a:r>
            <a:r>
              <a:rPr lang="en-US" dirty="0" err="1"/>
              <a:t>est</a:t>
            </a:r>
            <a:r>
              <a:rPr lang="en-US" dirty="0"/>
              <a:t>, </a:t>
            </a:r>
            <a:r>
              <a:rPr lang="en-US" dirty="0" err="1"/>
              <a:t>tincidunt</a:t>
            </a:r>
            <a:r>
              <a:rPr lang="en-US" dirty="0"/>
              <a:t> et </a:t>
            </a:r>
            <a:r>
              <a:rPr lang="en-US" dirty="0" err="1"/>
              <a:t>suscipit</a:t>
            </a:r>
            <a:r>
              <a:rPr lang="en-US" dirty="0"/>
              <a:t> id, </a:t>
            </a:r>
            <a:r>
              <a:rPr lang="en-US" dirty="0" err="1"/>
              <a:t>rutrum</a:t>
            </a:r>
            <a:r>
              <a:rPr lang="en-US" dirty="0"/>
              <a:t> at </a:t>
            </a:r>
            <a:r>
              <a:rPr lang="en-US" dirty="0" err="1"/>
              <a:t>odio</a:t>
            </a:r>
            <a:r>
              <a:rPr lang="en-US" dirty="0"/>
              <a:t>. </a:t>
            </a:r>
            <a:r>
              <a:rPr lang="en-US" dirty="0" err="1"/>
              <a:t>Sed</a:t>
            </a:r>
            <a:r>
              <a:rPr lang="en-US" dirty="0"/>
              <a:t> </a:t>
            </a:r>
            <a:r>
              <a:rPr lang="en-US" dirty="0" err="1"/>
              <a:t>fringilla</a:t>
            </a:r>
            <a:r>
              <a:rPr lang="en-US" dirty="0"/>
              <a:t> </a:t>
            </a:r>
            <a:r>
              <a:rPr lang="en-US" dirty="0" err="1"/>
              <a:t>porttitor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. </a:t>
            </a:r>
            <a:r>
              <a:rPr lang="en-US" dirty="0" err="1"/>
              <a:t>Morbi</a:t>
            </a:r>
            <a:r>
              <a:rPr lang="en-US" dirty="0"/>
              <a:t> </a:t>
            </a:r>
            <a:r>
              <a:rPr lang="en-US" dirty="0" err="1"/>
              <a:t>cursus</a:t>
            </a:r>
            <a:r>
              <a:rPr lang="en-US" dirty="0"/>
              <a:t> </a:t>
            </a:r>
            <a:r>
              <a:rPr lang="en-US" dirty="0" err="1"/>
              <a:t>massa</a:t>
            </a:r>
            <a:r>
              <a:rPr lang="en-US" dirty="0"/>
              <a:t> </a:t>
            </a:r>
            <a:r>
              <a:rPr lang="en-US" dirty="0" err="1"/>
              <a:t>eget</a:t>
            </a:r>
            <a:r>
              <a:rPr lang="en-US" dirty="0"/>
              <a:t> </a:t>
            </a:r>
            <a:r>
              <a:rPr lang="en-US" dirty="0" err="1"/>
              <a:t>arcu</a:t>
            </a:r>
            <a:r>
              <a:rPr lang="en-US" dirty="0"/>
              <a:t> </a:t>
            </a:r>
            <a:r>
              <a:rPr lang="en-US" dirty="0" err="1"/>
              <a:t>hendrerit</a:t>
            </a:r>
            <a:r>
              <a:rPr lang="en-US" dirty="0"/>
              <a:t> </a:t>
            </a:r>
            <a:r>
              <a:rPr lang="en-US" dirty="0" err="1"/>
              <a:t>eleifend</a:t>
            </a:r>
            <a:r>
              <a:rPr lang="en-US" dirty="0"/>
              <a:t>. </a:t>
            </a:r>
            <a:r>
              <a:rPr lang="en-US" dirty="0" err="1"/>
              <a:t>Morbi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accumsan</a:t>
            </a:r>
            <a:r>
              <a:rPr lang="en-US" dirty="0"/>
              <a:t> dui, </a:t>
            </a:r>
            <a:r>
              <a:rPr lang="en-US" dirty="0" err="1"/>
              <a:t>vel</a:t>
            </a:r>
            <a:r>
              <a:rPr lang="en-US" dirty="0"/>
              <a:t> tempus </a:t>
            </a:r>
            <a:r>
              <a:rPr lang="en-US" dirty="0" err="1"/>
              <a:t>urna</a:t>
            </a:r>
            <a:r>
              <a:rPr lang="en-US" dirty="0"/>
              <a:t>. </a:t>
            </a:r>
            <a:r>
              <a:rPr lang="en-US" dirty="0" err="1"/>
              <a:t>Cras</a:t>
            </a:r>
            <a:r>
              <a:rPr lang="en-US" dirty="0"/>
              <a:t> in </a:t>
            </a:r>
            <a:r>
              <a:rPr lang="en-US" dirty="0" err="1"/>
              <a:t>sapien</a:t>
            </a:r>
            <a:r>
              <a:rPr lang="en-US" dirty="0"/>
              <a:t> at </a:t>
            </a:r>
            <a:r>
              <a:rPr lang="en-US" dirty="0" err="1"/>
              <a:t>justo</a:t>
            </a:r>
            <a:r>
              <a:rPr lang="en-US" dirty="0"/>
              <a:t> </a:t>
            </a:r>
            <a:r>
              <a:rPr lang="en-US" dirty="0" err="1"/>
              <a:t>convallis</a:t>
            </a:r>
            <a:r>
              <a:rPr lang="en-US" dirty="0"/>
              <a:t> </a:t>
            </a:r>
            <a:r>
              <a:rPr lang="en-US" dirty="0" err="1"/>
              <a:t>lacinia</a:t>
            </a:r>
            <a:r>
              <a:rPr lang="en-US" dirty="0"/>
              <a:t> et in </a:t>
            </a:r>
            <a:r>
              <a:rPr lang="en-US" dirty="0" err="1"/>
              <a:t>felis</a:t>
            </a:r>
            <a:r>
              <a:rPr lang="en-US" dirty="0"/>
              <a:t>. </a:t>
            </a:r>
            <a:r>
              <a:rPr lang="en-US" dirty="0" err="1"/>
              <a:t>Vestibulum</a:t>
            </a:r>
            <a:r>
              <a:rPr lang="en-US" dirty="0"/>
              <a:t> </a:t>
            </a:r>
            <a:r>
              <a:rPr lang="en-US" dirty="0" err="1"/>
              <a:t>luctus</a:t>
            </a:r>
            <a:r>
              <a:rPr lang="en-US" dirty="0"/>
              <a:t>, </a:t>
            </a:r>
            <a:r>
              <a:rPr lang="en-US" dirty="0" err="1"/>
              <a:t>odio</a:t>
            </a:r>
            <a:r>
              <a:rPr lang="en-US" dirty="0"/>
              <a:t> non </a:t>
            </a:r>
            <a:r>
              <a:rPr lang="en-US" dirty="0" err="1"/>
              <a:t>accumsan</a:t>
            </a:r>
            <a:r>
              <a:rPr lang="en-US" dirty="0"/>
              <a:t> </a:t>
            </a:r>
            <a:r>
              <a:rPr lang="en-US" dirty="0" err="1"/>
              <a:t>eleifend</a:t>
            </a:r>
            <a:r>
              <a:rPr lang="en-US" dirty="0"/>
              <a:t>, </a:t>
            </a:r>
            <a:r>
              <a:rPr lang="en-US" dirty="0" err="1"/>
              <a:t>lectus</a:t>
            </a:r>
            <a:r>
              <a:rPr lang="en-US" dirty="0"/>
              <a:t> </a:t>
            </a:r>
            <a:r>
              <a:rPr lang="en-US" dirty="0" err="1"/>
              <a:t>metus</a:t>
            </a:r>
            <a:r>
              <a:rPr lang="en-US" dirty="0"/>
              <a:t> </a:t>
            </a:r>
            <a:r>
              <a:rPr lang="en-US" dirty="0" err="1"/>
              <a:t>rutrum</a:t>
            </a:r>
            <a:r>
              <a:rPr lang="en-US" dirty="0"/>
              <a:t> </a:t>
            </a:r>
            <a:r>
              <a:rPr lang="en-US" dirty="0" err="1"/>
              <a:t>orci</a:t>
            </a:r>
            <a:r>
              <a:rPr lang="en-US" dirty="0"/>
              <a:t>,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molestie</a:t>
            </a:r>
            <a:r>
              <a:rPr lang="en-US" dirty="0"/>
              <a:t> </a:t>
            </a:r>
            <a:r>
              <a:rPr lang="en-US" dirty="0" err="1"/>
              <a:t>enim</a:t>
            </a:r>
            <a:r>
              <a:rPr lang="en-US" dirty="0"/>
              <a:t> </a:t>
            </a:r>
            <a:r>
              <a:rPr lang="en-US" dirty="0" err="1"/>
              <a:t>augue</a:t>
            </a:r>
            <a:r>
              <a:rPr lang="en-US" dirty="0"/>
              <a:t> in </a:t>
            </a:r>
            <a:r>
              <a:rPr lang="en-US" dirty="0" err="1"/>
              <a:t>lorem</a:t>
            </a:r>
            <a:r>
              <a:rPr lang="en-US" dirty="0"/>
              <a:t>. </a:t>
            </a:r>
            <a:r>
              <a:rPr lang="en-US" dirty="0" err="1"/>
              <a:t>Vestibulum</a:t>
            </a:r>
            <a:r>
              <a:rPr lang="en-US" dirty="0"/>
              <a:t> </a:t>
            </a:r>
            <a:r>
              <a:rPr lang="en-US" dirty="0" err="1"/>
              <a:t>volutpat</a:t>
            </a:r>
            <a:r>
              <a:rPr lang="en-US" dirty="0"/>
              <a:t> </a:t>
            </a:r>
            <a:r>
              <a:rPr lang="en-US" dirty="0" err="1"/>
              <a:t>sagittis</a:t>
            </a:r>
            <a:r>
              <a:rPr lang="en-US" dirty="0"/>
              <a:t> quam </a:t>
            </a:r>
            <a:r>
              <a:rPr lang="en-US" dirty="0" err="1"/>
              <a:t>varius</a:t>
            </a:r>
            <a:r>
              <a:rPr lang="en-US" dirty="0"/>
              <a:t> </a:t>
            </a:r>
            <a:r>
              <a:rPr lang="en-US" dirty="0" err="1"/>
              <a:t>facilisis</a:t>
            </a:r>
            <a:r>
              <a:rPr lang="en-US" dirty="0"/>
              <a:t>.</a:t>
            </a:r>
          </a:p>
          <a:p>
            <a:pPr lvl="0"/>
            <a:endParaRPr lang="en-US" dirty="0"/>
          </a:p>
          <a:p>
            <a:pPr lvl="0"/>
            <a:r>
              <a:rPr lang="en-US" dirty="0" err="1"/>
              <a:t>Donec</a:t>
            </a:r>
            <a:r>
              <a:rPr lang="en-US" dirty="0"/>
              <a:t> ligula </a:t>
            </a:r>
            <a:r>
              <a:rPr lang="en-US" dirty="0" err="1"/>
              <a:t>diam</a:t>
            </a:r>
            <a:r>
              <a:rPr lang="en-US" dirty="0"/>
              <a:t>, </a:t>
            </a:r>
            <a:r>
              <a:rPr lang="en-US" dirty="0" err="1"/>
              <a:t>tincidunt</a:t>
            </a:r>
            <a:r>
              <a:rPr lang="en-US" dirty="0"/>
              <a:t> id </a:t>
            </a:r>
            <a:r>
              <a:rPr lang="en-US" dirty="0" err="1"/>
              <a:t>nisl</a:t>
            </a:r>
            <a:r>
              <a:rPr lang="en-US" dirty="0"/>
              <a:t> </a:t>
            </a:r>
            <a:r>
              <a:rPr lang="en-US" dirty="0" err="1"/>
              <a:t>vel</a:t>
            </a:r>
            <a:r>
              <a:rPr lang="en-US" dirty="0"/>
              <a:t>, </a:t>
            </a:r>
            <a:r>
              <a:rPr lang="en-US" dirty="0" err="1"/>
              <a:t>accumsan</a:t>
            </a:r>
            <a:r>
              <a:rPr lang="en-US" dirty="0"/>
              <a:t> </a:t>
            </a:r>
            <a:r>
              <a:rPr lang="en-US" dirty="0" err="1"/>
              <a:t>placerat</a:t>
            </a:r>
            <a:r>
              <a:rPr lang="en-US" dirty="0"/>
              <a:t> </a:t>
            </a:r>
            <a:r>
              <a:rPr lang="en-US" dirty="0" err="1"/>
              <a:t>velit</a:t>
            </a:r>
            <a:r>
              <a:rPr lang="en-US" dirty="0"/>
              <a:t>. </a:t>
            </a:r>
            <a:r>
              <a:rPr lang="en-US" dirty="0" err="1"/>
              <a:t>Nullam</a:t>
            </a:r>
            <a:r>
              <a:rPr lang="en-US" dirty="0"/>
              <a:t> </a:t>
            </a:r>
            <a:r>
              <a:rPr lang="en-US" dirty="0" err="1"/>
              <a:t>sagittis</a:t>
            </a:r>
            <a:r>
              <a:rPr lang="en-US" dirty="0"/>
              <a:t> </a:t>
            </a:r>
            <a:r>
              <a:rPr lang="en-US" dirty="0" err="1"/>
              <a:t>feugiat</a:t>
            </a:r>
            <a:r>
              <a:rPr lang="en-US" dirty="0"/>
              <a:t> </a:t>
            </a:r>
            <a:r>
              <a:rPr lang="en-US" dirty="0" err="1"/>
              <a:t>erat</a:t>
            </a:r>
            <a:r>
              <a:rPr lang="en-US" dirty="0"/>
              <a:t>, </a:t>
            </a:r>
            <a:r>
              <a:rPr lang="en-US" dirty="0" err="1"/>
              <a:t>vel</a:t>
            </a:r>
            <a:r>
              <a:rPr lang="en-US" dirty="0"/>
              <a:t> </a:t>
            </a:r>
            <a:r>
              <a:rPr lang="en-US" dirty="0" err="1"/>
              <a:t>vestibulum</a:t>
            </a:r>
            <a:r>
              <a:rPr lang="en-US" dirty="0"/>
              <a:t>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facilisis</a:t>
            </a:r>
            <a:r>
              <a:rPr lang="en-US" dirty="0"/>
              <a:t> vitae. </a:t>
            </a:r>
            <a:r>
              <a:rPr lang="en-US" dirty="0" err="1"/>
              <a:t>Duis</a:t>
            </a:r>
            <a:r>
              <a:rPr lang="en-US" dirty="0"/>
              <a:t> </a:t>
            </a:r>
            <a:r>
              <a:rPr lang="en-US" dirty="0" err="1"/>
              <a:t>molestie</a:t>
            </a:r>
            <a:r>
              <a:rPr lang="en-US" dirty="0"/>
              <a:t> </a:t>
            </a:r>
            <a:r>
              <a:rPr lang="en-US" dirty="0" err="1"/>
              <a:t>urna</a:t>
            </a:r>
            <a:r>
              <a:rPr lang="en-US" dirty="0"/>
              <a:t> </a:t>
            </a:r>
            <a:r>
              <a:rPr lang="en-US" dirty="0" err="1"/>
              <a:t>enim</a:t>
            </a:r>
            <a:r>
              <a:rPr lang="en-US" dirty="0"/>
              <a:t>, </a:t>
            </a:r>
            <a:r>
              <a:rPr lang="en-US" dirty="0" err="1"/>
              <a:t>vel</a:t>
            </a:r>
            <a:r>
              <a:rPr lang="en-US" dirty="0"/>
              <a:t> </a:t>
            </a:r>
            <a:r>
              <a:rPr lang="en-US" dirty="0" err="1"/>
              <a:t>scelerisque</a:t>
            </a:r>
            <a:r>
              <a:rPr lang="en-US" dirty="0"/>
              <a:t> </a:t>
            </a:r>
            <a:r>
              <a:rPr lang="en-US" dirty="0" err="1"/>
              <a:t>arcu</a:t>
            </a:r>
            <a:r>
              <a:rPr lang="en-US" dirty="0"/>
              <a:t> </a:t>
            </a:r>
            <a:r>
              <a:rPr lang="en-US" dirty="0" err="1"/>
              <a:t>feugiat</a:t>
            </a:r>
            <a:r>
              <a:rPr lang="en-US" dirty="0"/>
              <a:t> </a:t>
            </a:r>
            <a:r>
              <a:rPr lang="en-US" dirty="0" err="1"/>
              <a:t>eget</a:t>
            </a:r>
            <a:r>
              <a:rPr lang="en-US" dirty="0"/>
              <a:t>. </a:t>
            </a:r>
            <a:r>
              <a:rPr lang="en-US" dirty="0" err="1"/>
              <a:t>Curabitur</a:t>
            </a:r>
            <a:r>
              <a:rPr lang="en-US" dirty="0"/>
              <a:t> </a:t>
            </a:r>
            <a:r>
              <a:rPr lang="en-US" dirty="0" err="1"/>
              <a:t>lobortis</a:t>
            </a:r>
            <a:r>
              <a:rPr lang="en-US" dirty="0"/>
              <a:t>, </a:t>
            </a:r>
            <a:r>
              <a:rPr lang="en-US" dirty="0" err="1"/>
              <a:t>nulla</a:t>
            </a:r>
            <a:r>
              <a:rPr lang="en-US" dirty="0"/>
              <a:t> </a:t>
            </a:r>
            <a:r>
              <a:rPr lang="en-US" dirty="0" err="1"/>
              <a:t>vel</a:t>
            </a:r>
            <a:r>
              <a:rPr lang="en-US" dirty="0"/>
              <a:t> </a:t>
            </a:r>
            <a:r>
              <a:rPr lang="en-US" dirty="0" err="1"/>
              <a:t>dignissim</a:t>
            </a:r>
            <a:r>
              <a:rPr lang="en-US" dirty="0"/>
              <a:t> </a:t>
            </a:r>
            <a:r>
              <a:rPr lang="en-US" dirty="0" err="1"/>
              <a:t>consequat</a:t>
            </a:r>
            <a:r>
              <a:rPr lang="en-US" dirty="0"/>
              <a:t>, </a:t>
            </a:r>
            <a:r>
              <a:rPr lang="en-US" dirty="0" err="1"/>
              <a:t>odio</a:t>
            </a:r>
            <a:r>
              <a:rPr lang="en-US" dirty="0"/>
              <a:t> </a:t>
            </a:r>
            <a:r>
              <a:rPr lang="en-US" dirty="0" err="1"/>
              <a:t>libero</a:t>
            </a:r>
            <a:r>
              <a:rPr lang="en-US" dirty="0"/>
              <a:t> </a:t>
            </a:r>
            <a:r>
              <a:rPr lang="en-US" dirty="0" err="1"/>
              <a:t>pellentesque</a:t>
            </a:r>
            <a:r>
              <a:rPr lang="en-US" dirty="0"/>
              <a:t> </a:t>
            </a:r>
            <a:r>
              <a:rPr lang="en-US" dirty="0" err="1"/>
              <a:t>nunc</a:t>
            </a:r>
            <a:r>
              <a:rPr lang="en-US" dirty="0"/>
              <a:t>,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feugiat</a:t>
            </a:r>
            <a:r>
              <a:rPr lang="en-US" dirty="0"/>
              <a:t> </a:t>
            </a:r>
            <a:r>
              <a:rPr lang="en-US" dirty="0" err="1"/>
              <a:t>justo</a:t>
            </a:r>
            <a:r>
              <a:rPr lang="en-US" dirty="0"/>
              <a:t> </a:t>
            </a:r>
            <a:r>
              <a:rPr lang="en-US" dirty="0" err="1"/>
              <a:t>metus</a:t>
            </a:r>
            <a:r>
              <a:rPr lang="en-US" dirty="0"/>
              <a:t> </a:t>
            </a:r>
            <a:r>
              <a:rPr lang="en-US" dirty="0" err="1"/>
              <a:t>nec</a:t>
            </a:r>
            <a:r>
              <a:rPr lang="en-US" dirty="0"/>
              <a:t> </a:t>
            </a:r>
            <a:r>
              <a:rPr lang="en-US" dirty="0" err="1"/>
              <a:t>neque</a:t>
            </a:r>
            <a:r>
              <a:rPr lang="en-US" dirty="0"/>
              <a:t>. </a:t>
            </a:r>
            <a:r>
              <a:rPr lang="en-US" dirty="0" err="1"/>
              <a:t>Donec</a:t>
            </a:r>
            <a:r>
              <a:rPr lang="en-US" dirty="0"/>
              <a:t> non ante ac </a:t>
            </a:r>
            <a:r>
              <a:rPr lang="en-US" dirty="0" err="1"/>
              <a:t>orci</a:t>
            </a:r>
            <a:r>
              <a:rPr lang="en-US" dirty="0"/>
              <a:t> </a:t>
            </a:r>
            <a:r>
              <a:rPr lang="en-US" dirty="0" err="1"/>
              <a:t>elementum</a:t>
            </a:r>
            <a:r>
              <a:rPr lang="en-US" dirty="0"/>
              <a:t> </a:t>
            </a:r>
            <a:r>
              <a:rPr lang="en-US" dirty="0" err="1"/>
              <a:t>iaculis</a:t>
            </a:r>
            <a:r>
              <a:rPr lang="en-US" dirty="0"/>
              <a:t> </a:t>
            </a:r>
            <a:r>
              <a:rPr lang="en-US" dirty="0" err="1"/>
              <a:t>consequat</a:t>
            </a:r>
            <a:r>
              <a:rPr lang="en-US" dirty="0"/>
              <a:t> in </a:t>
            </a:r>
            <a:r>
              <a:rPr lang="en-US" dirty="0" err="1"/>
              <a:t>metus</a:t>
            </a:r>
            <a:r>
              <a:rPr lang="en-US" dirty="0"/>
              <a:t>. </a:t>
            </a:r>
            <a:r>
              <a:rPr lang="en-US" dirty="0" err="1"/>
              <a:t>Interdum</a:t>
            </a:r>
            <a:r>
              <a:rPr lang="en-US" dirty="0"/>
              <a:t> et </a:t>
            </a:r>
            <a:r>
              <a:rPr lang="en-US" dirty="0" err="1"/>
              <a:t>malesuada</a:t>
            </a:r>
            <a:r>
              <a:rPr lang="en-US" dirty="0"/>
              <a:t> fames ac ante </a:t>
            </a:r>
            <a:r>
              <a:rPr lang="en-US" dirty="0" err="1"/>
              <a:t>ipsum</a:t>
            </a:r>
            <a:r>
              <a:rPr lang="en-US" dirty="0"/>
              <a:t> </a:t>
            </a:r>
            <a:r>
              <a:rPr lang="en-US" dirty="0" err="1"/>
              <a:t>primis</a:t>
            </a:r>
            <a:r>
              <a:rPr lang="en-US" dirty="0"/>
              <a:t> in </a:t>
            </a:r>
            <a:r>
              <a:rPr lang="en-US" dirty="0" err="1"/>
              <a:t>faucibus</a:t>
            </a:r>
            <a:r>
              <a:rPr lang="en-US" dirty="0"/>
              <a:t>. </a:t>
            </a:r>
            <a:r>
              <a:rPr lang="en-US" dirty="0" err="1"/>
              <a:t>Mauris</a:t>
            </a:r>
            <a:r>
              <a:rPr lang="en-US" dirty="0"/>
              <a:t> </a:t>
            </a:r>
            <a:r>
              <a:rPr lang="en-US" dirty="0" err="1"/>
              <a:t>volutpat</a:t>
            </a:r>
            <a:r>
              <a:rPr lang="en-US" dirty="0"/>
              <a:t> </a:t>
            </a:r>
            <a:r>
              <a:rPr lang="en-US" dirty="0" err="1"/>
              <a:t>aliquet</a:t>
            </a:r>
            <a:r>
              <a:rPr lang="en-US" dirty="0"/>
              <a:t> </a:t>
            </a:r>
            <a:r>
              <a:rPr lang="en-US" dirty="0" err="1"/>
              <a:t>imperdiet</a:t>
            </a:r>
            <a:r>
              <a:rPr lang="en-US" dirty="0"/>
              <a:t>. </a:t>
            </a:r>
            <a:r>
              <a:rPr lang="en-US" dirty="0" err="1"/>
              <a:t>Suspendisse</a:t>
            </a:r>
            <a:r>
              <a:rPr lang="en-US" dirty="0"/>
              <a:t> </a:t>
            </a:r>
            <a:r>
              <a:rPr lang="en-US" dirty="0" err="1"/>
              <a:t>ultrices</a:t>
            </a:r>
            <a:r>
              <a:rPr lang="en-US" dirty="0"/>
              <a:t> lacus id </a:t>
            </a:r>
            <a:r>
              <a:rPr lang="en-US" dirty="0" err="1"/>
              <a:t>est</a:t>
            </a:r>
            <a:r>
              <a:rPr lang="en-US" dirty="0"/>
              <a:t> </a:t>
            </a:r>
            <a:r>
              <a:rPr lang="en-US" dirty="0" err="1"/>
              <a:t>viverra</a:t>
            </a:r>
            <a:r>
              <a:rPr lang="en-US" dirty="0"/>
              <a:t>, at </a:t>
            </a:r>
            <a:r>
              <a:rPr lang="en-US" dirty="0" err="1"/>
              <a:t>porttitor</a:t>
            </a:r>
            <a:r>
              <a:rPr lang="en-US" dirty="0"/>
              <a:t> </a:t>
            </a:r>
            <a:r>
              <a:rPr lang="en-US" dirty="0" err="1"/>
              <a:t>metus</a:t>
            </a:r>
            <a:r>
              <a:rPr lang="en-US" dirty="0"/>
              <a:t> </a:t>
            </a:r>
            <a:r>
              <a:rPr lang="en-US" dirty="0" err="1"/>
              <a:t>facilisis</a:t>
            </a:r>
            <a:r>
              <a:rPr lang="en-US" dirty="0"/>
              <a:t>. </a:t>
            </a:r>
            <a:r>
              <a:rPr lang="en-US" dirty="0" err="1"/>
              <a:t>Nullam</a:t>
            </a:r>
            <a:r>
              <a:rPr lang="en-US" dirty="0"/>
              <a:t> dolor </a:t>
            </a:r>
            <a:r>
              <a:rPr lang="en-US" dirty="0" err="1"/>
              <a:t>sapien</a:t>
            </a:r>
            <a:r>
              <a:rPr lang="en-US" dirty="0"/>
              <a:t>, </a:t>
            </a:r>
            <a:r>
              <a:rPr lang="en-US" dirty="0" err="1"/>
              <a:t>hendrerit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tellus</a:t>
            </a:r>
            <a:r>
              <a:rPr lang="en-US" dirty="0"/>
              <a:t> </a:t>
            </a:r>
            <a:r>
              <a:rPr lang="en-US" dirty="0" err="1"/>
              <a:t>tristique</a:t>
            </a:r>
            <a:r>
              <a:rPr lang="en-US" dirty="0"/>
              <a:t>,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iaculis</a:t>
            </a:r>
            <a:r>
              <a:rPr lang="en-US" dirty="0"/>
              <a:t> </a:t>
            </a:r>
            <a:r>
              <a:rPr lang="en-US" dirty="0" err="1"/>
              <a:t>urna</a:t>
            </a:r>
            <a:r>
              <a:rPr lang="en-US" dirty="0"/>
              <a:t>. </a:t>
            </a:r>
            <a:r>
              <a:rPr lang="en-US" dirty="0" err="1"/>
              <a:t>Nulla</a:t>
            </a:r>
            <a:r>
              <a:rPr lang="en-US" dirty="0"/>
              <a:t> a </a:t>
            </a:r>
            <a:r>
              <a:rPr lang="en-US" dirty="0" err="1"/>
              <a:t>aliquam</a:t>
            </a:r>
            <a:r>
              <a:rPr lang="en-US" dirty="0"/>
              <a:t> magna. </a:t>
            </a:r>
            <a:r>
              <a:rPr lang="en-US" dirty="0" err="1"/>
              <a:t>Donec</a:t>
            </a:r>
            <a:r>
              <a:rPr lang="en-US" dirty="0"/>
              <a:t> </a:t>
            </a:r>
            <a:r>
              <a:rPr lang="en-US" dirty="0" err="1"/>
              <a:t>eget</a:t>
            </a:r>
            <a:r>
              <a:rPr lang="en-US" dirty="0"/>
              <a:t> </a:t>
            </a:r>
            <a:r>
              <a:rPr lang="en-US" dirty="0" err="1"/>
              <a:t>felis</a:t>
            </a:r>
            <a:r>
              <a:rPr lang="en-US" dirty="0"/>
              <a:t> in </a:t>
            </a:r>
            <a:r>
              <a:rPr lang="en-US" dirty="0" err="1"/>
              <a:t>felis</a:t>
            </a:r>
            <a:r>
              <a:rPr lang="en-US" dirty="0"/>
              <a:t> </a:t>
            </a:r>
            <a:r>
              <a:rPr lang="en-US" dirty="0" err="1"/>
              <a:t>lacinia</a:t>
            </a:r>
            <a:r>
              <a:rPr lang="en-US" dirty="0"/>
              <a:t> </a:t>
            </a:r>
            <a:r>
              <a:rPr lang="en-US" dirty="0" err="1"/>
              <a:t>porttitor</a:t>
            </a:r>
            <a:r>
              <a:rPr lang="en-US" dirty="0"/>
              <a:t>. </a:t>
            </a:r>
            <a:r>
              <a:rPr lang="en-US" dirty="0" err="1"/>
              <a:t>Proin</a:t>
            </a:r>
            <a:r>
              <a:rPr lang="en-US" dirty="0"/>
              <a:t> </a:t>
            </a:r>
            <a:r>
              <a:rPr lang="en-US" dirty="0" err="1"/>
              <a:t>sollicitudin</a:t>
            </a:r>
            <a:r>
              <a:rPr lang="en-US" dirty="0"/>
              <a:t> ante id </a:t>
            </a:r>
            <a:r>
              <a:rPr lang="en-US" dirty="0" err="1"/>
              <a:t>nisl</a:t>
            </a:r>
            <a:r>
              <a:rPr lang="en-US" dirty="0"/>
              <a:t> </a:t>
            </a:r>
            <a:r>
              <a:rPr lang="en-US" dirty="0" err="1"/>
              <a:t>imperdiet</a:t>
            </a:r>
            <a:r>
              <a:rPr lang="en-US" dirty="0"/>
              <a:t> </a:t>
            </a:r>
            <a:r>
              <a:rPr lang="en-US" dirty="0" err="1"/>
              <a:t>euismod</a:t>
            </a:r>
            <a:r>
              <a:rPr lang="en-US" dirty="0"/>
              <a:t>. </a:t>
            </a:r>
            <a:r>
              <a:rPr lang="en-US" dirty="0" err="1"/>
              <a:t>Aenean</a:t>
            </a:r>
            <a:r>
              <a:rPr lang="en-US" dirty="0"/>
              <a:t> </a:t>
            </a:r>
            <a:r>
              <a:rPr lang="en-US" dirty="0" err="1"/>
              <a:t>vestibulum</a:t>
            </a:r>
            <a:r>
              <a:rPr lang="en-US" dirty="0"/>
              <a:t> non </a:t>
            </a:r>
            <a:r>
              <a:rPr lang="en-US" dirty="0" err="1"/>
              <a:t>metus</a:t>
            </a:r>
            <a:r>
              <a:rPr lang="en-US" dirty="0"/>
              <a:t> vitae </a:t>
            </a:r>
            <a:r>
              <a:rPr lang="en-US" dirty="0" err="1"/>
              <a:t>rutrum</a:t>
            </a:r>
            <a:r>
              <a:rPr lang="en-US" dirty="0"/>
              <a:t>. </a:t>
            </a:r>
            <a:r>
              <a:rPr lang="en-US" dirty="0" err="1"/>
              <a:t>Cras</a:t>
            </a:r>
            <a:r>
              <a:rPr lang="en-US" dirty="0"/>
              <a:t> </a:t>
            </a:r>
            <a:r>
              <a:rPr lang="en-US" dirty="0" err="1"/>
              <a:t>varius</a:t>
            </a:r>
            <a:r>
              <a:rPr lang="en-US" dirty="0"/>
              <a:t> </a:t>
            </a:r>
            <a:r>
              <a:rPr lang="en-US" dirty="0" err="1"/>
              <a:t>condimentum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,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euismod</a:t>
            </a:r>
            <a:r>
              <a:rPr lang="en-US" dirty="0"/>
              <a:t> </a:t>
            </a:r>
            <a:r>
              <a:rPr lang="en-US" dirty="0" err="1"/>
              <a:t>erat</a:t>
            </a:r>
            <a:r>
              <a:rPr lang="en-US" dirty="0"/>
              <a:t> </a:t>
            </a:r>
            <a:r>
              <a:rPr lang="en-US" dirty="0" err="1"/>
              <a:t>pharetra</a:t>
            </a:r>
            <a:r>
              <a:rPr lang="en-US" dirty="0"/>
              <a:t> non. </a:t>
            </a:r>
            <a:r>
              <a:rPr lang="en-US" dirty="0" err="1"/>
              <a:t>Sed</a:t>
            </a:r>
            <a:r>
              <a:rPr lang="en-US" dirty="0"/>
              <a:t> </a:t>
            </a:r>
            <a:r>
              <a:rPr lang="en-US" dirty="0" err="1"/>
              <a:t>eget</a:t>
            </a:r>
            <a:r>
              <a:rPr lang="en-US" dirty="0"/>
              <a:t> </a:t>
            </a:r>
            <a:r>
              <a:rPr lang="en-US" dirty="0" err="1"/>
              <a:t>blandit</a:t>
            </a:r>
            <a:r>
              <a:rPr lang="en-US" dirty="0"/>
              <a:t> sem.</a:t>
            </a:r>
          </a:p>
        </p:txBody>
      </p:sp>
      <p:sp>
        <p:nvSpPr>
          <p:cNvPr id="6" name="Text Placeholder 7"/>
          <p:cNvSpPr>
            <a:spLocks noGrp="1"/>
          </p:cNvSpPr>
          <p:nvPr>
            <p:ph type="body" sz="quarter" idx="10" hasCustomPrompt="1"/>
          </p:nvPr>
        </p:nvSpPr>
        <p:spPr>
          <a:xfrm>
            <a:off x="452438" y="270483"/>
            <a:ext cx="8229600" cy="359817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500" b="1">
                <a:solidFill>
                  <a:schemeClr val="tx1">
                    <a:lumMod val="75000"/>
                    <a:lumOff val="25000"/>
                  </a:schemeClr>
                </a:solidFill>
                <a:latin typeface="Lato Light"/>
                <a:cs typeface="Lato Light"/>
              </a:defRPr>
            </a:lvl1pPr>
          </a:lstStyle>
          <a:p>
            <a:pPr lvl="0"/>
            <a:r>
              <a:rPr lang="es-ES_tradnl" dirty="0"/>
              <a:t>Text </a:t>
            </a:r>
            <a:r>
              <a:rPr lang="es-ES_tradnl" dirty="0" err="1"/>
              <a:t>slide</a:t>
            </a:r>
            <a:r>
              <a:rPr lang="es-ES_tradnl" dirty="0"/>
              <a:t> </a:t>
            </a:r>
            <a:r>
              <a:rPr lang="es-ES_tradnl" dirty="0" err="1"/>
              <a:t>example</a:t>
            </a:r>
            <a:endParaRPr lang="es-ES_tradnl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1" hasCustomPrompt="1"/>
          </p:nvPr>
        </p:nvSpPr>
        <p:spPr>
          <a:xfrm>
            <a:off x="452438" y="689252"/>
            <a:ext cx="8229600" cy="190376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accent3"/>
                </a:solidFill>
                <a:latin typeface="Lato Light"/>
                <a:cs typeface="Lato Light"/>
              </a:defRPr>
            </a:lvl1pPr>
          </a:lstStyle>
          <a:p>
            <a:pPr lvl="0"/>
            <a:r>
              <a:rPr lang="es-ES_tradnl" dirty="0" err="1"/>
              <a:t>Subtitle</a:t>
            </a:r>
            <a:r>
              <a:rPr lang="es-ES_tradnl" dirty="0"/>
              <a:t> </a:t>
            </a:r>
            <a:r>
              <a:rPr lang="es-ES_tradnl" dirty="0" err="1"/>
              <a:t>Example</a:t>
            </a:r>
            <a:endParaRPr lang="es-ES_tradnl" dirty="0"/>
          </a:p>
        </p:txBody>
      </p:sp>
    </p:spTree>
    <p:extLst>
      <p:ext uri="{BB962C8B-B14F-4D97-AF65-F5344CB8AC3E}">
        <p14:creationId xmlns:p14="http://schemas.microsoft.com/office/powerpoint/2010/main" val="21635408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4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4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>
        <p:tmplLst>
          <p:tmpl lvl="1">
            <p:tnLst>
              <p:par>
                <p:cTn presetID="10" presetClass="entr" presetSubtype="0" fill="hold" nodeType="withEffect" nodePh="1">
                  <p:stCondLst>
                    <p:cond delay="8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6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400"/>
                        <p:tgtEl>
                          <p:spTgt spid="6"/>
                        </p:tgtEl>
                      </p:cBhvr>
                    </p:animEffect>
                    <p:anim calcmode="lin" valueType="num">
                      <p:cBhvr>
                        <p:cTn dur="400" fill="hold"/>
                        <p:tgtEl>
                          <p:spTgt spid="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400" fill="hold"/>
                        <p:tgtEl>
                          <p:spTgt spid="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8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8"/>
                        </p:tgtEl>
                      </p:cBhvr>
                    </p:animEffect>
                    <p:anim calcmode="lin" valueType="num">
                      <p:cBhvr>
                        <p:cTn dur="500" fill="hold"/>
                        <p:tgtEl>
                          <p:spTgt spid="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lumns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7"/>
          <p:cNvSpPr>
            <a:spLocks noGrp="1"/>
          </p:cNvSpPr>
          <p:nvPr>
            <p:ph type="body" sz="quarter" idx="10" hasCustomPrompt="1"/>
          </p:nvPr>
        </p:nvSpPr>
        <p:spPr>
          <a:xfrm>
            <a:off x="452438" y="270483"/>
            <a:ext cx="8229600" cy="359817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500" b="1">
                <a:solidFill>
                  <a:schemeClr val="tx1">
                    <a:lumMod val="75000"/>
                    <a:lumOff val="25000"/>
                  </a:schemeClr>
                </a:solidFill>
                <a:latin typeface="Lato Light"/>
                <a:cs typeface="Lato Light"/>
              </a:defRPr>
            </a:lvl1pPr>
          </a:lstStyle>
          <a:p>
            <a:pPr lvl="0"/>
            <a:r>
              <a:rPr lang="es-ES_tradnl" dirty="0"/>
              <a:t>Text </a:t>
            </a:r>
            <a:r>
              <a:rPr lang="es-ES_tradnl" dirty="0" err="1"/>
              <a:t>slide</a:t>
            </a:r>
            <a:r>
              <a:rPr lang="es-ES_tradnl" dirty="0"/>
              <a:t> </a:t>
            </a:r>
            <a:r>
              <a:rPr lang="es-ES_tradnl" dirty="0" err="1"/>
              <a:t>example</a:t>
            </a:r>
            <a:endParaRPr lang="es-ES_tradnl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1" hasCustomPrompt="1"/>
          </p:nvPr>
        </p:nvSpPr>
        <p:spPr>
          <a:xfrm>
            <a:off x="452438" y="689252"/>
            <a:ext cx="8229600" cy="190376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accent3"/>
                </a:solidFill>
                <a:latin typeface="Lato Light"/>
                <a:cs typeface="Lato Light"/>
              </a:defRPr>
            </a:lvl1pPr>
          </a:lstStyle>
          <a:p>
            <a:pPr lvl="0"/>
            <a:r>
              <a:rPr lang="es-ES_tradnl" dirty="0" err="1"/>
              <a:t>Subtitle</a:t>
            </a:r>
            <a:r>
              <a:rPr lang="es-ES_tradnl" dirty="0"/>
              <a:t> </a:t>
            </a:r>
            <a:r>
              <a:rPr lang="es-ES_tradnl" dirty="0" err="1"/>
              <a:t>Example</a:t>
            </a:r>
            <a:endParaRPr lang="es-ES_tradnl" dirty="0"/>
          </a:p>
        </p:txBody>
      </p:sp>
      <p:sp>
        <p:nvSpPr>
          <p:cNvPr id="9" name="Text Placeholder 2"/>
          <p:cNvSpPr>
            <a:spLocks noGrp="1"/>
          </p:cNvSpPr>
          <p:nvPr>
            <p:ph type="body" sz="quarter" idx="16" hasCustomPrompt="1"/>
          </p:nvPr>
        </p:nvSpPr>
        <p:spPr>
          <a:xfrm>
            <a:off x="452438" y="1172498"/>
            <a:ext cx="8229600" cy="4093770"/>
          </a:xfrm>
          <a:prstGeom prst="rect">
            <a:avLst/>
          </a:prstGeom>
        </p:spPr>
        <p:txBody>
          <a:bodyPr vert="horz" lIns="95057" tIns="47529" rIns="95057" bIns="47529" numCol="3" spcCol="280728"/>
          <a:lstStyle>
            <a:lvl1pPr marL="0" indent="0" algn="just">
              <a:lnSpc>
                <a:spcPct val="130000"/>
              </a:lnSpc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  <a:latin typeface="Lato Regular"/>
                <a:cs typeface="Lato Regular"/>
              </a:defRPr>
            </a:lvl1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tortor</a:t>
            </a:r>
            <a:r>
              <a:rPr lang="en-US" dirty="0"/>
              <a:t>, </a:t>
            </a:r>
            <a:r>
              <a:rPr lang="en-US" dirty="0" err="1"/>
              <a:t>mattis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dapibus</a:t>
            </a:r>
            <a:r>
              <a:rPr lang="en-US" dirty="0"/>
              <a:t> vitae, </a:t>
            </a:r>
            <a:r>
              <a:rPr lang="en-US" dirty="0" err="1"/>
              <a:t>euismod</a:t>
            </a:r>
            <a:r>
              <a:rPr lang="en-US" dirty="0"/>
              <a:t> non </a:t>
            </a:r>
            <a:r>
              <a:rPr lang="en-US" dirty="0" err="1"/>
              <a:t>purus</a:t>
            </a:r>
            <a:r>
              <a:rPr lang="en-US" dirty="0"/>
              <a:t>. Maecenas </a:t>
            </a:r>
            <a:r>
              <a:rPr lang="en-US" dirty="0" err="1"/>
              <a:t>ut</a:t>
            </a:r>
            <a:r>
              <a:rPr lang="en-US" dirty="0"/>
              <a:t> lacus </a:t>
            </a:r>
            <a:r>
              <a:rPr lang="en-US" dirty="0" err="1"/>
              <a:t>nec</a:t>
            </a:r>
            <a:r>
              <a:rPr lang="en-US" dirty="0"/>
              <a:t> </a:t>
            </a:r>
            <a:r>
              <a:rPr lang="en-US" dirty="0" err="1"/>
              <a:t>mauris</a:t>
            </a:r>
            <a:r>
              <a:rPr lang="en-US" dirty="0"/>
              <a:t> </a:t>
            </a:r>
            <a:r>
              <a:rPr lang="en-US" dirty="0" err="1"/>
              <a:t>feugiat</a:t>
            </a:r>
            <a:r>
              <a:rPr lang="en-US" dirty="0"/>
              <a:t> </a:t>
            </a:r>
            <a:r>
              <a:rPr lang="en-US" dirty="0" err="1"/>
              <a:t>tristique</a:t>
            </a:r>
            <a:r>
              <a:rPr lang="en-US" dirty="0"/>
              <a:t> et in </a:t>
            </a:r>
            <a:r>
              <a:rPr lang="en-US" dirty="0" err="1"/>
              <a:t>metus</a:t>
            </a:r>
            <a:r>
              <a:rPr lang="en-US" dirty="0"/>
              <a:t>. </a:t>
            </a:r>
            <a:r>
              <a:rPr lang="en-US" dirty="0" err="1"/>
              <a:t>Duis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 </a:t>
            </a:r>
            <a:r>
              <a:rPr lang="en-US" dirty="0" err="1"/>
              <a:t>eros</a:t>
            </a:r>
            <a:r>
              <a:rPr lang="en-US" dirty="0"/>
              <a:t> </a:t>
            </a:r>
            <a:r>
              <a:rPr lang="en-US" dirty="0" err="1"/>
              <a:t>vel</a:t>
            </a:r>
            <a:r>
              <a:rPr lang="en-US" dirty="0"/>
              <a:t> </a:t>
            </a:r>
            <a:r>
              <a:rPr lang="en-US" dirty="0" err="1"/>
              <a:t>lectus</a:t>
            </a:r>
            <a:r>
              <a:rPr lang="en-US" dirty="0"/>
              <a:t> semper semper. </a:t>
            </a:r>
            <a:r>
              <a:rPr lang="en-US" dirty="0" err="1"/>
              <a:t>Nullam</a:t>
            </a:r>
            <a:r>
              <a:rPr lang="en-US" dirty="0"/>
              <a:t> </a:t>
            </a:r>
            <a:r>
              <a:rPr lang="en-US" dirty="0" err="1"/>
              <a:t>finibus</a:t>
            </a:r>
            <a:r>
              <a:rPr lang="en-US" dirty="0"/>
              <a:t> </a:t>
            </a:r>
            <a:r>
              <a:rPr lang="en-US" dirty="0" err="1"/>
              <a:t>nisl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ligula </a:t>
            </a:r>
            <a:r>
              <a:rPr lang="en-US" dirty="0" err="1"/>
              <a:t>vestibulum</a:t>
            </a:r>
            <a:r>
              <a:rPr lang="en-US" dirty="0"/>
              <a:t>, </a:t>
            </a:r>
            <a:r>
              <a:rPr lang="en-US" dirty="0" err="1"/>
              <a:t>ut</a:t>
            </a:r>
            <a:r>
              <a:rPr lang="en-US" dirty="0"/>
              <a:t> semper ex </a:t>
            </a:r>
            <a:r>
              <a:rPr lang="en-US" dirty="0" err="1"/>
              <a:t>suscipit</a:t>
            </a:r>
            <a:r>
              <a:rPr lang="en-US" dirty="0"/>
              <a:t>. </a:t>
            </a:r>
            <a:r>
              <a:rPr lang="en-US" dirty="0" err="1"/>
              <a:t>Cras</a:t>
            </a:r>
            <a:r>
              <a:rPr lang="en-US" dirty="0"/>
              <a:t> </a:t>
            </a:r>
            <a:r>
              <a:rPr lang="en-US" dirty="0" err="1"/>
              <a:t>fringilla</a:t>
            </a:r>
            <a:r>
              <a:rPr lang="en-US" dirty="0"/>
              <a:t> </a:t>
            </a:r>
            <a:r>
              <a:rPr lang="en-US" dirty="0" err="1"/>
              <a:t>suscipit</a:t>
            </a:r>
            <a:r>
              <a:rPr lang="en-US" dirty="0"/>
              <a:t> </a:t>
            </a:r>
            <a:r>
              <a:rPr lang="en-US" dirty="0" err="1"/>
              <a:t>cursus</a:t>
            </a:r>
            <a:r>
              <a:rPr lang="en-US" dirty="0"/>
              <a:t>. </a:t>
            </a:r>
            <a:r>
              <a:rPr lang="en-US" dirty="0" err="1"/>
              <a:t>Aenean</a:t>
            </a:r>
            <a:r>
              <a:rPr lang="en-US" dirty="0"/>
              <a:t> </a:t>
            </a:r>
            <a:r>
              <a:rPr lang="en-US" dirty="0" err="1"/>
              <a:t>accumsan</a:t>
            </a:r>
            <a:r>
              <a:rPr lang="en-US" dirty="0"/>
              <a:t> </a:t>
            </a:r>
            <a:r>
              <a:rPr lang="en-US" dirty="0" err="1"/>
              <a:t>malesuada</a:t>
            </a:r>
            <a:r>
              <a:rPr lang="en-US" dirty="0"/>
              <a:t> </a:t>
            </a:r>
            <a:r>
              <a:rPr lang="en-US" dirty="0" err="1"/>
              <a:t>hendrerit</a:t>
            </a:r>
            <a:r>
              <a:rPr lang="en-US" dirty="0"/>
              <a:t>. </a:t>
            </a:r>
            <a:r>
              <a:rPr lang="en-US" dirty="0" err="1"/>
              <a:t>Morbi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dolor ante. </a:t>
            </a:r>
            <a:r>
              <a:rPr lang="en-US" dirty="0" err="1"/>
              <a:t>Duis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viverra</a:t>
            </a:r>
            <a:r>
              <a:rPr lang="en-US" dirty="0"/>
              <a:t> </a:t>
            </a:r>
            <a:r>
              <a:rPr lang="en-US" dirty="0" err="1"/>
              <a:t>urna</a:t>
            </a:r>
            <a:r>
              <a:rPr lang="en-US" dirty="0"/>
              <a:t>, in </a:t>
            </a:r>
            <a:r>
              <a:rPr lang="en-US" dirty="0" err="1"/>
              <a:t>ultricies</a:t>
            </a:r>
            <a:r>
              <a:rPr lang="en-US" dirty="0"/>
              <a:t> diam. </a:t>
            </a:r>
            <a:r>
              <a:rPr lang="en-US" dirty="0" err="1"/>
              <a:t>Morbi</a:t>
            </a:r>
            <a:r>
              <a:rPr lang="en-US" dirty="0"/>
              <a:t> </a:t>
            </a:r>
            <a:r>
              <a:rPr lang="en-US" dirty="0" err="1"/>
              <a:t>sodales</a:t>
            </a:r>
            <a:r>
              <a:rPr lang="en-US" dirty="0"/>
              <a:t> </a:t>
            </a:r>
            <a:r>
              <a:rPr lang="en-US" dirty="0" err="1"/>
              <a:t>volutpat</a:t>
            </a:r>
            <a:r>
              <a:rPr lang="en-US" dirty="0"/>
              <a:t> </a:t>
            </a:r>
            <a:r>
              <a:rPr lang="en-US" dirty="0" err="1"/>
              <a:t>tellus</a:t>
            </a:r>
            <a:r>
              <a:rPr lang="en-US" dirty="0"/>
              <a:t>,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aliquam</a:t>
            </a:r>
            <a:r>
              <a:rPr lang="en-US" dirty="0"/>
              <a:t> </a:t>
            </a:r>
            <a:r>
              <a:rPr lang="en-US" dirty="0" err="1"/>
              <a:t>urna</a:t>
            </a:r>
            <a:r>
              <a:rPr lang="en-US" dirty="0"/>
              <a:t> </a:t>
            </a:r>
            <a:r>
              <a:rPr lang="en-US" dirty="0" err="1"/>
              <a:t>cursus</a:t>
            </a:r>
            <a:r>
              <a:rPr lang="en-US" dirty="0"/>
              <a:t> et. </a:t>
            </a:r>
            <a:r>
              <a:rPr lang="en-US" dirty="0" err="1"/>
              <a:t>Proin</a:t>
            </a:r>
            <a:r>
              <a:rPr lang="en-US" dirty="0"/>
              <a:t> </a:t>
            </a:r>
            <a:r>
              <a:rPr lang="en-US" dirty="0" err="1"/>
              <a:t>commodo</a:t>
            </a:r>
            <a:r>
              <a:rPr lang="en-US" dirty="0"/>
              <a:t> </a:t>
            </a:r>
            <a:r>
              <a:rPr lang="en-US" dirty="0" err="1"/>
              <a:t>arcu</a:t>
            </a:r>
            <a:r>
              <a:rPr lang="en-US" dirty="0"/>
              <a:t> </a:t>
            </a:r>
            <a:r>
              <a:rPr lang="en-US" dirty="0" err="1"/>
              <a:t>nec</a:t>
            </a:r>
            <a:r>
              <a:rPr lang="en-US" dirty="0"/>
              <a:t> nisi </a:t>
            </a:r>
            <a:r>
              <a:rPr lang="en-US" dirty="0" err="1"/>
              <a:t>rhoncus</a:t>
            </a:r>
            <a:r>
              <a:rPr lang="en-US" dirty="0"/>
              <a:t> </a:t>
            </a:r>
            <a:r>
              <a:rPr lang="en-US" dirty="0" err="1"/>
              <a:t>dapibus</a:t>
            </a:r>
            <a:r>
              <a:rPr lang="en-US" dirty="0"/>
              <a:t>. </a:t>
            </a:r>
          </a:p>
          <a:p>
            <a:pPr lvl="0"/>
            <a:endParaRPr lang="en-US" dirty="0"/>
          </a:p>
          <a:p>
            <a:pPr lvl="0"/>
            <a:r>
              <a:rPr lang="en-US" dirty="0" err="1"/>
              <a:t>Praesent</a:t>
            </a:r>
            <a:r>
              <a:rPr lang="en-US" dirty="0"/>
              <a:t> </a:t>
            </a:r>
            <a:r>
              <a:rPr lang="en-US" dirty="0" err="1"/>
              <a:t>nec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non </a:t>
            </a:r>
            <a:r>
              <a:rPr lang="en-US" dirty="0" err="1"/>
              <a:t>metus</a:t>
            </a:r>
            <a:r>
              <a:rPr lang="en-US" dirty="0"/>
              <a:t> </a:t>
            </a:r>
            <a:r>
              <a:rPr lang="en-US" dirty="0" err="1"/>
              <a:t>mollis</a:t>
            </a:r>
            <a:r>
              <a:rPr lang="en-US" dirty="0"/>
              <a:t> </a:t>
            </a:r>
            <a:r>
              <a:rPr lang="en-US" dirty="0" err="1"/>
              <a:t>placerat</a:t>
            </a:r>
            <a:r>
              <a:rPr lang="en-US" dirty="0"/>
              <a:t>. </a:t>
            </a:r>
            <a:r>
              <a:rPr lang="en-US" dirty="0" err="1"/>
              <a:t>Vivamus</a:t>
            </a:r>
            <a:r>
              <a:rPr lang="en-US" dirty="0"/>
              <a:t> </a:t>
            </a:r>
            <a:r>
              <a:rPr lang="en-US" dirty="0" err="1"/>
              <a:t>porta</a:t>
            </a:r>
            <a:r>
              <a:rPr lang="en-US" dirty="0"/>
              <a:t> </a:t>
            </a:r>
            <a:r>
              <a:rPr lang="en-US" dirty="0" err="1"/>
              <a:t>pulvinar</a:t>
            </a:r>
            <a:r>
              <a:rPr lang="en-US" dirty="0"/>
              <a:t> </a:t>
            </a:r>
            <a:r>
              <a:rPr lang="en-US" dirty="0" err="1"/>
              <a:t>iaculis</a:t>
            </a:r>
            <a:r>
              <a:rPr lang="en-US" dirty="0"/>
              <a:t>. </a:t>
            </a:r>
            <a:r>
              <a:rPr lang="en-US" dirty="0" err="1"/>
              <a:t>Donec</a:t>
            </a:r>
            <a:r>
              <a:rPr lang="en-US" dirty="0"/>
              <a:t> </a:t>
            </a:r>
            <a:r>
              <a:rPr lang="en-US" dirty="0" err="1"/>
              <a:t>augue</a:t>
            </a:r>
            <a:r>
              <a:rPr lang="en-US" dirty="0"/>
              <a:t> </a:t>
            </a:r>
            <a:r>
              <a:rPr lang="en-US" dirty="0" err="1"/>
              <a:t>arcu</a:t>
            </a:r>
            <a:r>
              <a:rPr lang="en-US" dirty="0"/>
              <a:t>, </a:t>
            </a:r>
            <a:r>
              <a:rPr lang="en-US" dirty="0" err="1"/>
              <a:t>volutpat</a:t>
            </a:r>
            <a:r>
              <a:rPr lang="en-US" dirty="0"/>
              <a:t> </a:t>
            </a:r>
            <a:r>
              <a:rPr lang="en-US" dirty="0" err="1"/>
              <a:t>nec</a:t>
            </a:r>
            <a:r>
              <a:rPr lang="en-US" dirty="0"/>
              <a:t> </a:t>
            </a:r>
            <a:r>
              <a:rPr lang="en-US" dirty="0" err="1"/>
              <a:t>risus</a:t>
            </a:r>
            <a:r>
              <a:rPr lang="en-US" dirty="0"/>
              <a:t> </a:t>
            </a:r>
            <a:r>
              <a:rPr lang="en-US" dirty="0" err="1"/>
              <a:t>eget</a:t>
            </a:r>
            <a:r>
              <a:rPr lang="en-US" dirty="0"/>
              <a:t>, </a:t>
            </a:r>
            <a:r>
              <a:rPr lang="en-US" dirty="0" err="1"/>
              <a:t>finibus</a:t>
            </a:r>
            <a:r>
              <a:rPr lang="en-US" dirty="0"/>
              <a:t> </a:t>
            </a:r>
            <a:r>
              <a:rPr lang="en-US" dirty="0" err="1"/>
              <a:t>lacinia</a:t>
            </a:r>
            <a:r>
              <a:rPr lang="en-US" dirty="0"/>
              <a:t> ligula. </a:t>
            </a:r>
            <a:r>
              <a:rPr lang="en-US" dirty="0" err="1"/>
              <a:t>Curabitur</a:t>
            </a:r>
            <a:r>
              <a:rPr lang="en-US" dirty="0"/>
              <a:t> </a:t>
            </a:r>
            <a:r>
              <a:rPr lang="en-US" dirty="0" err="1"/>
              <a:t>bibendum</a:t>
            </a:r>
            <a:r>
              <a:rPr lang="en-US" dirty="0"/>
              <a:t> </a:t>
            </a:r>
            <a:r>
              <a:rPr lang="en-US" dirty="0" err="1"/>
              <a:t>arcu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faucibus</a:t>
            </a:r>
            <a:r>
              <a:rPr lang="en-US" dirty="0"/>
              <a:t> </a:t>
            </a:r>
            <a:r>
              <a:rPr lang="en-US" dirty="0" err="1"/>
              <a:t>posuere</a:t>
            </a:r>
            <a:r>
              <a:rPr lang="en-US" dirty="0"/>
              <a:t>. </a:t>
            </a:r>
            <a:r>
              <a:rPr lang="en-US" dirty="0" err="1"/>
              <a:t>Donec</a:t>
            </a:r>
            <a:r>
              <a:rPr lang="en-US" dirty="0"/>
              <a:t> a </a:t>
            </a:r>
            <a:r>
              <a:rPr lang="en-US" dirty="0" err="1"/>
              <a:t>est</a:t>
            </a:r>
            <a:r>
              <a:rPr lang="en-US" dirty="0"/>
              <a:t> at </a:t>
            </a:r>
            <a:r>
              <a:rPr lang="en-US" dirty="0" err="1"/>
              <a:t>arcu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 </a:t>
            </a:r>
            <a:r>
              <a:rPr lang="en-US" dirty="0" err="1"/>
              <a:t>vel</a:t>
            </a:r>
            <a:r>
              <a:rPr lang="en-US" dirty="0"/>
              <a:t> </a:t>
            </a:r>
            <a:r>
              <a:rPr lang="en-US" dirty="0" err="1"/>
              <a:t>eget</a:t>
            </a:r>
            <a:r>
              <a:rPr lang="en-US" dirty="0"/>
              <a:t> ex. </a:t>
            </a:r>
            <a:r>
              <a:rPr lang="en-US" dirty="0" err="1"/>
              <a:t>Duis</a:t>
            </a:r>
            <a:r>
              <a:rPr lang="en-US" dirty="0"/>
              <a:t> </a:t>
            </a:r>
            <a:r>
              <a:rPr lang="en-US" dirty="0" err="1"/>
              <a:t>auctor</a:t>
            </a:r>
            <a:r>
              <a:rPr lang="en-US" dirty="0"/>
              <a:t> </a:t>
            </a:r>
            <a:r>
              <a:rPr lang="en-US" dirty="0" err="1"/>
              <a:t>lectus</a:t>
            </a:r>
            <a:r>
              <a:rPr lang="en-US" dirty="0"/>
              <a:t> </a:t>
            </a:r>
            <a:r>
              <a:rPr lang="en-US" dirty="0" err="1"/>
              <a:t>maximus</a:t>
            </a:r>
            <a:r>
              <a:rPr lang="en-US" dirty="0"/>
              <a:t> </a:t>
            </a:r>
            <a:r>
              <a:rPr lang="en-US" dirty="0" err="1"/>
              <a:t>sapien</a:t>
            </a:r>
            <a:r>
              <a:rPr lang="en-US" dirty="0"/>
              <a:t> </a:t>
            </a:r>
            <a:r>
              <a:rPr lang="en-US" dirty="0" err="1"/>
              <a:t>suscipit</a:t>
            </a:r>
            <a:r>
              <a:rPr lang="en-US" dirty="0"/>
              <a:t> </a:t>
            </a:r>
            <a:r>
              <a:rPr lang="en-US" dirty="0" err="1"/>
              <a:t>interdum</a:t>
            </a:r>
            <a:r>
              <a:rPr lang="en-US" dirty="0"/>
              <a:t>.</a:t>
            </a:r>
          </a:p>
          <a:p>
            <a:pPr lvl="0"/>
            <a:endParaRPr lang="en-US" dirty="0"/>
          </a:p>
          <a:p>
            <a:pPr lvl="0"/>
            <a:r>
              <a:rPr lang="en-US" dirty="0" err="1"/>
              <a:t>Curabitur</a:t>
            </a:r>
            <a:r>
              <a:rPr lang="en-US" dirty="0"/>
              <a:t> </a:t>
            </a:r>
            <a:r>
              <a:rPr lang="en-US" dirty="0" err="1"/>
              <a:t>rhoncus</a:t>
            </a:r>
            <a:r>
              <a:rPr lang="en-US" dirty="0"/>
              <a:t>,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vel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 </a:t>
            </a:r>
            <a:r>
              <a:rPr lang="en-US" dirty="0" err="1"/>
              <a:t>pulvinar</a:t>
            </a:r>
            <a:r>
              <a:rPr lang="en-US" dirty="0"/>
              <a:t>, </a:t>
            </a:r>
            <a:r>
              <a:rPr lang="en-US" dirty="0" err="1"/>
              <a:t>erat</a:t>
            </a:r>
            <a:r>
              <a:rPr lang="en-US" dirty="0"/>
              <a:t> </a:t>
            </a:r>
            <a:r>
              <a:rPr lang="en-US" dirty="0" err="1"/>
              <a:t>massa</a:t>
            </a:r>
            <a:r>
              <a:rPr lang="en-US" dirty="0"/>
              <a:t> </a:t>
            </a:r>
            <a:r>
              <a:rPr lang="en-US" dirty="0" err="1"/>
              <a:t>lacinia</a:t>
            </a:r>
            <a:r>
              <a:rPr lang="en-US" dirty="0"/>
              <a:t> </a:t>
            </a:r>
            <a:r>
              <a:rPr lang="en-US" dirty="0" err="1"/>
              <a:t>purus</a:t>
            </a:r>
            <a:r>
              <a:rPr lang="en-US" dirty="0"/>
              <a:t>, in </a:t>
            </a:r>
            <a:r>
              <a:rPr lang="en-US" dirty="0" err="1"/>
              <a:t>laoreet</a:t>
            </a:r>
            <a:r>
              <a:rPr lang="en-US" dirty="0"/>
              <a:t> </a:t>
            </a:r>
            <a:r>
              <a:rPr lang="en-US" dirty="0" err="1"/>
              <a:t>purus</a:t>
            </a:r>
            <a:r>
              <a:rPr lang="en-US" dirty="0"/>
              <a:t> </a:t>
            </a:r>
            <a:r>
              <a:rPr lang="en-US" dirty="0" err="1"/>
              <a:t>massa</a:t>
            </a:r>
            <a:r>
              <a:rPr lang="en-US" dirty="0"/>
              <a:t> in </a:t>
            </a:r>
            <a:r>
              <a:rPr lang="en-US" dirty="0" err="1"/>
              <a:t>nunc</a:t>
            </a:r>
            <a:r>
              <a:rPr lang="en-US" dirty="0"/>
              <a:t>. </a:t>
            </a:r>
            <a:r>
              <a:rPr lang="en-US" dirty="0" err="1"/>
              <a:t>Phasellus</a:t>
            </a:r>
            <a:r>
              <a:rPr lang="en-US" dirty="0"/>
              <a:t> </a:t>
            </a:r>
            <a:r>
              <a:rPr lang="en-US" dirty="0" err="1"/>
              <a:t>finibus</a:t>
            </a:r>
            <a:r>
              <a:rPr lang="en-US" dirty="0"/>
              <a:t> </a:t>
            </a:r>
            <a:r>
              <a:rPr lang="en-US" dirty="0" err="1"/>
              <a:t>malesuada</a:t>
            </a:r>
            <a:r>
              <a:rPr lang="en-US" dirty="0"/>
              <a:t> </a:t>
            </a:r>
            <a:r>
              <a:rPr lang="en-US" dirty="0" err="1"/>
              <a:t>lobortis</a:t>
            </a:r>
            <a:r>
              <a:rPr lang="en-US" dirty="0"/>
              <a:t>. </a:t>
            </a:r>
            <a:r>
              <a:rPr lang="en-US" dirty="0" err="1"/>
              <a:t>Sed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tellus</a:t>
            </a:r>
            <a:r>
              <a:rPr lang="en-US" dirty="0"/>
              <a:t> id </a:t>
            </a:r>
            <a:r>
              <a:rPr lang="en-US" dirty="0" err="1"/>
              <a:t>nulla</a:t>
            </a:r>
            <a:r>
              <a:rPr lang="en-US" dirty="0"/>
              <a:t> </a:t>
            </a:r>
            <a:r>
              <a:rPr lang="en-US" dirty="0" err="1"/>
              <a:t>mollis</a:t>
            </a:r>
            <a:r>
              <a:rPr lang="en-US" dirty="0"/>
              <a:t> </a:t>
            </a:r>
            <a:r>
              <a:rPr lang="en-US" dirty="0" err="1"/>
              <a:t>iaculis</a:t>
            </a:r>
            <a:r>
              <a:rPr lang="en-US" dirty="0"/>
              <a:t>. Nam </a:t>
            </a:r>
            <a:r>
              <a:rPr lang="en-US" dirty="0" err="1"/>
              <a:t>nec</a:t>
            </a:r>
            <a:r>
              <a:rPr lang="en-US" dirty="0"/>
              <a:t> </a:t>
            </a:r>
            <a:r>
              <a:rPr lang="en-US" dirty="0" err="1"/>
              <a:t>auctor</a:t>
            </a:r>
            <a:r>
              <a:rPr lang="en-US" dirty="0"/>
              <a:t> </a:t>
            </a:r>
            <a:r>
              <a:rPr lang="en-US" dirty="0" err="1"/>
              <a:t>arcu</a:t>
            </a:r>
            <a:r>
              <a:rPr lang="en-US" dirty="0"/>
              <a:t>. </a:t>
            </a:r>
            <a:r>
              <a:rPr lang="en-US" dirty="0" err="1"/>
              <a:t>Aenean</a:t>
            </a:r>
            <a:r>
              <a:rPr lang="en-US" dirty="0"/>
              <a:t> </a:t>
            </a:r>
            <a:r>
              <a:rPr lang="en-US" dirty="0" err="1"/>
              <a:t>molestie</a:t>
            </a:r>
            <a:r>
              <a:rPr lang="en-US" dirty="0"/>
              <a:t> lacus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urna</a:t>
            </a:r>
            <a:r>
              <a:rPr lang="en-US" dirty="0"/>
              <a:t> </a:t>
            </a:r>
            <a:r>
              <a:rPr lang="en-US" dirty="0" err="1"/>
              <a:t>accumsan</a:t>
            </a:r>
            <a:r>
              <a:rPr lang="en-US" dirty="0"/>
              <a:t>, a </a:t>
            </a:r>
            <a:r>
              <a:rPr lang="en-US" dirty="0" err="1"/>
              <a:t>rhoncus</a:t>
            </a:r>
            <a:r>
              <a:rPr lang="en-US" dirty="0"/>
              <a:t> </a:t>
            </a:r>
            <a:r>
              <a:rPr lang="en-US" dirty="0" err="1"/>
              <a:t>orci</a:t>
            </a:r>
            <a:r>
              <a:rPr lang="en-US" dirty="0"/>
              <a:t> </a:t>
            </a:r>
            <a:r>
              <a:rPr lang="en-US" dirty="0" err="1"/>
              <a:t>rhoncus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orci</a:t>
            </a:r>
            <a:r>
              <a:rPr lang="en-US" dirty="0"/>
              <a:t> </a:t>
            </a:r>
            <a:r>
              <a:rPr lang="en-US" dirty="0" err="1"/>
              <a:t>velit</a:t>
            </a:r>
            <a:r>
              <a:rPr lang="en-US" dirty="0"/>
              <a:t>, </a:t>
            </a:r>
            <a:r>
              <a:rPr lang="en-US" dirty="0" err="1"/>
              <a:t>euismod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pulvinar</a:t>
            </a:r>
            <a:r>
              <a:rPr lang="en-US" dirty="0"/>
              <a:t> ac, </a:t>
            </a:r>
            <a:r>
              <a:rPr lang="en-US" dirty="0" err="1"/>
              <a:t>ultrices</a:t>
            </a:r>
            <a:r>
              <a:rPr lang="en-US" dirty="0"/>
              <a:t> </a:t>
            </a:r>
            <a:r>
              <a:rPr lang="en-US" dirty="0" err="1"/>
              <a:t>vel</a:t>
            </a:r>
            <a:r>
              <a:rPr lang="en-US" dirty="0"/>
              <a:t> dui. </a:t>
            </a:r>
            <a:r>
              <a:rPr lang="en-US" dirty="0" err="1"/>
              <a:t>Praesent</a:t>
            </a:r>
            <a:r>
              <a:rPr lang="en-US" dirty="0"/>
              <a:t> </a:t>
            </a:r>
            <a:r>
              <a:rPr lang="en-US" dirty="0" err="1"/>
              <a:t>commodo</a:t>
            </a:r>
            <a:r>
              <a:rPr lang="en-US" dirty="0"/>
              <a:t>, </a:t>
            </a:r>
            <a:r>
              <a:rPr lang="en-US" dirty="0" err="1"/>
              <a:t>odio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 </a:t>
            </a:r>
            <a:r>
              <a:rPr lang="en-US" dirty="0" err="1"/>
              <a:t>ullamcorper</a:t>
            </a:r>
            <a:r>
              <a:rPr lang="en-US" dirty="0"/>
              <a:t> </a:t>
            </a:r>
            <a:r>
              <a:rPr lang="en-US" dirty="0" err="1"/>
              <a:t>eleifend</a:t>
            </a:r>
            <a:r>
              <a:rPr lang="en-US" dirty="0"/>
              <a:t>, magna </a:t>
            </a:r>
            <a:r>
              <a:rPr lang="en-US" dirty="0" err="1"/>
              <a:t>metus</a:t>
            </a:r>
            <a:r>
              <a:rPr lang="en-US" dirty="0"/>
              <a:t> </a:t>
            </a:r>
            <a:r>
              <a:rPr lang="en-US" dirty="0" err="1"/>
              <a:t>euismod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in </a:t>
            </a:r>
            <a:r>
              <a:rPr lang="en-US" dirty="0" err="1"/>
              <a:t>porttitor</a:t>
            </a:r>
            <a:r>
              <a:rPr lang="en-US" dirty="0"/>
              <a:t> </a:t>
            </a:r>
            <a:r>
              <a:rPr lang="en-US" dirty="0" err="1"/>
              <a:t>urna</a:t>
            </a:r>
            <a:r>
              <a:rPr lang="en-US" dirty="0"/>
              <a:t> </a:t>
            </a:r>
            <a:r>
              <a:rPr lang="en-US" dirty="0" err="1"/>
              <a:t>nisl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nulla</a:t>
            </a:r>
            <a:r>
              <a:rPr lang="en-US" dirty="0"/>
              <a:t>. </a:t>
            </a:r>
            <a:r>
              <a:rPr lang="en-US" dirty="0" err="1"/>
              <a:t>Donec</a:t>
            </a:r>
            <a:r>
              <a:rPr lang="en-US" dirty="0"/>
              <a:t> </a:t>
            </a:r>
            <a:r>
              <a:rPr lang="en-US" dirty="0" err="1"/>
              <a:t>accumsan</a:t>
            </a:r>
            <a:r>
              <a:rPr lang="en-US" dirty="0"/>
              <a:t> </a:t>
            </a:r>
            <a:r>
              <a:rPr lang="en-US" dirty="0" err="1"/>
              <a:t>egestas</a:t>
            </a:r>
            <a:r>
              <a:rPr lang="en-US" dirty="0"/>
              <a:t> </a:t>
            </a:r>
            <a:r>
              <a:rPr lang="en-US" dirty="0" err="1"/>
              <a:t>nulla</a:t>
            </a:r>
            <a:r>
              <a:rPr lang="en-US" dirty="0"/>
              <a:t>,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sollicitudin</a:t>
            </a:r>
            <a:r>
              <a:rPr lang="en-US" dirty="0"/>
              <a:t> </a:t>
            </a:r>
            <a:r>
              <a:rPr lang="en-US" dirty="0" err="1"/>
              <a:t>nulla</a:t>
            </a:r>
            <a:r>
              <a:rPr lang="en-US" dirty="0"/>
              <a:t> </a:t>
            </a:r>
            <a:r>
              <a:rPr lang="en-US" dirty="0" err="1"/>
              <a:t>lacinia</a:t>
            </a:r>
            <a:r>
              <a:rPr lang="en-US" dirty="0"/>
              <a:t> ac. </a:t>
            </a:r>
            <a:r>
              <a:rPr lang="en-US" dirty="0" err="1"/>
              <a:t>Pellentesque</a:t>
            </a:r>
            <a:r>
              <a:rPr lang="en-US" dirty="0"/>
              <a:t> </a:t>
            </a:r>
            <a:r>
              <a:rPr lang="en-US" dirty="0" err="1"/>
              <a:t>felis</a:t>
            </a:r>
            <a:r>
              <a:rPr lang="en-US" dirty="0"/>
              <a:t> </a:t>
            </a:r>
            <a:r>
              <a:rPr lang="en-US" dirty="0" err="1"/>
              <a:t>est</a:t>
            </a:r>
            <a:r>
              <a:rPr lang="en-US" dirty="0"/>
              <a:t>, </a:t>
            </a:r>
            <a:r>
              <a:rPr lang="en-US" dirty="0" err="1"/>
              <a:t>tincidunt</a:t>
            </a:r>
            <a:r>
              <a:rPr lang="en-US" dirty="0"/>
              <a:t> et </a:t>
            </a:r>
            <a:r>
              <a:rPr lang="en-US" dirty="0" err="1"/>
              <a:t>suscipit</a:t>
            </a:r>
            <a:r>
              <a:rPr lang="en-US" dirty="0"/>
              <a:t> id, </a:t>
            </a:r>
            <a:r>
              <a:rPr lang="en-US" dirty="0" err="1"/>
              <a:t>rutrum</a:t>
            </a:r>
            <a:r>
              <a:rPr lang="en-US" dirty="0"/>
              <a:t> at </a:t>
            </a:r>
            <a:r>
              <a:rPr lang="en-US" dirty="0" err="1"/>
              <a:t>odio</a:t>
            </a:r>
            <a:r>
              <a:rPr lang="en-US" dirty="0"/>
              <a:t>. </a:t>
            </a:r>
            <a:r>
              <a:rPr lang="en-US" dirty="0" err="1"/>
              <a:t>Sed</a:t>
            </a:r>
            <a:r>
              <a:rPr lang="en-US" dirty="0"/>
              <a:t> </a:t>
            </a:r>
            <a:r>
              <a:rPr lang="en-US" dirty="0" err="1"/>
              <a:t>fringilla</a:t>
            </a:r>
            <a:r>
              <a:rPr lang="en-US" dirty="0"/>
              <a:t> </a:t>
            </a:r>
            <a:r>
              <a:rPr lang="en-US" dirty="0" err="1"/>
              <a:t>porttitor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. </a:t>
            </a:r>
          </a:p>
          <a:p>
            <a:pPr lvl="0"/>
            <a:endParaRPr lang="en-US" dirty="0"/>
          </a:p>
          <a:p>
            <a:pPr lvl="0"/>
            <a:r>
              <a:rPr lang="en-US" dirty="0" err="1"/>
              <a:t>Morbi</a:t>
            </a:r>
            <a:r>
              <a:rPr lang="en-US" dirty="0"/>
              <a:t> </a:t>
            </a:r>
            <a:r>
              <a:rPr lang="en-US" dirty="0" err="1"/>
              <a:t>cursus</a:t>
            </a:r>
            <a:r>
              <a:rPr lang="en-US" dirty="0"/>
              <a:t> </a:t>
            </a:r>
            <a:r>
              <a:rPr lang="en-US" dirty="0" err="1"/>
              <a:t>massa</a:t>
            </a:r>
            <a:r>
              <a:rPr lang="en-US" dirty="0"/>
              <a:t> </a:t>
            </a:r>
            <a:r>
              <a:rPr lang="en-US" dirty="0" err="1"/>
              <a:t>eget</a:t>
            </a:r>
            <a:r>
              <a:rPr lang="en-US" dirty="0"/>
              <a:t> </a:t>
            </a:r>
            <a:r>
              <a:rPr lang="en-US" dirty="0" err="1"/>
              <a:t>arcu</a:t>
            </a:r>
            <a:r>
              <a:rPr lang="en-US" dirty="0"/>
              <a:t> </a:t>
            </a:r>
            <a:r>
              <a:rPr lang="en-US" dirty="0" err="1"/>
              <a:t>hendrerit</a:t>
            </a:r>
            <a:r>
              <a:rPr lang="en-US" dirty="0"/>
              <a:t> </a:t>
            </a:r>
            <a:r>
              <a:rPr lang="en-US" dirty="0" err="1"/>
              <a:t>eleifend</a:t>
            </a:r>
            <a:r>
              <a:rPr lang="en-US" dirty="0"/>
              <a:t>. </a:t>
            </a:r>
            <a:r>
              <a:rPr lang="en-US" dirty="0" err="1"/>
              <a:t>Morbi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accumsan</a:t>
            </a:r>
            <a:r>
              <a:rPr lang="en-US" dirty="0"/>
              <a:t> dui, </a:t>
            </a:r>
            <a:r>
              <a:rPr lang="en-US" dirty="0" err="1"/>
              <a:t>vel</a:t>
            </a:r>
            <a:r>
              <a:rPr lang="en-US" dirty="0"/>
              <a:t> tempus </a:t>
            </a:r>
            <a:r>
              <a:rPr lang="en-US" dirty="0" err="1"/>
              <a:t>urna</a:t>
            </a:r>
            <a:r>
              <a:rPr lang="en-US" dirty="0"/>
              <a:t>. </a:t>
            </a:r>
            <a:r>
              <a:rPr lang="en-US" dirty="0" err="1"/>
              <a:t>Cras</a:t>
            </a:r>
            <a:r>
              <a:rPr lang="en-US" dirty="0"/>
              <a:t> in </a:t>
            </a:r>
            <a:r>
              <a:rPr lang="en-US" dirty="0" err="1"/>
              <a:t>sapien</a:t>
            </a:r>
            <a:r>
              <a:rPr lang="en-US" dirty="0"/>
              <a:t> at </a:t>
            </a:r>
            <a:r>
              <a:rPr lang="en-US" dirty="0" err="1"/>
              <a:t>justo</a:t>
            </a:r>
            <a:r>
              <a:rPr lang="en-US" dirty="0"/>
              <a:t> </a:t>
            </a:r>
            <a:r>
              <a:rPr lang="en-US" dirty="0" err="1"/>
              <a:t>convallis</a:t>
            </a:r>
            <a:r>
              <a:rPr lang="en-US" dirty="0"/>
              <a:t> </a:t>
            </a:r>
            <a:r>
              <a:rPr lang="en-US" dirty="0" err="1"/>
              <a:t>lacinia</a:t>
            </a:r>
            <a:r>
              <a:rPr lang="en-US" dirty="0"/>
              <a:t> et in </a:t>
            </a:r>
            <a:r>
              <a:rPr lang="en-US" dirty="0" err="1"/>
              <a:t>felis</a:t>
            </a:r>
            <a:r>
              <a:rPr lang="en-US" dirty="0"/>
              <a:t>. </a:t>
            </a:r>
            <a:r>
              <a:rPr lang="en-US" dirty="0" err="1"/>
              <a:t>Vestibulum</a:t>
            </a:r>
            <a:r>
              <a:rPr lang="en-US" dirty="0"/>
              <a:t> </a:t>
            </a:r>
            <a:r>
              <a:rPr lang="en-US" dirty="0" err="1"/>
              <a:t>luctus</a:t>
            </a:r>
            <a:r>
              <a:rPr lang="en-US" dirty="0"/>
              <a:t>, </a:t>
            </a:r>
            <a:r>
              <a:rPr lang="en-US" dirty="0" err="1"/>
              <a:t>odio</a:t>
            </a:r>
            <a:r>
              <a:rPr lang="en-US" dirty="0"/>
              <a:t> non </a:t>
            </a:r>
            <a:r>
              <a:rPr lang="en-US" dirty="0" err="1"/>
              <a:t>accumsan</a:t>
            </a:r>
            <a:r>
              <a:rPr lang="en-US" dirty="0"/>
              <a:t> </a:t>
            </a:r>
            <a:r>
              <a:rPr lang="en-US" dirty="0" err="1"/>
              <a:t>eleifend</a:t>
            </a:r>
            <a:r>
              <a:rPr lang="en-US" dirty="0"/>
              <a:t>, </a:t>
            </a:r>
            <a:r>
              <a:rPr lang="en-US" dirty="0" err="1"/>
              <a:t>lectus</a:t>
            </a:r>
            <a:r>
              <a:rPr lang="en-US" dirty="0"/>
              <a:t> </a:t>
            </a:r>
            <a:r>
              <a:rPr lang="en-US" dirty="0" err="1"/>
              <a:t>metus</a:t>
            </a:r>
            <a:r>
              <a:rPr lang="en-US" dirty="0"/>
              <a:t> </a:t>
            </a:r>
            <a:r>
              <a:rPr lang="en-US" dirty="0" err="1"/>
              <a:t>rutrum</a:t>
            </a:r>
            <a:r>
              <a:rPr lang="en-US" dirty="0"/>
              <a:t> </a:t>
            </a:r>
            <a:r>
              <a:rPr lang="en-US" dirty="0" err="1"/>
              <a:t>orci</a:t>
            </a:r>
            <a:r>
              <a:rPr lang="en-US" dirty="0"/>
              <a:t>,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molestie</a:t>
            </a:r>
            <a:r>
              <a:rPr lang="en-US" dirty="0"/>
              <a:t> </a:t>
            </a:r>
            <a:r>
              <a:rPr lang="en-US" dirty="0" err="1"/>
              <a:t>enim</a:t>
            </a:r>
            <a:r>
              <a:rPr lang="en-US" dirty="0"/>
              <a:t> </a:t>
            </a:r>
            <a:r>
              <a:rPr lang="en-US" dirty="0" err="1"/>
              <a:t>augue</a:t>
            </a:r>
            <a:r>
              <a:rPr lang="en-US" dirty="0"/>
              <a:t> in </a:t>
            </a:r>
            <a:r>
              <a:rPr lang="en-US" dirty="0" err="1"/>
              <a:t>lorem</a:t>
            </a:r>
            <a:r>
              <a:rPr lang="en-US" dirty="0"/>
              <a:t>. </a:t>
            </a:r>
            <a:r>
              <a:rPr lang="en-US" dirty="0" err="1"/>
              <a:t>Vestibulum</a:t>
            </a:r>
            <a:r>
              <a:rPr lang="en-US" dirty="0"/>
              <a:t> </a:t>
            </a:r>
            <a:r>
              <a:rPr lang="en-US" dirty="0" err="1"/>
              <a:t>volutpat</a:t>
            </a:r>
            <a:r>
              <a:rPr lang="en-US" dirty="0"/>
              <a:t> </a:t>
            </a:r>
            <a:r>
              <a:rPr lang="en-US" dirty="0" err="1"/>
              <a:t>sagittis</a:t>
            </a:r>
            <a:r>
              <a:rPr lang="en-US" dirty="0"/>
              <a:t> quam </a:t>
            </a:r>
            <a:r>
              <a:rPr lang="en-US" dirty="0" err="1"/>
              <a:t>varius</a:t>
            </a:r>
            <a:r>
              <a:rPr lang="en-US" dirty="0"/>
              <a:t> </a:t>
            </a:r>
            <a:r>
              <a:rPr lang="en-US" dirty="0" err="1"/>
              <a:t>facilisis</a:t>
            </a:r>
            <a:r>
              <a:rPr lang="en-US" dirty="0"/>
              <a:t>.</a:t>
            </a:r>
          </a:p>
          <a:p>
            <a:pPr lvl="0"/>
            <a:r>
              <a:rPr lang="en-US" dirty="0" err="1"/>
              <a:t>Donec</a:t>
            </a:r>
            <a:r>
              <a:rPr lang="en-US" dirty="0"/>
              <a:t> ligula </a:t>
            </a:r>
            <a:r>
              <a:rPr lang="en-US" dirty="0" err="1"/>
              <a:t>diam</a:t>
            </a:r>
            <a:r>
              <a:rPr lang="en-US" dirty="0"/>
              <a:t>, </a:t>
            </a:r>
            <a:r>
              <a:rPr lang="en-US" dirty="0" err="1"/>
              <a:t>tincidunt</a:t>
            </a:r>
            <a:r>
              <a:rPr lang="en-US" dirty="0"/>
              <a:t> id </a:t>
            </a:r>
            <a:r>
              <a:rPr lang="en-US" dirty="0" err="1"/>
              <a:t>nisl</a:t>
            </a:r>
            <a:r>
              <a:rPr lang="en-US" dirty="0"/>
              <a:t> </a:t>
            </a:r>
            <a:r>
              <a:rPr lang="en-US" dirty="0" err="1"/>
              <a:t>vel</a:t>
            </a:r>
            <a:r>
              <a:rPr lang="en-US" dirty="0"/>
              <a:t>, </a:t>
            </a:r>
            <a:r>
              <a:rPr lang="en-US" dirty="0" err="1"/>
              <a:t>accumsan</a:t>
            </a:r>
            <a:r>
              <a:rPr lang="en-US" dirty="0"/>
              <a:t> </a:t>
            </a:r>
            <a:r>
              <a:rPr lang="en-US" dirty="0" err="1"/>
              <a:t>placerat</a:t>
            </a:r>
            <a:r>
              <a:rPr lang="en-US" dirty="0"/>
              <a:t> </a:t>
            </a:r>
            <a:r>
              <a:rPr lang="en-US" dirty="0" err="1"/>
              <a:t>velit</a:t>
            </a:r>
            <a:r>
              <a:rPr lang="en-US" dirty="0"/>
              <a:t>. </a:t>
            </a:r>
            <a:r>
              <a:rPr lang="en-US" dirty="0" err="1"/>
              <a:t>Nullam</a:t>
            </a:r>
            <a:r>
              <a:rPr lang="en-US" dirty="0"/>
              <a:t> </a:t>
            </a:r>
            <a:r>
              <a:rPr lang="en-US" dirty="0" err="1"/>
              <a:t>sagittis</a:t>
            </a:r>
            <a:r>
              <a:rPr lang="en-US" dirty="0"/>
              <a:t> </a:t>
            </a:r>
            <a:r>
              <a:rPr lang="en-US" dirty="0" err="1"/>
              <a:t>feugiat</a:t>
            </a:r>
            <a:r>
              <a:rPr lang="en-US" dirty="0"/>
              <a:t> </a:t>
            </a:r>
            <a:r>
              <a:rPr lang="en-US" dirty="0" err="1"/>
              <a:t>erat</a:t>
            </a:r>
            <a:r>
              <a:rPr lang="en-US" dirty="0"/>
              <a:t>, </a:t>
            </a:r>
            <a:r>
              <a:rPr lang="en-US" dirty="0" err="1"/>
              <a:t>vel</a:t>
            </a:r>
            <a:r>
              <a:rPr lang="en-US" dirty="0"/>
              <a:t> </a:t>
            </a:r>
            <a:r>
              <a:rPr lang="en-US" dirty="0" err="1"/>
              <a:t>vestibulum</a:t>
            </a:r>
            <a:r>
              <a:rPr lang="en-US" dirty="0"/>
              <a:t>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facilisis</a:t>
            </a:r>
            <a:r>
              <a:rPr lang="en-US" dirty="0"/>
              <a:t> vitae. </a:t>
            </a:r>
            <a:r>
              <a:rPr lang="en-US" dirty="0" err="1"/>
              <a:t>Duis</a:t>
            </a:r>
            <a:r>
              <a:rPr lang="en-US" dirty="0"/>
              <a:t> </a:t>
            </a:r>
            <a:r>
              <a:rPr lang="en-US" dirty="0" err="1"/>
              <a:t>molestie</a:t>
            </a:r>
            <a:r>
              <a:rPr lang="en-US" dirty="0"/>
              <a:t> </a:t>
            </a:r>
            <a:r>
              <a:rPr lang="en-US" dirty="0" err="1"/>
              <a:t>urna</a:t>
            </a:r>
            <a:r>
              <a:rPr lang="en-US" dirty="0"/>
              <a:t> </a:t>
            </a:r>
            <a:r>
              <a:rPr lang="en-US" dirty="0" err="1"/>
              <a:t>enim</a:t>
            </a:r>
            <a:r>
              <a:rPr lang="en-US" dirty="0"/>
              <a:t>, </a:t>
            </a:r>
            <a:r>
              <a:rPr lang="en-US" dirty="0" err="1"/>
              <a:t>vel</a:t>
            </a:r>
            <a:r>
              <a:rPr lang="en-US" dirty="0"/>
              <a:t> </a:t>
            </a:r>
            <a:r>
              <a:rPr lang="en-US" dirty="0" err="1"/>
              <a:t>scelerisque</a:t>
            </a:r>
            <a:r>
              <a:rPr lang="en-US" dirty="0"/>
              <a:t> </a:t>
            </a:r>
            <a:r>
              <a:rPr lang="en-US" dirty="0" err="1"/>
              <a:t>arcu</a:t>
            </a:r>
            <a:r>
              <a:rPr lang="en-US" dirty="0"/>
              <a:t> </a:t>
            </a:r>
            <a:r>
              <a:rPr lang="en-US" dirty="0" err="1"/>
              <a:t>feugiat</a:t>
            </a:r>
            <a:r>
              <a:rPr lang="en-US" dirty="0"/>
              <a:t> </a:t>
            </a:r>
            <a:r>
              <a:rPr lang="en-US" dirty="0" err="1"/>
              <a:t>eget</a:t>
            </a:r>
            <a:r>
              <a:rPr lang="en-US" dirty="0"/>
              <a:t>. </a:t>
            </a:r>
            <a:r>
              <a:rPr lang="en-US" dirty="0" err="1"/>
              <a:t>Curabitur</a:t>
            </a:r>
            <a:r>
              <a:rPr lang="en-US" dirty="0"/>
              <a:t> </a:t>
            </a:r>
            <a:r>
              <a:rPr lang="en-US" dirty="0" err="1"/>
              <a:t>lobortis</a:t>
            </a:r>
            <a:r>
              <a:rPr lang="en-US" dirty="0"/>
              <a:t>, </a:t>
            </a:r>
            <a:r>
              <a:rPr lang="en-US" dirty="0" err="1"/>
              <a:t>nulla</a:t>
            </a:r>
            <a:r>
              <a:rPr lang="en-US" dirty="0"/>
              <a:t> </a:t>
            </a:r>
            <a:r>
              <a:rPr lang="en-US" dirty="0" err="1"/>
              <a:t>vel</a:t>
            </a:r>
            <a:r>
              <a:rPr lang="en-US" dirty="0"/>
              <a:t> </a:t>
            </a:r>
            <a:r>
              <a:rPr lang="en-US" dirty="0" err="1"/>
              <a:t>dignissim</a:t>
            </a:r>
            <a:r>
              <a:rPr lang="en-US" dirty="0"/>
              <a:t> </a:t>
            </a:r>
            <a:r>
              <a:rPr lang="en-US" dirty="0" err="1"/>
              <a:t>consequat</a:t>
            </a:r>
            <a:r>
              <a:rPr lang="en-US" dirty="0"/>
              <a:t>, </a:t>
            </a:r>
            <a:r>
              <a:rPr lang="en-US" dirty="0" err="1"/>
              <a:t>odio</a:t>
            </a:r>
            <a:r>
              <a:rPr lang="en-US" dirty="0"/>
              <a:t> </a:t>
            </a:r>
            <a:r>
              <a:rPr lang="en-US" dirty="0" err="1"/>
              <a:t>libero</a:t>
            </a:r>
            <a:r>
              <a:rPr lang="en-US" dirty="0"/>
              <a:t> </a:t>
            </a:r>
            <a:r>
              <a:rPr lang="en-US" dirty="0" err="1"/>
              <a:t>pellentesque</a:t>
            </a:r>
            <a:r>
              <a:rPr lang="en-US" dirty="0"/>
              <a:t> </a:t>
            </a:r>
            <a:r>
              <a:rPr lang="en-US" dirty="0" err="1"/>
              <a:t>nunc</a:t>
            </a:r>
            <a:r>
              <a:rPr lang="en-US" dirty="0"/>
              <a:t>,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feugiat</a:t>
            </a:r>
            <a:r>
              <a:rPr lang="en-US" dirty="0"/>
              <a:t> </a:t>
            </a:r>
            <a:r>
              <a:rPr lang="en-US" dirty="0" err="1"/>
              <a:t>justo</a:t>
            </a:r>
            <a:r>
              <a:rPr lang="en-US" dirty="0"/>
              <a:t> </a:t>
            </a:r>
            <a:r>
              <a:rPr lang="en-US" dirty="0" err="1"/>
              <a:t>metus</a:t>
            </a:r>
            <a:r>
              <a:rPr lang="en-US" dirty="0"/>
              <a:t> </a:t>
            </a:r>
            <a:r>
              <a:rPr lang="en-US" dirty="0" err="1"/>
              <a:t>nec</a:t>
            </a:r>
            <a:r>
              <a:rPr lang="en-US" dirty="0"/>
              <a:t> </a:t>
            </a:r>
            <a:r>
              <a:rPr lang="en-US" dirty="0" err="1"/>
              <a:t>neque</a:t>
            </a:r>
            <a:r>
              <a:rPr lang="en-US" dirty="0"/>
              <a:t>. </a:t>
            </a:r>
            <a:r>
              <a:rPr lang="en-US" dirty="0" err="1"/>
              <a:t>Donec</a:t>
            </a:r>
            <a:r>
              <a:rPr lang="en-US" dirty="0"/>
              <a:t> non ante ac </a:t>
            </a:r>
            <a:r>
              <a:rPr lang="en-US" dirty="0" err="1"/>
              <a:t>orci</a:t>
            </a:r>
            <a:r>
              <a:rPr lang="en-US" dirty="0"/>
              <a:t> </a:t>
            </a:r>
            <a:r>
              <a:rPr lang="en-US" dirty="0" err="1"/>
              <a:t>elementum</a:t>
            </a:r>
            <a:r>
              <a:rPr lang="en-US" dirty="0"/>
              <a:t> </a:t>
            </a:r>
            <a:r>
              <a:rPr lang="en-US" dirty="0" err="1"/>
              <a:t>iaculis</a:t>
            </a:r>
            <a:r>
              <a:rPr lang="en-US" dirty="0"/>
              <a:t> </a:t>
            </a:r>
            <a:r>
              <a:rPr lang="en-US" dirty="0" err="1"/>
              <a:t>consequat</a:t>
            </a:r>
            <a:r>
              <a:rPr lang="en-US" dirty="0"/>
              <a:t> in </a:t>
            </a:r>
            <a:r>
              <a:rPr lang="en-US" dirty="0" err="1"/>
              <a:t>metus</a:t>
            </a:r>
            <a:r>
              <a:rPr lang="en-US" dirty="0"/>
              <a:t>. </a:t>
            </a:r>
            <a:r>
              <a:rPr lang="en-US" dirty="0" err="1"/>
              <a:t>Interdum</a:t>
            </a:r>
            <a:r>
              <a:rPr lang="en-US" dirty="0"/>
              <a:t> et </a:t>
            </a:r>
            <a:r>
              <a:rPr lang="en-US" dirty="0" err="1"/>
              <a:t>malesuada</a:t>
            </a:r>
            <a:r>
              <a:rPr lang="en-US" dirty="0"/>
              <a:t> fames ac ante </a:t>
            </a:r>
            <a:r>
              <a:rPr lang="en-US" dirty="0" err="1"/>
              <a:t>ipsum</a:t>
            </a:r>
            <a:r>
              <a:rPr lang="en-US" dirty="0"/>
              <a:t> </a:t>
            </a:r>
            <a:r>
              <a:rPr lang="en-US" dirty="0" err="1"/>
              <a:t>primis</a:t>
            </a:r>
            <a:r>
              <a:rPr lang="en-US" dirty="0"/>
              <a:t> in </a:t>
            </a:r>
            <a:r>
              <a:rPr lang="en-US" dirty="0" err="1"/>
              <a:t>faucibus</a:t>
            </a:r>
            <a:r>
              <a:rPr lang="en-US" dirty="0"/>
              <a:t>. </a:t>
            </a:r>
            <a:r>
              <a:rPr lang="en-US" dirty="0" err="1"/>
              <a:t>Mauris</a:t>
            </a:r>
            <a:r>
              <a:rPr lang="en-US" dirty="0"/>
              <a:t> </a:t>
            </a:r>
            <a:r>
              <a:rPr lang="en-US" dirty="0" err="1"/>
              <a:t>volutpat</a:t>
            </a:r>
            <a:r>
              <a:rPr lang="en-US" dirty="0"/>
              <a:t> </a:t>
            </a:r>
            <a:r>
              <a:rPr lang="en-US" dirty="0" err="1"/>
              <a:t>aliquet</a:t>
            </a:r>
            <a:r>
              <a:rPr lang="en-US" dirty="0"/>
              <a:t> </a:t>
            </a:r>
            <a:r>
              <a:rPr lang="en-US" dirty="0" err="1"/>
              <a:t>imperdiet</a:t>
            </a:r>
            <a:r>
              <a:rPr lang="en-US" dirty="0"/>
              <a:t>. </a:t>
            </a:r>
            <a:r>
              <a:rPr lang="en-US" dirty="0" err="1"/>
              <a:t>Suspendisse</a:t>
            </a:r>
            <a:r>
              <a:rPr lang="en-US" dirty="0"/>
              <a:t> </a:t>
            </a:r>
            <a:r>
              <a:rPr lang="en-US" dirty="0" err="1"/>
              <a:t>ultrices</a:t>
            </a:r>
            <a:r>
              <a:rPr lang="en-US" dirty="0"/>
              <a:t> lacus id </a:t>
            </a:r>
            <a:r>
              <a:rPr lang="en-US" dirty="0" err="1"/>
              <a:t>est</a:t>
            </a:r>
            <a:r>
              <a:rPr lang="en-US" dirty="0"/>
              <a:t> </a:t>
            </a:r>
            <a:r>
              <a:rPr lang="en-US" dirty="0" err="1"/>
              <a:t>viverra</a:t>
            </a:r>
            <a:r>
              <a:rPr lang="en-US" dirty="0"/>
              <a:t>, at </a:t>
            </a:r>
            <a:r>
              <a:rPr lang="en-US" dirty="0" err="1"/>
              <a:t>porttitor</a:t>
            </a:r>
            <a:r>
              <a:rPr lang="en-US" dirty="0"/>
              <a:t> </a:t>
            </a:r>
            <a:r>
              <a:rPr lang="en-US" dirty="0" err="1"/>
              <a:t>metus</a:t>
            </a:r>
            <a:r>
              <a:rPr lang="en-US" dirty="0"/>
              <a:t> </a:t>
            </a:r>
            <a:r>
              <a:rPr lang="en-US" dirty="0" err="1"/>
              <a:t>facilisis</a:t>
            </a:r>
            <a:r>
              <a:rPr lang="en-US" dirty="0"/>
              <a:t>. </a:t>
            </a:r>
            <a:r>
              <a:rPr lang="en-US" dirty="0" err="1"/>
              <a:t>Nullam</a:t>
            </a:r>
            <a:r>
              <a:rPr lang="en-US" dirty="0"/>
              <a:t> dolor </a:t>
            </a:r>
            <a:r>
              <a:rPr lang="en-US" dirty="0" err="1"/>
              <a:t>sapien</a:t>
            </a:r>
            <a:r>
              <a:rPr lang="en-US" dirty="0"/>
              <a:t>, </a:t>
            </a:r>
            <a:r>
              <a:rPr lang="en-US" dirty="0" err="1"/>
              <a:t>hendrerit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tellus</a:t>
            </a:r>
            <a:r>
              <a:rPr lang="en-US" dirty="0"/>
              <a:t> </a:t>
            </a:r>
            <a:r>
              <a:rPr lang="en-US" dirty="0" err="1"/>
              <a:t>tristique</a:t>
            </a:r>
            <a:r>
              <a:rPr lang="en-US" dirty="0"/>
              <a:t>,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iaculis</a:t>
            </a:r>
            <a:r>
              <a:rPr lang="en-US" dirty="0"/>
              <a:t> </a:t>
            </a:r>
            <a:r>
              <a:rPr lang="en-US" dirty="0" err="1"/>
              <a:t>urna</a:t>
            </a:r>
            <a:r>
              <a:rPr lang="en-US" dirty="0"/>
              <a:t>. </a:t>
            </a:r>
            <a:r>
              <a:rPr lang="en-US" dirty="0" err="1"/>
              <a:t>Nulla</a:t>
            </a:r>
            <a:r>
              <a:rPr lang="en-US" dirty="0"/>
              <a:t> a </a:t>
            </a:r>
            <a:r>
              <a:rPr lang="en-US" dirty="0" err="1"/>
              <a:t>aliquam</a:t>
            </a:r>
            <a:r>
              <a:rPr lang="en-US" dirty="0"/>
              <a:t> magna. </a:t>
            </a:r>
            <a:r>
              <a:rPr lang="en-US" dirty="0" err="1"/>
              <a:t>Donec</a:t>
            </a:r>
            <a:r>
              <a:rPr lang="en-US" dirty="0"/>
              <a:t> </a:t>
            </a:r>
            <a:r>
              <a:rPr lang="en-US" dirty="0" err="1"/>
              <a:t>eget</a:t>
            </a:r>
            <a:r>
              <a:rPr lang="en-US" dirty="0"/>
              <a:t> </a:t>
            </a:r>
            <a:r>
              <a:rPr lang="en-US" dirty="0" err="1"/>
              <a:t>felis</a:t>
            </a:r>
            <a:r>
              <a:rPr lang="en-US" dirty="0"/>
              <a:t> in </a:t>
            </a:r>
            <a:r>
              <a:rPr lang="en-US" dirty="0" err="1"/>
              <a:t>felis</a:t>
            </a:r>
            <a:r>
              <a:rPr lang="en-US" dirty="0"/>
              <a:t> </a:t>
            </a:r>
            <a:r>
              <a:rPr lang="en-US" dirty="0" err="1"/>
              <a:t>lacinia</a:t>
            </a:r>
            <a:r>
              <a:rPr lang="en-US" dirty="0"/>
              <a:t> </a:t>
            </a:r>
            <a:r>
              <a:rPr lang="en-US" dirty="0" err="1"/>
              <a:t>porttitor</a:t>
            </a:r>
            <a:r>
              <a:rPr lang="en-US" dirty="0"/>
              <a:t>. </a:t>
            </a:r>
            <a:r>
              <a:rPr lang="en-US" dirty="0" err="1"/>
              <a:t>Proin</a:t>
            </a:r>
            <a:r>
              <a:rPr lang="en-US" dirty="0"/>
              <a:t> </a:t>
            </a:r>
            <a:r>
              <a:rPr lang="en-US" dirty="0" err="1"/>
              <a:t>sollicitudin</a:t>
            </a:r>
            <a:r>
              <a:rPr lang="en-US" dirty="0"/>
              <a:t> ante id </a:t>
            </a:r>
            <a:r>
              <a:rPr lang="en-US" dirty="0" err="1"/>
              <a:t>nisl</a:t>
            </a:r>
            <a:r>
              <a:rPr lang="en-US" dirty="0"/>
              <a:t> </a:t>
            </a:r>
            <a:r>
              <a:rPr lang="en-US" dirty="0" err="1"/>
              <a:t>imperdiet</a:t>
            </a:r>
            <a:r>
              <a:rPr lang="en-US" dirty="0"/>
              <a:t> </a:t>
            </a:r>
            <a:r>
              <a:rPr lang="en-US" dirty="0" err="1"/>
              <a:t>euismod</a:t>
            </a:r>
            <a:r>
              <a:rPr lang="en-US" dirty="0"/>
              <a:t>. </a:t>
            </a:r>
            <a:r>
              <a:rPr lang="en-US" dirty="0" err="1"/>
              <a:t>Aenean</a:t>
            </a:r>
            <a:r>
              <a:rPr lang="en-US" dirty="0"/>
              <a:t> </a:t>
            </a:r>
            <a:r>
              <a:rPr lang="en-US" dirty="0" err="1"/>
              <a:t>vestibulum</a:t>
            </a:r>
            <a:r>
              <a:rPr lang="en-US" dirty="0"/>
              <a:t> non </a:t>
            </a:r>
            <a:r>
              <a:rPr lang="en-US" dirty="0" err="1"/>
              <a:t>metus</a:t>
            </a:r>
            <a:r>
              <a:rPr lang="en-US" dirty="0"/>
              <a:t> vitae </a:t>
            </a:r>
            <a:r>
              <a:rPr lang="en-US" dirty="0" err="1"/>
              <a:t>rutrum</a:t>
            </a:r>
            <a:r>
              <a:rPr lang="en-US" dirty="0"/>
              <a:t>. </a:t>
            </a:r>
            <a:r>
              <a:rPr lang="en-US" dirty="0" err="1"/>
              <a:t>Cras</a:t>
            </a:r>
            <a:r>
              <a:rPr lang="en-US" dirty="0"/>
              <a:t> </a:t>
            </a:r>
            <a:r>
              <a:rPr lang="en-US" dirty="0" err="1"/>
              <a:t>varius</a:t>
            </a:r>
            <a:r>
              <a:rPr lang="en-US" dirty="0"/>
              <a:t> </a:t>
            </a:r>
            <a:r>
              <a:rPr lang="en-US" dirty="0" err="1"/>
              <a:t>condimentum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,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euismod</a:t>
            </a:r>
            <a:r>
              <a:rPr lang="en-US" dirty="0"/>
              <a:t> </a:t>
            </a:r>
            <a:r>
              <a:rPr lang="en-US" dirty="0" err="1"/>
              <a:t>erat</a:t>
            </a:r>
            <a:r>
              <a:rPr lang="en-US" dirty="0"/>
              <a:t> </a:t>
            </a:r>
            <a:r>
              <a:rPr lang="en-US" dirty="0" err="1"/>
              <a:t>pharetra</a:t>
            </a:r>
            <a:r>
              <a:rPr lang="en-US" dirty="0"/>
              <a:t> non. </a:t>
            </a:r>
            <a:r>
              <a:rPr lang="en-US" dirty="0" err="1"/>
              <a:t>Sed</a:t>
            </a:r>
            <a:r>
              <a:rPr lang="en-US" dirty="0"/>
              <a:t> </a:t>
            </a:r>
            <a:r>
              <a:rPr lang="en-US" dirty="0" err="1"/>
              <a:t>eget</a:t>
            </a:r>
            <a:r>
              <a:rPr lang="en-US" dirty="0"/>
              <a:t> </a:t>
            </a:r>
            <a:r>
              <a:rPr lang="en-US" dirty="0" err="1"/>
              <a:t>blandit</a:t>
            </a:r>
            <a:r>
              <a:rPr lang="en-US" dirty="0"/>
              <a:t> sem.</a:t>
            </a:r>
          </a:p>
        </p:txBody>
      </p:sp>
    </p:spTree>
    <p:extLst>
      <p:ext uri="{BB962C8B-B14F-4D97-AF65-F5344CB8AC3E}">
        <p14:creationId xmlns:p14="http://schemas.microsoft.com/office/powerpoint/2010/main" val="16079713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4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400"/>
                        <p:tgtEl>
                          <p:spTgt spid="6"/>
                        </p:tgtEl>
                      </p:cBhvr>
                    </p:animEffect>
                    <p:anim calcmode="lin" valueType="num">
                      <p:cBhvr>
                        <p:cTn dur="400" fill="hold"/>
                        <p:tgtEl>
                          <p:spTgt spid="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400" fill="hold"/>
                        <p:tgtEl>
                          <p:spTgt spid="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8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8"/>
                        </p:tgtEl>
                      </p:cBhvr>
                    </p:animEffect>
                    <p:anim calcmode="lin" valueType="num">
                      <p:cBhvr>
                        <p:cTn dur="500" fill="hold"/>
                        <p:tgtEl>
                          <p:spTgt spid="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9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8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9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2508" y="135902"/>
            <a:ext cx="7247250" cy="401832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6123" y="1444585"/>
            <a:ext cx="7037525" cy="40183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6535012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80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9864" y="63500"/>
            <a:ext cx="8880475" cy="762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914400" y="825500"/>
            <a:ext cx="7315200" cy="4064000"/>
          </a:xfrm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604443D8-4066-023F-98C1-A189E3AD587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0" y="0"/>
            <a:ext cx="0" cy="0"/>
          </a:xfr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/>
            </a:lvl1pPr>
          </a:lstStyle>
          <a:p>
            <a:endParaRPr lang="en-US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0B67723F-3CAA-5B5C-42A6-DC45CD2C12E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0" y="0"/>
            <a:ext cx="0" cy="0"/>
          </a:xfr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/>
            </a:lvl1pPr>
          </a:lstStyle>
          <a:p>
            <a:endParaRPr lang="en-US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CCA23EDD-4BFE-1D3D-624E-396269A3E85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0" y="0"/>
            <a:ext cx="0" cy="0"/>
          </a:xfr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/>
            </a:lvl1pPr>
          </a:lstStyle>
          <a:p>
            <a:fld id="{EC14BAD1-AA2B-472A-8BE1-8FE0EF219A09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41359316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10622641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abl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3"/>
          <p:cNvSpPr>
            <a:spLocks noGrp="1"/>
          </p:cNvSpPr>
          <p:nvPr>
            <p:ph type="tbl" sz="quarter" idx="11"/>
          </p:nvPr>
        </p:nvSpPr>
        <p:spPr>
          <a:xfrm>
            <a:off x="457200" y="1524000"/>
            <a:ext cx="8229600" cy="3238500"/>
          </a:xfrm>
        </p:spPr>
        <p:txBody>
          <a:bodyPr anchor="ctr">
            <a:noAutofit/>
          </a:bodyPr>
          <a:lstStyle>
            <a:lvl1pPr marL="0" indent="0" algn="ctr">
              <a:buNone/>
              <a:defRPr sz="1800">
                <a:solidFill>
                  <a:schemeClr val="accent3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8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254000"/>
            <a:ext cx="8229600" cy="508000"/>
          </a:xfrm>
        </p:spPr>
        <p:txBody>
          <a:bodyPr vert="horz" lIns="91440" tIns="45720" rIns="91440" bIns="45720" rtlCol="0" anchor="ctr">
            <a:noAutofit/>
          </a:bodyPr>
          <a:lstStyle>
            <a:lvl1pPr>
              <a:defRPr lang="en-US" b="0" spc="-150">
                <a:solidFill>
                  <a:schemeClr val="accent2"/>
                </a:solidFill>
                <a:effectLst>
                  <a:outerShdw dist="38100" dir="2700000" algn="ctr" rotWithShape="0">
                    <a:srgbClr val="000000">
                      <a:alpha val="15000"/>
                    </a:srgbClr>
                  </a:outerShdw>
                </a:effectLst>
              </a:defRPr>
            </a:lvl1pPr>
          </a:lstStyle>
          <a:p>
            <a:pPr lvl="0">
              <a:lnSpc>
                <a:spcPct val="100000"/>
              </a:lnSpc>
            </a:pPr>
            <a:r>
              <a:rPr lang="en-US"/>
              <a:t>click to edit master title</a:t>
            </a:r>
          </a:p>
        </p:txBody>
      </p:sp>
      <p:sp>
        <p:nvSpPr>
          <p:cNvPr id="19" name="Text Placeholder 7"/>
          <p:cNvSpPr>
            <a:spLocks noGrp="1"/>
          </p:cNvSpPr>
          <p:nvPr>
            <p:ph type="body" sz="quarter" idx="10" hasCustomPrompt="1"/>
          </p:nvPr>
        </p:nvSpPr>
        <p:spPr>
          <a:xfrm>
            <a:off x="457200" y="763928"/>
            <a:ext cx="8229600" cy="388938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buNone/>
              <a:defRPr sz="2000" b="0" spc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366262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19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9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 userDrawn="1"/>
        </p:nvSpPr>
        <p:spPr>
          <a:xfrm>
            <a:off x="8680453" y="270483"/>
            <a:ext cx="274638" cy="237193"/>
          </a:xfrm>
          <a:prstGeom prst="roundRect">
            <a:avLst>
              <a:gd name="adj" fmla="val 21739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5057" tIns="47529" rIns="95057" bIns="47529" rtlCol="0" anchor="ctr"/>
          <a:lstStyle/>
          <a:p>
            <a:pPr algn="ctr"/>
            <a:endParaRPr lang="en-US" dirty="0">
              <a:solidFill>
                <a:srgbClr val="7F7F7F"/>
              </a:solidFill>
            </a:endParaRPr>
          </a:p>
        </p:txBody>
      </p:sp>
      <p:sp>
        <p:nvSpPr>
          <p:cNvPr id="3" name="TextBox 2"/>
          <p:cNvSpPr txBox="1"/>
          <p:nvPr userDrawn="1"/>
        </p:nvSpPr>
        <p:spPr>
          <a:xfrm flipH="1">
            <a:off x="8744211" y="263429"/>
            <a:ext cx="145790" cy="244248"/>
          </a:xfrm>
          <a:prstGeom prst="rect">
            <a:avLst/>
          </a:prstGeom>
          <a:noFill/>
        </p:spPr>
        <p:txBody>
          <a:bodyPr wrap="none" lIns="0" tIns="0" rIns="0" bIns="0" rtlCol="0" anchor="ctr" anchorCtr="1">
            <a:normAutofit/>
          </a:bodyPr>
          <a:lstStyle/>
          <a:p>
            <a:pPr algn="ctr">
              <a:lnSpc>
                <a:spcPct val="100000"/>
              </a:lnSpc>
            </a:pPr>
            <a:fld id="{FCEE2C88-6C8F-484D-AF69-578F576B1F44}" type="slidenum">
              <a:rPr lang="en-US" sz="900" smtClean="0">
                <a:solidFill>
                  <a:schemeClr val="bg1"/>
                </a:solidFill>
                <a:latin typeface="Arial"/>
                <a:cs typeface="Arial"/>
              </a:rPr>
              <a:pPr algn="ctr">
                <a:lnSpc>
                  <a:spcPct val="100000"/>
                </a:lnSpc>
              </a:pPr>
              <a:t>‹#›</a:t>
            </a:fld>
            <a:endParaRPr lang="en-US" sz="900" dirty="0">
              <a:solidFill>
                <a:schemeClr val="bg1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631499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88" r:id="rId2"/>
    <p:sldLayoutId id="2147483689" r:id="rId3"/>
    <p:sldLayoutId id="2147483695" r:id="rId4"/>
    <p:sldLayoutId id="2147483690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8" r:id="rId11"/>
    <p:sldLayoutId id="2147483709" r:id="rId12"/>
    <p:sldLayoutId id="2147483717" r:id="rId13"/>
    <p:sldLayoutId id="2147483683" r:id="rId14"/>
    <p:sldLayoutId id="2147483691" r:id="rId15"/>
    <p:sldLayoutId id="2147483692" r:id="rId16"/>
    <p:sldLayoutId id="2147483693" r:id="rId17"/>
    <p:sldLayoutId id="2147483694" r:id="rId18"/>
    <p:sldLayoutId id="2147483671" r:id="rId19"/>
    <p:sldLayoutId id="2147483701" r:id="rId20"/>
    <p:sldLayoutId id="2147483714" r:id="rId21"/>
    <p:sldLayoutId id="2147483715" r:id="rId22"/>
    <p:sldLayoutId id="2147483722" r:id="rId23"/>
    <p:sldLayoutId id="2147483725" r:id="rId24"/>
    <p:sldLayoutId id="2147483726" r:id="rId25"/>
    <p:sldLayoutId id="2147483727" r:id="rId26"/>
    <p:sldLayoutId id="2147483728" r:id="rId27"/>
    <p:sldLayoutId id="2147483729" r:id="rId28"/>
    <p:sldLayoutId id="2147483730" r:id="rId29"/>
    <p:sldLayoutId id="2147483707" r:id="rId30"/>
    <p:sldLayoutId id="2147483702" r:id="rId31"/>
    <p:sldLayoutId id="2147483718" r:id="rId32"/>
    <p:sldLayoutId id="2147483703" r:id="rId33"/>
    <p:sldLayoutId id="2147483704" r:id="rId34"/>
    <p:sldLayoutId id="2147483705" r:id="rId35"/>
    <p:sldLayoutId id="2147483716" r:id="rId36"/>
    <p:sldLayoutId id="2147483719" r:id="rId37"/>
    <p:sldLayoutId id="2147483713" r:id="rId38"/>
    <p:sldLayoutId id="2147483712" r:id="rId39"/>
    <p:sldLayoutId id="2147483706" r:id="rId40"/>
    <p:sldLayoutId id="2147483710" r:id="rId41"/>
    <p:sldLayoutId id="2147483711" r:id="rId42"/>
    <p:sldLayoutId id="2147483720" r:id="rId43"/>
    <p:sldLayoutId id="2147483721" r:id="rId44"/>
    <p:sldLayoutId id="2147483723" r:id="rId45"/>
    <p:sldLayoutId id="2147483724" r:id="rId46"/>
    <p:sldLayoutId id="2147483686" r:id="rId47"/>
    <p:sldLayoutId id="2147483684" r:id="rId48"/>
    <p:sldLayoutId id="2147483685" r:id="rId49"/>
    <p:sldLayoutId id="2147483771" r:id="rId50"/>
    <p:sldLayoutId id="2147483773" r:id="rId51"/>
    <p:sldLayoutId id="2147483774" r:id="rId52"/>
    <p:sldLayoutId id="2147483775" r:id="rId53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3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3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  <p:hf hdr="0" ftr="0" dt="0"/>
  <p:txStyles>
    <p:titleStyle>
      <a:lvl1pPr algn="ctr" defTabSz="405037" rtl="0" eaLnBrk="1" latinLnBrk="0" hangingPunct="1">
        <a:spcBef>
          <a:spcPct val="0"/>
        </a:spcBef>
        <a:buNone/>
        <a:defRPr sz="39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3777" indent="-303777" algn="l" defTabSz="405037" rtl="0" eaLnBrk="1" latinLnBrk="0" hangingPunct="1">
        <a:spcBef>
          <a:spcPct val="20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58184" indent="-253147" algn="l" defTabSz="405037" rtl="0" eaLnBrk="1" latinLnBrk="0" hangingPunct="1">
        <a:spcBef>
          <a:spcPct val="20000"/>
        </a:spcBef>
        <a:buFont typeface="Arial"/>
        <a:buChar char="–"/>
        <a:defRPr sz="2500" kern="1200">
          <a:solidFill>
            <a:schemeClr val="tx1"/>
          </a:solidFill>
          <a:latin typeface="+mn-lt"/>
          <a:ea typeface="+mn-ea"/>
          <a:cs typeface="+mn-cs"/>
        </a:defRPr>
      </a:lvl2pPr>
      <a:lvl3pPr marL="1012591" indent="-202518" algn="l" defTabSz="405037" rtl="0" eaLnBrk="1" latinLnBrk="0" hangingPunct="1">
        <a:spcBef>
          <a:spcPct val="20000"/>
        </a:spcBef>
        <a:buFont typeface="Arial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417626" indent="-202518" algn="l" defTabSz="405037" rtl="0" eaLnBrk="1" latinLnBrk="0" hangingPunct="1">
        <a:spcBef>
          <a:spcPct val="20000"/>
        </a:spcBef>
        <a:buFont typeface="Arial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2662" indent="-202518" algn="l" defTabSz="405037" rtl="0" eaLnBrk="1" latinLnBrk="0" hangingPunct="1">
        <a:spcBef>
          <a:spcPct val="20000"/>
        </a:spcBef>
        <a:buFont typeface="Arial"/>
        <a:buChar char="»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27698" indent="-202518" algn="l" defTabSz="405037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632735" indent="-202518" algn="l" defTabSz="405037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037771" indent="-202518" algn="l" defTabSz="405037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442807" indent="-202518" algn="l" defTabSz="405037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05037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405037" algn="l" defTabSz="405037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810073" algn="l" defTabSz="405037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215109" algn="l" defTabSz="405037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620144" algn="l" defTabSz="405037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025180" algn="l" defTabSz="405037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430216" algn="l" defTabSz="405037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835253" algn="l" defTabSz="405037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240289" algn="l" defTabSz="405037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800" userDrawn="1">
          <p15:clr>
            <a:srgbClr val="F26B43"/>
          </p15:clr>
        </p15:guide>
        <p15:guide id="2" pos="288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0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50.xml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0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0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0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0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5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5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50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50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0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arduino.cc/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0.xml"/><Relationship Id="rId6" Type="http://schemas.openxmlformats.org/officeDocument/2006/relationships/hyperlink" Target="https://www.arduino.cc/en/Reference/HomePage" TargetMode="External"/><Relationship Id="rId5" Type="http://schemas.openxmlformats.org/officeDocument/2006/relationships/hyperlink" Target="http://www.instructables.com/tag/type-id/category-technology/channel-arduino/" TargetMode="External"/><Relationship Id="rId4" Type="http://schemas.openxmlformats.org/officeDocument/2006/relationships/hyperlink" Target="http://docs.arduino.cc/tutorials/" TargetMode="Externa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11">
            <a:extLst>
              <a:ext uri="{FF2B5EF4-FFF2-40B4-BE49-F238E27FC236}">
                <a16:creationId xmlns:a16="http://schemas.microsoft.com/office/drawing/2014/main" id="{71014B99-4FF5-4164-A984-EFD0165385AE}"/>
              </a:ext>
            </a:extLst>
          </p:cNvPr>
          <p:cNvSpPr/>
          <p:nvPr/>
        </p:nvSpPr>
        <p:spPr>
          <a:xfrm rot="9349352">
            <a:off x="1295770" y="4068042"/>
            <a:ext cx="3564775" cy="1291388"/>
          </a:xfrm>
          <a:custGeom>
            <a:avLst/>
            <a:gdLst>
              <a:gd name="connsiteX0" fmla="*/ 4436533 w 4436533"/>
              <a:gd name="connsiteY0" fmla="*/ 164697 h 1756908"/>
              <a:gd name="connsiteX1" fmla="*/ 2302933 w 4436533"/>
              <a:gd name="connsiteY1" fmla="*/ 350964 h 1756908"/>
              <a:gd name="connsiteX2" fmla="*/ 3132667 w 4436533"/>
              <a:gd name="connsiteY2" fmla="*/ 1756430 h 1756908"/>
              <a:gd name="connsiteX3" fmla="*/ 3623733 w 4436533"/>
              <a:gd name="connsiteY3" fmla="*/ 503364 h 1756908"/>
              <a:gd name="connsiteX4" fmla="*/ 1405467 w 4436533"/>
              <a:gd name="connsiteY4" fmla="*/ 46164 h 1756908"/>
              <a:gd name="connsiteX5" fmla="*/ 0 w 4436533"/>
              <a:gd name="connsiteY5" fmla="*/ 1536297 h 1756908"/>
              <a:gd name="connsiteX0" fmla="*/ 4436533 w 4436533"/>
              <a:gd name="connsiteY0" fmla="*/ 260722 h 1853405"/>
              <a:gd name="connsiteX1" fmla="*/ 2302933 w 4436533"/>
              <a:gd name="connsiteY1" fmla="*/ 446989 h 1853405"/>
              <a:gd name="connsiteX2" fmla="*/ 3132667 w 4436533"/>
              <a:gd name="connsiteY2" fmla="*/ 1852455 h 1853405"/>
              <a:gd name="connsiteX3" fmla="*/ 3623733 w 4436533"/>
              <a:gd name="connsiteY3" fmla="*/ 599389 h 1853405"/>
              <a:gd name="connsiteX4" fmla="*/ 1405467 w 4436533"/>
              <a:gd name="connsiteY4" fmla="*/ 142189 h 1853405"/>
              <a:gd name="connsiteX5" fmla="*/ 0 w 4436533"/>
              <a:gd name="connsiteY5" fmla="*/ 1632322 h 1853405"/>
              <a:gd name="connsiteX0" fmla="*/ 4436533 w 4436533"/>
              <a:gd name="connsiteY0" fmla="*/ 260722 h 1852567"/>
              <a:gd name="connsiteX1" fmla="*/ 2302933 w 4436533"/>
              <a:gd name="connsiteY1" fmla="*/ 446989 h 1852567"/>
              <a:gd name="connsiteX2" fmla="*/ 3132667 w 4436533"/>
              <a:gd name="connsiteY2" fmla="*/ 1852455 h 1852567"/>
              <a:gd name="connsiteX3" fmla="*/ 3623733 w 4436533"/>
              <a:gd name="connsiteY3" fmla="*/ 599389 h 1852567"/>
              <a:gd name="connsiteX4" fmla="*/ 1405467 w 4436533"/>
              <a:gd name="connsiteY4" fmla="*/ 142189 h 1852567"/>
              <a:gd name="connsiteX5" fmla="*/ 0 w 4436533"/>
              <a:gd name="connsiteY5" fmla="*/ 1632322 h 1852567"/>
              <a:gd name="connsiteX0" fmla="*/ 4436533 w 4436533"/>
              <a:gd name="connsiteY0" fmla="*/ 260722 h 1852461"/>
              <a:gd name="connsiteX1" fmla="*/ 2540000 w 4436533"/>
              <a:gd name="connsiteY1" fmla="*/ 616323 h 1852461"/>
              <a:gd name="connsiteX2" fmla="*/ 3132667 w 4436533"/>
              <a:gd name="connsiteY2" fmla="*/ 1852455 h 1852461"/>
              <a:gd name="connsiteX3" fmla="*/ 3623733 w 4436533"/>
              <a:gd name="connsiteY3" fmla="*/ 599389 h 1852461"/>
              <a:gd name="connsiteX4" fmla="*/ 1405467 w 4436533"/>
              <a:gd name="connsiteY4" fmla="*/ 142189 h 1852461"/>
              <a:gd name="connsiteX5" fmla="*/ 0 w 4436533"/>
              <a:gd name="connsiteY5" fmla="*/ 1632322 h 1852461"/>
              <a:gd name="connsiteX0" fmla="*/ 4436533 w 4436533"/>
              <a:gd name="connsiteY0" fmla="*/ 260722 h 1852464"/>
              <a:gd name="connsiteX1" fmla="*/ 2540000 w 4436533"/>
              <a:gd name="connsiteY1" fmla="*/ 616323 h 1852464"/>
              <a:gd name="connsiteX2" fmla="*/ 3132667 w 4436533"/>
              <a:gd name="connsiteY2" fmla="*/ 1852455 h 1852464"/>
              <a:gd name="connsiteX3" fmla="*/ 3623733 w 4436533"/>
              <a:gd name="connsiteY3" fmla="*/ 599389 h 1852464"/>
              <a:gd name="connsiteX4" fmla="*/ 1405467 w 4436533"/>
              <a:gd name="connsiteY4" fmla="*/ 142189 h 1852464"/>
              <a:gd name="connsiteX5" fmla="*/ 0 w 4436533"/>
              <a:gd name="connsiteY5" fmla="*/ 1632322 h 1852464"/>
              <a:gd name="connsiteX0" fmla="*/ 4436533 w 4436533"/>
              <a:gd name="connsiteY0" fmla="*/ 160324 h 1531924"/>
              <a:gd name="connsiteX1" fmla="*/ 2540000 w 4436533"/>
              <a:gd name="connsiteY1" fmla="*/ 515925 h 1531924"/>
              <a:gd name="connsiteX2" fmla="*/ 2997200 w 4436533"/>
              <a:gd name="connsiteY2" fmla="*/ 1413391 h 1531924"/>
              <a:gd name="connsiteX3" fmla="*/ 3623733 w 4436533"/>
              <a:gd name="connsiteY3" fmla="*/ 498991 h 1531924"/>
              <a:gd name="connsiteX4" fmla="*/ 1405467 w 4436533"/>
              <a:gd name="connsiteY4" fmla="*/ 41791 h 1531924"/>
              <a:gd name="connsiteX5" fmla="*/ 0 w 4436533"/>
              <a:gd name="connsiteY5" fmla="*/ 1531924 h 1531924"/>
              <a:gd name="connsiteX0" fmla="*/ 4436533 w 4436533"/>
              <a:gd name="connsiteY0" fmla="*/ 160324 h 1531924"/>
              <a:gd name="connsiteX1" fmla="*/ 2540000 w 4436533"/>
              <a:gd name="connsiteY1" fmla="*/ 515925 h 1531924"/>
              <a:gd name="connsiteX2" fmla="*/ 2997200 w 4436533"/>
              <a:gd name="connsiteY2" fmla="*/ 1413391 h 1531924"/>
              <a:gd name="connsiteX3" fmla="*/ 3623733 w 4436533"/>
              <a:gd name="connsiteY3" fmla="*/ 498991 h 1531924"/>
              <a:gd name="connsiteX4" fmla="*/ 1405467 w 4436533"/>
              <a:gd name="connsiteY4" fmla="*/ 41791 h 1531924"/>
              <a:gd name="connsiteX5" fmla="*/ 0 w 4436533"/>
              <a:gd name="connsiteY5" fmla="*/ 1531924 h 1531924"/>
              <a:gd name="connsiteX0" fmla="*/ 3031066 w 3031066"/>
              <a:gd name="connsiteY0" fmla="*/ 160324 h 1419470"/>
              <a:gd name="connsiteX1" fmla="*/ 1134533 w 3031066"/>
              <a:gd name="connsiteY1" fmla="*/ 515925 h 1419470"/>
              <a:gd name="connsiteX2" fmla="*/ 1591733 w 3031066"/>
              <a:gd name="connsiteY2" fmla="*/ 1413391 h 1419470"/>
              <a:gd name="connsiteX3" fmla="*/ 2218266 w 3031066"/>
              <a:gd name="connsiteY3" fmla="*/ 498991 h 1419470"/>
              <a:gd name="connsiteX4" fmla="*/ 0 w 3031066"/>
              <a:gd name="connsiteY4" fmla="*/ 41791 h 1419470"/>
              <a:gd name="connsiteX0" fmla="*/ 4199466 w 4199466"/>
              <a:gd name="connsiteY0" fmla="*/ 5331 h 1264150"/>
              <a:gd name="connsiteX1" fmla="*/ 2302933 w 4199466"/>
              <a:gd name="connsiteY1" fmla="*/ 360932 h 1264150"/>
              <a:gd name="connsiteX2" fmla="*/ 2760133 w 4199466"/>
              <a:gd name="connsiteY2" fmla="*/ 1258398 h 1264150"/>
              <a:gd name="connsiteX3" fmla="*/ 3386666 w 4199466"/>
              <a:gd name="connsiteY3" fmla="*/ 343998 h 1264150"/>
              <a:gd name="connsiteX4" fmla="*/ 0 w 4199466"/>
              <a:gd name="connsiteY4" fmla="*/ 174664 h 1264150"/>
              <a:gd name="connsiteX0" fmla="*/ 4199466 w 4199466"/>
              <a:gd name="connsiteY0" fmla="*/ 272347 h 1531166"/>
              <a:gd name="connsiteX1" fmla="*/ 2302933 w 4199466"/>
              <a:gd name="connsiteY1" fmla="*/ 627948 h 1531166"/>
              <a:gd name="connsiteX2" fmla="*/ 2760133 w 4199466"/>
              <a:gd name="connsiteY2" fmla="*/ 1525414 h 1531166"/>
              <a:gd name="connsiteX3" fmla="*/ 3386666 w 4199466"/>
              <a:gd name="connsiteY3" fmla="*/ 611014 h 1531166"/>
              <a:gd name="connsiteX4" fmla="*/ 0 w 4199466"/>
              <a:gd name="connsiteY4" fmla="*/ 441680 h 1531166"/>
              <a:gd name="connsiteX0" fmla="*/ 4199466 w 4199466"/>
              <a:gd name="connsiteY0" fmla="*/ 340911 h 1602433"/>
              <a:gd name="connsiteX1" fmla="*/ 2302933 w 4199466"/>
              <a:gd name="connsiteY1" fmla="*/ 696512 h 1602433"/>
              <a:gd name="connsiteX2" fmla="*/ 2760133 w 4199466"/>
              <a:gd name="connsiteY2" fmla="*/ 1593978 h 1602433"/>
              <a:gd name="connsiteX3" fmla="*/ 3386666 w 4199466"/>
              <a:gd name="connsiteY3" fmla="*/ 679578 h 1602433"/>
              <a:gd name="connsiteX4" fmla="*/ 0 w 4199466"/>
              <a:gd name="connsiteY4" fmla="*/ 510244 h 1602433"/>
              <a:gd name="connsiteX0" fmla="*/ 4199466 w 4199466"/>
              <a:gd name="connsiteY0" fmla="*/ 320417 h 1573620"/>
              <a:gd name="connsiteX1" fmla="*/ 2302933 w 4199466"/>
              <a:gd name="connsiteY1" fmla="*/ 676018 h 1573620"/>
              <a:gd name="connsiteX2" fmla="*/ 2760133 w 4199466"/>
              <a:gd name="connsiteY2" fmla="*/ 1573484 h 1573620"/>
              <a:gd name="connsiteX3" fmla="*/ 3183466 w 4199466"/>
              <a:gd name="connsiteY3" fmla="*/ 726817 h 1573620"/>
              <a:gd name="connsiteX4" fmla="*/ 0 w 4199466"/>
              <a:gd name="connsiteY4" fmla="*/ 489750 h 1573620"/>
              <a:gd name="connsiteX0" fmla="*/ 4199466 w 4199466"/>
              <a:gd name="connsiteY0" fmla="*/ 320417 h 1573493"/>
              <a:gd name="connsiteX1" fmla="*/ 2048933 w 4199466"/>
              <a:gd name="connsiteY1" fmla="*/ 743751 h 1573493"/>
              <a:gd name="connsiteX2" fmla="*/ 2760133 w 4199466"/>
              <a:gd name="connsiteY2" fmla="*/ 1573484 h 1573493"/>
              <a:gd name="connsiteX3" fmla="*/ 3183466 w 4199466"/>
              <a:gd name="connsiteY3" fmla="*/ 726817 h 1573493"/>
              <a:gd name="connsiteX4" fmla="*/ 0 w 4199466"/>
              <a:gd name="connsiteY4" fmla="*/ 489750 h 1573493"/>
              <a:gd name="connsiteX0" fmla="*/ 4199466 w 4199466"/>
              <a:gd name="connsiteY0" fmla="*/ 320417 h 1573522"/>
              <a:gd name="connsiteX1" fmla="*/ 2048933 w 4199466"/>
              <a:gd name="connsiteY1" fmla="*/ 743751 h 1573522"/>
              <a:gd name="connsiteX2" fmla="*/ 2760133 w 4199466"/>
              <a:gd name="connsiteY2" fmla="*/ 1573484 h 1573522"/>
              <a:gd name="connsiteX3" fmla="*/ 3183466 w 4199466"/>
              <a:gd name="connsiteY3" fmla="*/ 726817 h 1573522"/>
              <a:gd name="connsiteX4" fmla="*/ 0 w 4199466"/>
              <a:gd name="connsiteY4" fmla="*/ 489750 h 1573522"/>
              <a:gd name="connsiteX0" fmla="*/ 4199466 w 4199466"/>
              <a:gd name="connsiteY0" fmla="*/ 254880 h 1474089"/>
              <a:gd name="connsiteX1" fmla="*/ 2048933 w 4199466"/>
              <a:gd name="connsiteY1" fmla="*/ 678214 h 1474089"/>
              <a:gd name="connsiteX2" fmla="*/ 2675467 w 4199466"/>
              <a:gd name="connsiteY2" fmla="*/ 1474080 h 1474089"/>
              <a:gd name="connsiteX3" fmla="*/ 3183466 w 4199466"/>
              <a:gd name="connsiteY3" fmla="*/ 661280 h 1474089"/>
              <a:gd name="connsiteX4" fmla="*/ 0 w 4199466"/>
              <a:gd name="connsiteY4" fmla="*/ 424213 h 1474089"/>
              <a:gd name="connsiteX0" fmla="*/ 4199466 w 4199466"/>
              <a:gd name="connsiteY0" fmla="*/ 254880 h 1476478"/>
              <a:gd name="connsiteX1" fmla="*/ 2048933 w 4199466"/>
              <a:gd name="connsiteY1" fmla="*/ 678214 h 1476478"/>
              <a:gd name="connsiteX2" fmla="*/ 2675467 w 4199466"/>
              <a:gd name="connsiteY2" fmla="*/ 1474080 h 1476478"/>
              <a:gd name="connsiteX3" fmla="*/ 3183466 w 4199466"/>
              <a:gd name="connsiteY3" fmla="*/ 661280 h 1476478"/>
              <a:gd name="connsiteX4" fmla="*/ 0 w 4199466"/>
              <a:gd name="connsiteY4" fmla="*/ 424213 h 1476478"/>
              <a:gd name="connsiteX0" fmla="*/ 4199466 w 4199466"/>
              <a:gd name="connsiteY0" fmla="*/ 279753 h 1501814"/>
              <a:gd name="connsiteX1" fmla="*/ 2048933 w 4199466"/>
              <a:gd name="connsiteY1" fmla="*/ 703087 h 1501814"/>
              <a:gd name="connsiteX2" fmla="*/ 2675467 w 4199466"/>
              <a:gd name="connsiteY2" fmla="*/ 1498953 h 1501814"/>
              <a:gd name="connsiteX3" fmla="*/ 3183466 w 4199466"/>
              <a:gd name="connsiteY3" fmla="*/ 686153 h 1501814"/>
              <a:gd name="connsiteX4" fmla="*/ 0 w 4199466"/>
              <a:gd name="connsiteY4" fmla="*/ 449086 h 1501814"/>
              <a:gd name="connsiteX0" fmla="*/ 4199466 w 4199466"/>
              <a:gd name="connsiteY0" fmla="*/ 279753 h 1499053"/>
              <a:gd name="connsiteX1" fmla="*/ 2099733 w 4199466"/>
              <a:gd name="connsiteY1" fmla="*/ 635354 h 1499053"/>
              <a:gd name="connsiteX2" fmla="*/ 2675467 w 4199466"/>
              <a:gd name="connsiteY2" fmla="*/ 1498953 h 1499053"/>
              <a:gd name="connsiteX3" fmla="*/ 3183466 w 4199466"/>
              <a:gd name="connsiteY3" fmla="*/ 686153 h 1499053"/>
              <a:gd name="connsiteX4" fmla="*/ 0 w 4199466"/>
              <a:gd name="connsiteY4" fmla="*/ 449086 h 1499053"/>
              <a:gd name="connsiteX0" fmla="*/ 4199466 w 4199466"/>
              <a:gd name="connsiteY0" fmla="*/ 279753 h 1499053"/>
              <a:gd name="connsiteX1" fmla="*/ 2099733 w 4199466"/>
              <a:gd name="connsiteY1" fmla="*/ 635354 h 1499053"/>
              <a:gd name="connsiteX2" fmla="*/ 2675467 w 4199466"/>
              <a:gd name="connsiteY2" fmla="*/ 1498953 h 1499053"/>
              <a:gd name="connsiteX3" fmla="*/ 3183466 w 4199466"/>
              <a:gd name="connsiteY3" fmla="*/ 686153 h 1499053"/>
              <a:gd name="connsiteX4" fmla="*/ 0 w 4199466"/>
              <a:gd name="connsiteY4" fmla="*/ 449086 h 1499053"/>
              <a:gd name="connsiteX0" fmla="*/ 4199466 w 4199466"/>
              <a:gd name="connsiteY0" fmla="*/ 376915 h 1596472"/>
              <a:gd name="connsiteX1" fmla="*/ 2099733 w 4199466"/>
              <a:gd name="connsiteY1" fmla="*/ 732516 h 1596472"/>
              <a:gd name="connsiteX2" fmla="*/ 2675467 w 4199466"/>
              <a:gd name="connsiteY2" fmla="*/ 1596115 h 1596472"/>
              <a:gd name="connsiteX3" fmla="*/ 3183466 w 4199466"/>
              <a:gd name="connsiteY3" fmla="*/ 783315 h 1596472"/>
              <a:gd name="connsiteX4" fmla="*/ 0 w 4199466"/>
              <a:gd name="connsiteY4" fmla="*/ 546248 h 1596472"/>
              <a:gd name="connsiteX0" fmla="*/ 4199466 w 4199466"/>
              <a:gd name="connsiteY0" fmla="*/ 243473 h 1115335"/>
              <a:gd name="connsiteX1" fmla="*/ 2099733 w 4199466"/>
              <a:gd name="connsiteY1" fmla="*/ 599074 h 1115335"/>
              <a:gd name="connsiteX2" fmla="*/ 2641098 w 4199466"/>
              <a:gd name="connsiteY2" fmla="*/ 1115187 h 1115335"/>
              <a:gd name="connsiteX3" fmla="*/ 3183466 w 4199466"/>
              <a:gd name="connsiteY3" fmla="*/ 649873 h 1115335"/>
              <a:gd name="connsiteX4" fmla="*/ 0 w 4199466"/>
              <a:gd name="connsiteY4" fmla="*/ 412806 h 1115335"/>
              <a:gd name="connsiteX0" fmla="*/ 4199466 w 4199466"/>
              <a:gd name="connsiteY0" fmla="*/ 279036 h 1151030"/>
              <a:gd name="connsiteX1" fmla="*/ 2099733 w 4199466"/>
              <a:gd name="connsiteY1" fmla="*/ 634637 h 1151030"/>
              <a:gd name="connsiteX2" fmla="*/ 2641098 w 4199466"/>
              <a:gd name="connsiteY2" fmla="*/ 1150750 h 1151030"/>
              <a:gd name="connsiteX3" fmla="*/ 3183466 w 4199466"/>
              <a:gd name="connsiteY3" fmla="*/ 685436 h 1151030"/>
              <a:gd name="connsiteX4" fmla="*/ 0 w 4199466"/>
              <a:gd name="connsiteY4" fmla="*/ 448369 h 1151030"/>
              <a:gd name="connsiteX0" fmla="*/ 4199466 w 4199466"/>
              <a:gd name="connsiteY0" fmla="*/ 279036 h 1151030"/>
              <a:gd name="connsiteX1" fmla="*/ 2099733 w 4199466"/>
              <a:gd name="connsiteY1" fmla="*/ 634637 h 1151030"/>
              <a:gd name="connsiteX2" fmla="*/ 2641098 w 4199466"/>
              <a:gd name="connsiteY2" fmla="*/ 1150750 h 1151030"/>
              <a:gd name="connsiteX3" fmla="*/ 3183466 w 4199466"/>
              <a:gd name="connsiteY3" fmla="*/ 685436 h 1151030"/>
              <a:gd name="connsiteX4" fmla="*/ 0 w 4199466"/>
              <a:gd name="connsiteY4" fmla="*/ 448369 h 11510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199466" h="1151030">
                <a:moveTo>
                  <a:pt x="4199466" y="279036"/>
                </a:moveTo>
                <a:cubicBezTo>
                  <a:pt x="3241321" y="239525"/>
                  <a:pt x="2236563" y="182670"/>
                  <a:pt x="2099733" y="634637"/>
                </a:cubicBezTo>
                <a:cubicBezTo>
                  <a:pt x="1962903" y="1086604"/>
                  <a:pt x="2460476" y="1142284"/>
                  <a:pt x="2641098" y="1150750"/>
                </a:cubicBezTo>
                <a:cubicBezTo>
                  <a:pt x="2821720" y="1159216"/>
                  <a:pt x="3197646" y="975667"/>
                  <a:pt x="3183466" y="685436"/>
                </a:cubicBezTo>
                <a:cubicBezTo>
                  <a:pt x="3169286" y="395205"/>
                  <a:pt x="2111021" y="-553521"/>
                  <a:pt x="0" y="448369"/>
                </a:cubicBezTo>
              </a:path>
            </a:pathLst>
          </a:custGeom>
          <a:ln>
            <a:solidFill>
              <a:schemeClr val="bg1">
                <a:lumMod val="75000"/>
              </a:schemeClr>
            </a:solidFill>
            <a:prstDash val="sys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Isosceles Triangle 9">
            <a:extLst>
              <a:ext uri="{FF2B5EF4-FFF2-40B4-BE49-F238E27FC236}">
                <a16:creationId xmlns:a16="http://schemas.microsoft.com/office/drawing/2014/main" id="{5692B59A-7227-4B8B-A7B0-D2B0C4A5D656}"/>
              </a:ext>
            </a:extLst>
          </p:cNvPr>
          <p:cNvSpPr/>
          <p:nvPr/>
        </p:nvSpPr>
        <p:spPr>
          <a:xfrm rot="2119231">
            <a:off x="4699525" y="3948430"/>
            <a:ext cx="213362" cy="260833"/>
          </a:xfrm>
          <a:custGeom>
            <a:avLst/>
            <a:gdLst/>
            <a:ahLst/>
            <a:cxnLst/>
            <a:rect l="l" t="t" r="r" b="b"/>
            <a:pathLst>
              <a:path w="696359" h="1149768">
                <a:moveTo>
                  <a:pt x="355075" y="0"/>
                </a:moveTo>
                <a:lnTo>
                  <a:pt x="696359" y="1105109"/>
                </a:lnTo>
                <a:lnTo>
                  <a:pt x="372008" y="801168"/>
                </a:lnTo>
                <a:lnTo>
                  <a:pt x="0" y="1149768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B5D0FFD-B887-45E0-BFFE-9B8586EEA0CA}"/>
              </a:ext>
            </a:extLst>
          </p:cNvPr>
          <p:cNvSpPr txBox="1"/>
          <p:nvPr/>
        </p:nvSpPr>
        <p:spPr>
          <a:xfrm>
            <a:off x="1381918" y="3396138"/>
            <a:ext cx="638016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rgbClr val="132A71"/>
                </a:solidFill>
                <a:latin typeface="Lato Light"/>
                <a:cs typeface="Lato Light"/>
              </a:rPr>
              <a:t>Prof. Dr. Eng. </a:t>
            </a:r>
            <a:r>
              <a:rPr lang="en-US" sz="2000" b="1" dirty="0">
                <a:solidFill>
                  <a:srgbClr val="132A71"/>
                </a:solidFill>
                <a:latin typeface="Lato Light"/>
                <a:cs typeface="Lato Light"/>
              </a:rPr>
              <a:t>Amr T. Abdel-Hamid</a:t>
            </a:r>
          </a:p>
        </p:txBody>
      </p:sp>
      <p:sp>
        <p:nvSpPr>
          <p:cNvPr id="2" name="AutoShape 2">
            <a:extLst>
              <a:ext uri="{FF2B5EF4-FFF2-40B4-BE49-F238E27FC236}">
                <a16:creationId xmlns:a16="http://schemas.microsoft.com/office/drawing/2014/main" id="{CDF17FA8-CA62-0323-676D-A617467BEEE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27051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5F88E1-CCF6-0B3E-6938-DB807E5EBB2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06595" y="1399940"/>
            <a:ext cx="8122500" cy="400111"/>
          </a:xfrm>
        </p:spPr>
        <p:txBody>
          <a:bodyPr/>
          <a:lstStyle/>
          <a:p>
            <a:r>
              <a:rPr lang="en-GB" sz="4400" b="0" dirty="0">
                <a:solidFill>
                  <a:srgbClr val="0A6E8A"/>
                </a:solidFill>
                <a:latin typeface="GillSans-SemiBold"/>
              </a:rPr>
              <a:t>TIE 203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829734B-AAD4-6CE3-F405-3066EC4FF9EB}"/>
              </a:ext>
            </a:extLst>
          </p:cNvPr>
          <p:cNvSpPr txBox="1"/>
          <p:nvPr/>
        </p:nvSpPr>
        <p:spPr>
          <a:xfrm>
            <a:off x="1381918" y="2092815"/>
            <a:ext cx="6380163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000" b="1" dirty="0">
                <a:solidFill>
                  <a:srgbClr val="132A71"/>
                </a:solidFill>
                <a:latin typeface="Lato Light"/>
                <a:cs typeface="Lato Light"/>
              </a:rPr>
              <a:t>System Design Studio </a:t>
            </a:r>
          </a:p>
          <a:p>
            <a:pPr algn="ctr"/>
            <a:endParaRPr lang="en-GB" sz="2000" b="1" dirty="0">
              <a:solidFill>
                <a:srgbClr val="132A71"/>
              </a:solidFill>
              <a:latin typeface="Lato Light"/>
              <a:cs typeface="Lato Light"/>
            </a:endParaRPr>
          </a:p>
          <a:p>
            <a:pPr algn="ctr"/>
            <a:r>
              <a:rPr lang="en-GB" sz="2000" b="1" dirty="0">
                <a:solidFill>
                  <a:srgbClr val="132A71"/>
                </a:solidFill>
                <a:latin typeface="Lato Light"/>
                <a:cs typeface="Lato Light"/>
              </a:rPr>
              <a:t>Sensors, I2C, &amp; Basic Closed Loop Control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6B9F8D4-A8D3-44F9-2C65-4A7A04D19A1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6595" y="276604"/>
            <a:ext cx="2251666" cy="652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4452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5" grpId="0"/>
      <p:bldP spid="3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64C717-24B7-5A8C-6580-F5473FCA71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BFB83B13-CAEC-35F7-4F42-F528F672AC1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79447" y="259727"/>
            <a:ext cx="6953635" cy="401832"/>
          </a:xfrm>
        </p:spPr>
        <p:txBody>
          <a:bodyPr/>
          <a:lstStyle/>
          <a:p>
            <a:pPr algn="l"/>
            <a:r>
              <a:rPr lang="en-US" altLang="en-US" sz="3200" spc="-150" dirty="0">
                <a:solidFill>
                  <a:schemeClr val="accent2"/>
                </a:solidFill>
                <a:effectLst>
                  <a:outerShdw dist="38100" dir="2700000" algn="ctr" rotWithShape="0">
                    <a:srgbClr val="000000">
                      <a:alpha val="15000"/>
                    </a:srgbClr>
                  </a:outerShdw>
                </a:effectLst>
                <a:latin typeface="Arial" panose="020B0604020202020204" pitchFamily="34" charset="0"/>
              </a:rPr>
              <a:t>What are Going to Explore today?</a:t>
            </a:r>
          </a:p>
        </p:txBody>
      </p:sp>
      <p:sp>
        <p:nvSpPr>
          <p:cNvPr id="11267" name="Rectangle 3">
            <a:extLst>
              <a:ext uri="{FF2B5EF4-FFF2-40B4-BE49-F238E27FC236}">
                <a16:creationId xmlns:a16="http://schemas.microsoft.com/office/drawing/2014/main" id="{8859C084-A73A-FC99-81A1-A0223D0288F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58775" y="1030013"/>
            <a:ext cx="8281988" cy="4030718"/>
          </a:xfrm>
        </p:spPr>
        <p:txBody>
          <a:bodyPr/>
          <a:lstStyle/>
          <a:p>
            <a:r>
              <a:rPr lang="en-GB" sz="1800" dirty="0"/>
              <a:t>Basics of </a:t>
            </a:r>
            <a:r>
              <a:rPr lang="en-GB" sz="1800" b="1" dirty="0"/>
              <a:t>sensors (IMU focus) &amp; </a:t>
            </a:r>
            <a:r>
              <a:rPr lang="en-GB" sz="1800" dirty="0"/>
              <a:t>Mic</a:t>
            </a:r>
            <a:r>
              <a:rPr lang="en-GB" sz="1800" b="1" dirty="0"/>
              <a:t>?</a:t>
            </a:r>
          </a:p>
          <a:p>
            <a:r>
              <a:rPr lang="en-GB" sz="1800" b="1" dirty="0"/>
              <a:t>How (</a:t>
            </a:r>
            <a:r>
              <a:rPr lang="en-GB" sz="1800" dirty="0"/>
              <a:t>UART</a:t>
            </a:r>
            <a:r>
              <a:rPr lang="en-GB" sz="1800" b="1" dirty="0"/>
              <a:t>, I²C, </a:t>
            </a:r>
            <a:r>
              <a:rPr lang="en-GB" sz="1800" dirty="0"/>
              <a:t>SPI</a:t>
            </a:r>
            <a:r>
              <a:rPr lang="en-GB" sz="1800" b="1" dirty="0"/>
              <a:t>) connect sensors?</a:t>
            </a:r>
            <a:endParaRPr lang="en-GB" sz="1800" dirty="0"/>
          </a:p>
        </p:txBody>
      </p:sp>
    </p:spTree>
    <p:extLst>
      <p:ext uri="{BB962C8B-B14F-4D97-AF65-F5344CB8AC3E}">
        <p14:creationId xmlns:p14="http://schemas.microsoft.com/office/powerpoint/2010/main" val="12892222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C7C7FF-434A-5CEC-A6FA-D38178ACD9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DCAEB8BA-81D5-08E5-53E4-9939B114CB1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79447" y="259727"/>
            <a:ext cx="6953635" cy="401832"/>
          </a:xfrm>
        </p:spPr>
        <p:txBody>
          <a:bodyPr/>
          <a:lstStyle/>
          <a:p>
            <a:pPr algn="l"/>
            <a:r>
              <a:rPr lang="en-US" altLang="en-US" sz="3200" spc="-150" dirty="0">
                <a:solidFill>
                  <a:schemeClr val="accent2"/>
                </a:solidFill>
                <a:effectLst>
                  <a:outerShdw dist="38100" dir="2700000" algn="ctr" rotWithShape="0">
                    <a:srgbClr val="000000">
                      <a:alpha val="15000"/>
                    </a:srgbClr>
                  </a:outerShdw>
                </a:effectLst>
                <a:latin typeface="Arial" panose="020B0604020202020204" pitchFamily="34" charset="0"/>
              </a:rPr>
              <a:t>What are Sensors?</a:t>
            </a:r>
          </a:p>
        </p:txBody>
      </p:sp>
      <p:sp>
        <p:nvSpPr>
          <p:cNvPr id="11267" name="Rectangle 3">
            <a:extLst>
              <a:ext uri="{FF2B5EF4-FFF2-40B4-BE49-F238E27FC236}">
                <a16:creationId xmlns:a16="http://schemas.microsoft.com/office/drawing/2014/main" id="{EF00267C-CD71-10ED-684B-D2D78BAACAF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79447" y="1030013"/>
            <a:ext cx="4397353" cy="401832"/>
          </a:xfrm>
        </p:spPr>
        <p:txBody>
          <a:bodyPr/>
          <a:lstStyle/>
          <a:p>
            <a:r>
              <a:rPr lang="en-US" altLang="en-US" sz="1800" dirty="0"/>
              <a:t>American National Standards Institute (ANSI) Definition</a:t>
            </a:r>
          </a:p>
          <a:p>
            <a:pPr lvl="1"/>
            <a:r>
              <a:rPr lang="en-US" altLang="en-US" sz="1800" dirty="0"/>
              <a:t>A device which provides a usable output in response to a specified measurand</a:t>
            </a:r>
          </a:p>
          <a:p>
            <a:r>
              <a:rPr lang="en-US" altLang="en-US" sz="1800" dirty="0"/>
              <a:t>A sensor acquires a </a:t>
            </a:r>
            <a:r>
              <a:rPr lang="en-US" altLang="en-US" sz="1800" b="1" dirty="0"/>
              <a:t>physical parameter </a:t>
            </a:r>
            <a:r>
              <a:rPr lang="en-US" altLang="en-US" sz="1800" dirty="0"/>
              <a:t>and converts it into a </a:t>
            </a:r>
            <a:r>
              <a:rPr lang="en-US" altLang="en-US" sz="1800" b="1" dirty="0"/>
              <a:t>signal suitable for processing</a:t>
            </a:r>
            <a:r>
              <a:rPr lang="en-US" altLang="en-US" sz="1800" dirty="0"/>
              <a:t> (e.g. optical, electrical, mechanical)</a:t>
            </a:r>
          </a:p>
          <a:p>
            <a:pPr marL="317487" indent="-317487">
              <a:spcBef>
                <a:spcPct val="15000"/>
              </a:spcBef>
            </a:pPr>
            <a:r>
              <a:rPr lang="en-US" altLang="en-US" sz="1800" dirty="0"/>
              <a:t>Sensors can be designed for virtually every physical and chemical quantity</a:t>
            </a:r>
          </a:p>
          <a:p>
            <a:pPr marL="714346" lvl="1">
              <a:spcBef>
                <a:spcPct val="15000"/>
              </a:spcBef>
            </a:pPr>
            <a:r>
              <a:rPr lang="en-US" altLang="en-US" sz="1800" dirty="0"/>
              <a:t>including weight, velocity, acceleration, electrical current, voltage, temperatures etc.</a:t>
            </a:r>
          </a:p>
          <a:p>
            <a:pPr marL="714346" lvl="1">
              <a:spcBef>
                <a:spcPct val="15000"/>
              </a:spcBef>
            </a:pPr>
            <a:r>
              <a:rPr lang="en-US" altLang="en-US" sz="1800" dirty="0"/>
              <a:t>chemical compounds.</a:t>
            </a:r>
          </a:p>
        </p:txBody>
      </p:sp>
      <p:graphicFrame>
        <p:nvGraphicFramePr>
          <p:cNvPr id="11268" name="Object 6">
            <a:extLst>
              <a:ext uri="{FF2B5EF4-FFF2-40B4-BE49-F238E27FC236}">
                <a16:creationId xmlns:a16="http://schemas.microsoft.com/office/drawing/2014/main" id="{8E1F1D9E-1F6C-3385-3DB9-0CEC6FF5516A}"/>
              </a:ext>
            </a:extLst>
          </p:cNvPr>
          <p:cNvGraphicFramePr>
            <a:graphicFrameLocks noGrp="1" noChangeAspect="1"/>
          </p:cNvGraphicFramePr>
          <p:nvPr>
            <p:ph sz="half" idx="4294967295"/>
            <p:extLst>
              <p:ext uri="{D42A27DB-BD31-4B8C-83A1-F6EECF244321}">
                <p14:modId xmlns:p14="http://schemas.microsoft.com/office/powerpoint/2010/main" val="1374282851"/>
              </p:ext>
            </p:extLst>
          </p:nvPr>
        </p:nvGraphicFramePr>
        <p:xfrm>
          <a:off x="5086086" y="1120959"/>
          <a:ext cx="3364177" cy="62177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4950562" imgH="1061923" progId="Visio.Drawing.11">
                  <p:embed/>
                </p:oleObj>
              </mc:Choice>
              <mc:Fallback>
                <p:oleObj name="Visio" r:id="rId2" imgW="4950562" imgH="1061923" progId="Visio.Drawing.11">
                  <p:embed/>
                  <p:pic>
                    <p:nvPicPr>
                      <p:cNvPr id="11268" name="Object 6">
                        <a:extLst>
                          <a:ext uri="{FF2B5EF4-FFF2-40B4-BE49-F238E27FC236}">
                            <a16:creationId xmlns:a16="http://schemas.microsoft.com/office/drawing/2014/main" id="{8E1F1D9E-1F6C-3385-3DB9-0CEC6FF5516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86086" y="1120959"/>
                        <a:ext cx="3364177" cy="62177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" name="Picture 2" descr="http://embedded-lab.com/blog/wp-content/uploads/2012/01/DHT11Sensor1.jpg">
            <a:extLst>
              <a:ext uri="{FF2B5EF4-FFF2-40B4-BE49-F238E27FC236}">
                <a16:creationId xmlns:a16="http://schemas.microsoft.com/office/drawing/2014/main" id="{4D1C7C39-27CF-82B7-70CC-E95432089DE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22" r="52497"/>
          <a:stretch/>
        </p:blipFill>
        <p:spPr bwMode="auto">
          <a:xfrm>
            <a:off x="7077074" y="1846016"/>
            <a:ext cx="1441263" cy="17261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8">
            <a:extLst>
              <a:ext uri="{FF2B5EF4-FFF2-40B4-BE49-F238E27FC236}">
                <a16:creationId xmlns:a16="http://schemas.microsoft.com/office/drawing/2014/main" id="{C3B8C071-EA71-EF23-23FA-19211A1E79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24914" y="1991641"/>
            <a:ext cx="948960" cy="15805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50BB6E9-F48F-DB20-BFD5-0E028CF2874B}"/>
              </a:ext>
            </a:extLst>
          </p:cNvPr>
          <p:cNvSpPr txBox="1"/>
          <p:nvPr/>
        </p:nvSpPr>
        <p:spPr>
          <a:xfrm>
            <a:off x="5494428" y="4157246"/>
            <a:ext cx="26007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Why Sensors are important?</a:t>
            </a:r>
            <a:endParaRPr lang="en-GB" b="1" dirty="0"/>
          </a:p>
        </p:txBody>
      </p:sp>
    </p:spTree>
    <p:extLst>
      <p:ext uri="{BB962C8B-B14F-4D97-AF65-F5344CB8AC3E}">
        <p14:creationId xmlns:p14="http://schemas.microsoft.com/office/powerpoint/2010/main" val="2118208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8085C9-F4DE-AA43-6F8C-DC581357AF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GB" sz="3200" spc="-150" dirty="0">
                <a:solidFill>
                  <a:schemeClr val="accent2"/>
                </a:solidFill>
                <a:effectLst>
                  <a:outerShdw dist="38100" dir="2700000" algn="ctr" rotWithShape="0">
                    <a:srgbClr val="000000">
                      <a:alpha val="15000"/>
                    </a:srgbClr>
                  </a:outerShdw>
                </a:effectLst>
                <a:latin typeface="Arial" panose="020B0604020202020204" pitchFamily="34" charset="0"/>
              </a:rPr>
              <a:t>Why Sensors are Important?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1127C7-BA56-1540-2B66-1C169A1EE4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6123" y="968335"/>
            <a:ext cx="7664427" cy="401832"/>
          </a:xfrm>
        </p:spPr>
        <p:txBody>
          <a:bodyPr/>
          <a:lstStyle/>
          <a:p>
            <a:r>
              <a:rPr lang="en-GB" sz="2000" b="1" dirty="0"/>
              <a:t>Motors are the muscles</a:t>
            </a:r>
            <a:r>
              <a:rPr lang="en-GB" sz="2000" dirty="0"/>
              <a:t> – they provide motion and power.</a:t>
            </a:r>
          </a:p>
          <a:p>
            <a:r>
              <a:rPr lang="en-GB" sz="2000" b="1" dirty="0"/>
              <a:t>Processor is the brain</a:t>
            </a:r>
            <a:r>
              <a:rPr lang="en-GB" sz="2000" dirty="0"/>
              <a:t> – it makes decisions.</a:t>
            </a:r>
          </a:p>
          <a:p>
            <a:r>
              <a:rPr lang="en-GB" sz="2000" b="1" dirty="0"/>
              <a:t>Sensors are the </a:t>
            </a:r>
            <a:r>
              <a:rPr lang="en-GB" sz="3200" b="1" dirty="0">
                <a:solidFill>
                  <a:srgbClr val="C00000"/>
                </a:solidFill>
              </a:rPr>
              <a:t>senses</a:t>
            </a:r>
            <a:r>
              <a:rPr lang="en-GB" sz="2000" dirty="0"/>
              <a:t> – they tell the system </a:t>
            </a:r>
            <a:r>
              <a:rPr lang="en-GB" sz="2000" i="1" dirty="0"/>
              <a:t>what’s happening</a:t>
            </a:r>
            <a:r>
              <a:rPr lang="en-GB" sz="2000" dirty="0"/>
              <a:t>.</a:t>
            </a:r>
          </a:p>
          <a:p>
            <a:endParaRPr lang="en-GB" sz="20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5942481-677D-1F4C-E834-CC86B1B1AB1F}"/>
              </a:ext>
            </a:extLst>
          </p:cNvPr>
          <p:cNvSpPr/>
          <p:nvPr/>
        </p:nvSpPr>
        <p:spPr>
          <a:xfrm>
            <a:off x="480500" y="2485433"/>
            <a:ext cx="7988439" cy="2594240"/>
          </a:xfrm>
          <a:prstGeom prst="rect">
            <a:avLst/>
          </a:prstGeom>
          <a:solidFill>
            <a:schemeClr val="bg1">
              <a:alpha val="64000"/>
            </a:schemeClr>
          </a:solidFill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b"/>
          <a:lstStyle/>
          <a:p>
            <a:pPr eaLnBrk="1" latinLnBrk="1" hangingPunct="1">
              <a:defRPr/>
            </a:pPr>
            <a:r>
              <a:rPr lang="en-CA" sz="1167" b="1" dirty="0">
                <a:solidFill>
                  <a:srgbClr val="C00000"/>
                </a:solidFill>
              </a:rPr>
              <a:t>Smart Node</a:t>
            </a:r>
          </a:p>
        </p:txBody>
      </p:sp>
      <p:sp>
        <p:nvSpPr>
          <p:cNvPr id="5" name="Rounded Rectangle 6">
            <a:extLst>
              <a:ext uri="{FF2B5EF4-FFF2-40B4-BE49-F238E27FC236}">
                <a16:creationId xmlns:a16="http://schemas.microsoft.com/office/drawing/2014/main" id="{B656CE6C-3BBA-3AB7-C181-66B7B12D98CE}"/>
              </a:ext>
            </a:extLst>
          </p:cNvPr>
          <p:cNvSpPr/>
          <p:nvPr/>
        </p:nvSpPr>
        <p:spPr>
          <a:xfrm>
            <a:off x="749844" y="3292701"/>
            <a:ext cx="1653521" cy="1039170"/>
          </a:xfrm>
          <a:prstGeom prst="roundRect">
            <a:avLst/>
          </a:prstGeom>
          <a:solidFill>
            <a:srgbClr val="00B050"/>
          </a:solidFill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r>
              <a:rPr lang="en-US" sz="1800" b="1" dirty="0">
                <a:solidFill>
                  <a:srgbClr val="FFFF00"/>
                </a:solidFill>
              </a:rPr>
              <a:t>Processor</a:t>
            </a:r>
            <a:endParaRPr lang="ar-EG" sz="1800" b="1" dirty="0">
              <a:solidFill>
                <a:srgbClr val="FFFF00"/>
              </a:solidFill>
            </a:endParaRPr>
          </a:p>
        </p:txBody>
      </p:sp>
      <p:sp>
        <p:nvSpPr>
          <p:cNvPr id="6" name="Rounded Rectangle 26">
            <a:extLst>
              <a:ext uri="{FF2B5EF4-FFF2-40B4-BE49-F238E27FC236}">
                <a16:creationId xmlns:a16="http://schemas.microsoft.com/office/drawing/2014/main" id="{57A2A1E2-CC63-FBB0-3169-5379917BCAB1}"/>
              </a:ext>
            </a:extLst>
          </p:cNvPr>
          <p:cNvSpPr/>
          <p:nvPr/>
        </p:nvSpPr>
        <p:spPr>
          <a:xfrm>
            <a:off x="5196421" y="4331871"/>
            <a:ext cx="1552554" cy="681264"/>
          </a:xfrm>
          <a:prstGeom prst="roundRect">
            <a:avLst/>
          </a:prstGeom>
          <a:solidFill>
            <a:srgbClr val="00B050"/>
          </a:solidFill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r>
              <a:rPr lang="en-US" sz="1800" b="1" dirty="0"/>
              <a:t>Sensor</a:t>
            </a:r>
          </a:p>
        </p:txBody>
      </p:sp>
      <p:cxnSp>
        <p:nvCxnSpPr>
          <p:cNvPr id="7" name="Elbow Connector 27">
            <a:extLst>
              <a:ext uri="{FF2B5EF4-FFF2-40B4-BE49-F238E27FC236}">
                <a16:creationId xmlns:a16="http://schemas.microsoft.com/office/drawing/2014/main" id="{B8AF2157-E479-E954-C542-60FB8929EF3A}"/>
              </a:ext>
            </a:extLst>
          </p:cNvPr>
          <p:cNvCxnSpPr>
            <a:cxnSpLocks/>
            <a:stCxn id="5" idx="2"/>
            <a:endCxn id="6" idx="1"/>
          </p:cNvCxnSpPr>
          <p:nvPr/>
        </p:nvCxnSpPr>
        <p:spPr>
          <a:xfrm rot="16200000" flipH="1">
            <a:off x="3216197" y="2692279"/>
            <a:ext cx="340632" cy="3619816"/>
          </a:xfrm>
          <a:prstGeom prst="bentConnector2">
            <a:avLst/>
          </a:prstGeom>
          <a:ln>
            <a:solidFill>
              <a:srgbClr val="00B050"/>
            </a:solidFill>
            <a:headEnd type="stealth"/>
            <a:tailEnd type="stealt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26">
            <a:extLst>
              <a:ext uri="{FF2B5EF4-FFF2-40B4-BE49-F238E27FC236}">
                <a16:creationId xmlns:a16="http://schemas.microsoft.com/office/drawing/2014/main" id="{F685DCEE-CC08-2408-CDB1-D81C8533F4F0}"/>
              </a:ext>
            </a:extLst>
          </p:cNvPr>
          <p:cNvSpPr/>
          <p:nvPr/>
        </p:nvSpPr>
        <p:spPr>
          <a:xfrm>
            <a:off x="5174020" y="2531098"/>
            <a:ext cx="1566617" cy="681264"/>
          </a:xfrm>
          <a:prstGeom prst="roundRect">
            <a:avLst/>
          </a:prstGeom>
          <a:solidFill>
            <a:srgbClr val="00B050"/>
          </a:solidFill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r>
              <a:rPr lang="en-US" sz="1800" b="1" dirty="0"/>
              <a:t>Actuator</a:t>
            </a:r>
          </a:p>
        </p:txBody>
      </p:sp>
      <p:cxnSp>
        <p:nvCxnSpPr>
          <p:cNvPr id="9" name="Elbow Connector 27">
            <a:extLst>
              <a:ext uri="{FF2B5EF4-FFF2-40B4-BE49-F238E27FC236}">
                <a16:creationId xmlns:a16="http://schemas.microsoft.com/office/drawing/2014/main" id="{058308D2-0B68-20E1-64EB-76585604BD29}"/>
              </a:ext>
            </a:extLst>
          </p:cNvPr>
          <p:cNvCxnSpPr>
            <a:cxnSpLocks/>
            <a:stCxn id="5" idx="0"/>
            <a:endCxn id="8" idx="1"/>
          </p:cNvCxnSpPr>
          <p:nvPr/>
        </p:nvCxnSpPr>
        <p:spPr>
          <a:xfrm rot="5400000" flipH="1" flipV="1">
            <a:off x="3164827" y="1283509"/>
            <a:ext cx="420971" cy="3597415"/>
          </a:xfrm>
          <a:prstGeom prst="bentConnector2">
            <a:avLst/>
          </a:prstGeom>
          <a:ln>
            <a:solidFill>
              <a:srgbClr val="00B050"/>
            </a:solidFill>
            <a:headEnd type="stealth"/>
            <a:tailEnd type="stealt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Cloud 9">
            <a:extLst>
              <a:ext uri="{FF2B5EF4-FFF2-40B4-BE49-F238E27FC236}">
                <a16:creationId xmlns:a16="http://schemas.microsoft.com/office/drawing/2014/main" id="{22BDA8B0-8144-32A2-EF9F-479B310F0F05}"/>
              </a:ext>
            </a:extLst>
          </p:cNvPr>
          <p:cNvSpPr/>
          <p:nvPr/>
        </p:nvSpPr>
        <p:spPr>
          <a:xfrm>
            <a:off x="4958347" y="3233846"/>
            <a:ext cx="1997961" cy="1104928"/>
          </a:xfrm>
          <a:prstGeom prst="cloud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Physical Environment </a:t>
            </a:r>
            <a:endParaRPr lang="en-GB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EB1647B-E8B3-7090-1621-B996CFB2A5BF}"/>
              </a:ext>
            </a:extLst>
          </p:cNvPr>
          <p:cNvSpPr txBox="1"/>
          <p:nvPr/>
        </p:nvSpPr>
        <p:spPr>
          <a:xfrm>
            <a:off x="2512708" y="3543406"/>
            <a:ext cx="92172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Brain </a:t>
            </a:r>
            <a:endParaRPr lang="en-GB" sz="2400" b="1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92D8CE9-ACDE-FCC9-3AC9-EE12266F507A}"/>
              </a:ext>
            </a:extLst>
          </p:cNvPr>
          <p:cNvSpPr txBox="1"/>
          <p:nvPr/>
        </p:nvSpPr>
        <p:spPr>
          <a:xfrm>
            <a:off x="6938546" y="4431714"/>
            <a:ext cx="112242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Senses </a:t>
            </a:r>
            <a:endParaRPr lang="en-GB" sz="2400" b="1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5F783D6-90CD-BCD7-32AE-C84B3A176178}"/>
              </a:ext>
            </a:extLst>
          </p:cNvPr>
          <p:cNvSpPr txBox="1"/>
          <p:nvPr/>
        </p:nvSpPr>
        <p:spPr>
          <a:xfrm>
            <a:off x="6956308" y="2640897"/>
            <a:ext cx="129394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Muscles </a:t>
            </a:r>
            <a:endParaRPr lang="en-GB" sz="2400" b="1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1E1BBF8-A10E-4EAE-26CC-4135C5A8ABA5}"/>
              </a:ext>
            </a:extLst>
          </p:cNvPr>
          <p:cNvSpPr txBox="1"/>
          <p:nvPr/>
        </p:nvSpPr>
        <p:spPr>
          <a:xfrm>
            <a:off x="2619036" y="2941458"/>
            <a:ext cx="236539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/>
              <a:t>Sensor Allows Autonomy </a:t>
            </a:r>
          </a:p>
          <a:p>
            <a:pPr algn="ctr"/>
            <a:r>
              <a:rPr lang="en-US" b="1" dirty="0"/>
              <a:t>(Automation)</a:t>
            </a:r>
            <a:endParaRPr lang="en-GB" b="1" dirty="0"/>
          </a:p>
        </p:txBody>
      </p:sp>
    </p:spTree>
    <p:extLst>
      <p:ext uri="{BB962C8B-B14F-4D97-AF65-F5344CB8AC3E}">
        <p14:creationId xmlns:p14="http://schemas.microsoft.com/office/powerpoint/2010/main" val="15964766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3" grpId="0"/>
      <p:bldP spid="1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96">
            <a:extLst>
              <a:ext uri="{FF2B5EF4-FFF2-40B4-BE49-F238E27FC236}">
                <a16:creationId xmlns:a16="http://schemas.microsoft.com/office/drawing/2014/main" id="{504A1AA0-A738-CD37-65EF-C8FE27C6121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207823" y="0"/>
            <a:ext cx="6858000" cy="1143000"/>
          </a:xfrm>
        </p:spPr>
        <p:txBody>
          <a:bodyPr/>
          <a:lstStyle/>
          <a:p>
            <a:r>
              <a:rPr lang="en-US" altLang="en-US" sz="3200" spc="-150" dirty="0">
                <a:solidFill>
                  <a:schemeClr val="accent2"/>
                </a:solidFill>
                <a:effectLst>
                  <a:outerShdw dist="38100" dir="2700000" algn="ctr" rotWithShape="0">
                    <a:srgbClr val="000000">
                      <a:alpha val="15000"/>
                    </a:srgbClr>
                  </a:outerShdw>
                </a:effectLst>
                <a:latin typeface="Arial" panose="020B0604020202020204" pitchFamily="34" charset="0"/>
              </a:rPr>
              <a:t>Endless Phenomenon</a:t>
            </a:r>
          </a:p>
        </p:txBody>
      </p:sp>
      <p:graphicFrame>
        <p:nvGraphicFramePr>
          <p:cNvPr id="9360" name="Group 144">
            <a:extLst>
              <a:ext uri="{FF2B5EF4-FFF2-40B4-BE49-F238E27FC236}">
                <a16:creationId xmlns:a16="http://schemas.microsoft.com/office/drawing/2014/main" id="{00239D2A-8742-EAC3-1FBE-978223A53C5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63400015"/>
              </p:ext>
            </p:extLst>
          </p:nvPr>
        </p:nvGraphicFramePr>
        <p:xfrm>
          <a:off x="358775" y="732111"/>
          <a:ext cx="8281988" cy="4508642"/>
        </p:xfrm>
        <a:graphic>
          <a:graphicData uri="http://schemas.openxmlformats.org/drawingml/2006/table">
            <a:tbl>
              <a:tblPr/>
              <a:tblGrid>
                <a:gridCol w="351580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6618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8406"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cs typeface="Times New Roman" panose="02020603050405020304" pitchFamily="18" charset="0"/>
                        </a:rPr>
                        <a:t>Stimulus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76200" marR="76200" marT="38105" marB="3810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Quantity</a:t>
                      </a:r>
                    </a:p>
                  </a:txBody>
                  <a:tcPr marL="76200" marR="76200" marT="38105" marB="3810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52"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cs typeface="Times New Roman" panose="02020603050405020304" pitchFamily="18" charset="0"/>
                        </a:rPr>
                        <a:t>Acoustic</a:t>
                      </a:r>
                      <a:endParaRPr kumimoji="0" lang="en-US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76200" marR="76200" marT="38105" marB="3810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cs typeface="Times New Roman" panose="02020603050405020304" pitchFamily="18" charset="0"/>
                        </a:rPr>
                        <a:t>Wave (amplitude, phase, polarization), Spectrum, Wave  Velocity</a:t>
                      </a:r>
                      <a:endParaRPr kumimoji="0" lang="en-US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76200" marR="76200" marT="38105" marB="3810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63"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cs typeface="Times New Roman" panose="02020603050405020304" pitchFamily="18" charset="0"/>
                        </a:rPr>
                        <a:t>Biological &amp; Chemical</a:t>
                      </a:r>
                    </a:p>
                  </a:txBody>
                  <a:tcPr marL="76200" marR="76200" marT="38105" marB="3810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cs typeface="Times New Roman" panose="02020603050405020304" pitchFamily="18" charset="0"/>
                        </a:rPr>
                        <a:t>Fluid Concentrations (Gas or Liquid)</a:t>
                      </a:r>
                      <a:endParaRPr kumimoji="0" lang="en-US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76200" marR="76200" marT="38105" marB="3810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62104"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cs typeface="Times New Roman" panose="02020603050405020304" pitchFamily="18" charset="0"/>
                        </a:rPr>
                        <a:t>Electric</a:t>
                      </a:r>
                    </a:p>
                  </a:txBody>
                  <a:tcPr marL="76200" marR="76200" marT="38105" marB="3810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cs typeface="Times New Roman" panose="02020603050405020304" pitchFamily="18" charset="0"/>
                        </a:rPr>
                        <a:t>Charge, Voltage, Current, Electric Field (amplitude, phase, </a:t>
                      </a:r>
                    </a:p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cs typeface="Times New Roman" panose="02020603050405020304" pitchFamily="18" charset="0"/>
                        </a:rPr>
                        <a:t>polarization), Conductivity, Permittivity</a:t>
                      </a:r>
                      <a:endParaRPr kumimoji="0" lang="en-US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76200" marR="76200" marT="38105" marB="3810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9683"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cs typeface="Times New Roman" panose="02020603050405020304" pitchFamily="18" charset="0"/>
                        </a:rPr>
                        <a:t>Magnetic</a:t>
                      </a:r>
                      <a:endParaRPr kumimoji="0" lang="en-US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76200" marR="76200" marT="38105" marB="3810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cs typeface="Times New Roman" panose="02020603050405020304" pitchFamily="18" charset="0"/>
                        </a:rPr>
                        <a:t>Magnetic Field (amplitude, phase, polarization), Flux, Permeability</a:t>
                      </a:r>
                      <a:endParaRPr kumimoji="0" lang="en-US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76200" marR="76200" marT="38105" marB="3810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63"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cs typeface="Times New Roman" panose="02020603050405020304" pitchFamily="18" charset="0"/>
                        </a:rPr>
                        <a:t>Optical</a:t>
                      </a:r>
                      <a:endParaRPr kumimoji="0" lang="en-US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76200" marR="76200" marT="38105" marB="3810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cs typeface="Times New Roman" panose="02020603050405020304" pitchFamily="18" charset="0"/>
                        </a:rPr>
                        <a:t>Refractive Index, Reflectivity, Absorption</a:t>
                      </a:r>
                      <a:endParaRPr kumimoji="0" lang="en-US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76200" marR="76200" marT="38105" marB="3810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63"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cs typeface="Times New Roman" panose="02020603050405020304" pitchFamily="18" charset="0"/>
                        </a:rPr>
                        <a:t>Thermal</a:t>
                      </a:r>
                      <a:endParaRPr kumimoji="0" lang="en-US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76200" marR="76200" marT="38105" marB="3810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cs typeface="Times New Roman" panose="02020603050405020304" pitchFamily="18" charset="0"/>
                        </a:rPr>
                        <a:t>Temperature, Flux, Specific Heat, Thermal Conductivity</a:t>
                      </a:r>
                      <a:endParaRPr kumimoji="0" lang="en-US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76200" marR="76200" marT="38105" marB="3810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1052"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cs typeface="Times New Roman" panose="02020603050405020304" pitchFamily="18" charset="0"/>
                        </a:rPr>
                        <a:t>Mechanical</a:t>
                      </a:r>
                      <a:endParaRPr kumimoji="0" lang="en-US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76200" marR="76200" marT="38105" marB="3810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cs typeface="Times New Roman" panose="02020603050405020304" pitchFamily="18" charset="0"/>
                        </a:rPr>
                        <a:t>Position, Velocity, </a:t>
                      </a:r>
                      <a:r>
                        <a:rPr kumimoji="0" lang="en-US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cs typeface="Times New Roman" panose="02020603050405020304" pitchFamily="18" charset="0"/>
                        </a:rPr>
                        <a:t>Gyroscope, Acceleration</a:t>
                      </a:r>
                      <a:r>
                        <a:rPr kumimoji="0" lang="en-US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cs typeface="Times New Roman" panose="02020603050405020304" pitchFamily="18" charset="0"/>
                        </a:rPr>
                        <a:t>, Force, Strain, Stress,  Pressure, Torque</a:t>
                      </a:r>
                      <a:endParaRPr kumimoji="0" lang="en-US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76200" marR="76200" marT="38105" marB="3810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>
            <a:extLst>
              <a:ext uri="{FF2B5EF4-FFF2-40B4-BE49-F238E27FC236}">
                <a16:creationId xmlns:a16="http://schemas.microsoft.com/office/drawing/2014/main" id="{2ED12CD7-801F-62D1-12EB-1739A14CB06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21894" y="135902"/>
            <a:ext cx="6777863" cy="401832"/>
          </a:xfrm>
        </p:spPr>
        <p:txBody>
          <a:bodyPr/>
          <a:lstStyle/>
          <a:p>
            <a:pPr algn="l"/>
            <a:r>
              <a:rPr lang="de-DE" altLang="en-US" sz="3200" spc="-150" dirty="0">
                <a:solidFill>
                  <a:schemeClr val="accent2"/>
                </a:solidFill>
                <a:effectLst>
                  <a:outerShdw dist="38100" dir="2700000" algn="ctr" rotWithShape="0">
                    <a:srgbClr val="000000">
                      <a:alpha val="15000"/>
                    </a:srgbClr>
                  </a:outerShdw>
                </a:effectLst>
                <a:latin typeface="Arial" panose="020B0604020202020204" pitchFamily="34" charset="0"/>
              </a:rPr>
              <a:t>Signals</a:t>
            </a:r>
          </a:p>
        </p:txBody>
      </p:sp>
      <p:sp>
        <p:nvSpPr>
          <p:cNvPr id="16387" name="Rectangle 3">
            <a:extLst>
              <a:ext uri="{FF2B5EF4-FFF2-40B4-BE49-F238E27FC236}">
                <a16:creationId xmlns:a16="http://schemas.microsoft.com/office/drawing/2014/main" id="{73835236-5CA0-290F-9DD7-22F313ADFBD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24940" y="873137"/>
            <a:ext cx="4045383" cy="2647985"/>
          </a:xfrm>
        </p:spPr>
        <p:txBody>
          <a:bodyPr/>
          <a:lstStyle/>
          <a:p>
            <a:pPr>
              <a:spcBef>
                <a:spcPct val="30000"/>
              </a:spcBef>
            </a:pPr>
            <a:r>
              <a:rPr lang="en-US" altLang="en-US" sz="2000" dirty="0">
                <a:latin typeface="+mj-lt"/>
              </a:rPr>
              <a:t>Sensors generate </a:t>
            </a:r>
            <a:r>
              <a:rPr lang="en-US" altLang="en-US" sz="2000" i="1" dirty="0">
                <a:latin typeface="+mj-lt"/>
              </a:rPr>
              <a:t>signals</a:t>
            </a:r>
          </a:p>
          <a:p>
            <a:pPr>
              <a:spcBef>
                <a:spcPct val="30000"/>
              </a:spcBef>
            </a:pPr>
            <a:r>
              <a:rPr lang="en-US" altLang="en-US" sz="2000" b="1" dirty="0">
                <a:latin typeface="+mj-lt"/>
              </a:rPr>
              <a:t>Definition</a:t>
            </a:r>
            <a:r>
              <a:rPr lang="en-US" altLang="en-US" sz="2000" dirty="0">
                <a:latin typeface="+mj-lt"/>
              </a:rPr>
              <a:t>: a </a:t>
            </a:r>
            <a:r>
              <a:rPr lang="en-US" altLang="en-US" sz="2000" b="1" dirty="0">
                <a:latin typeface="+mj-lt"/>
              </a:rPr>
              <a:t>signal</a:t>
            </a:r>
            <a:r>
              <a:rPr lang="en-US" altLang="en-US" sz="2000" dirty="0">
                <a:latin typeface="+mj-lt"/>
              </a:rPr>
              <a:t> </a:t>
            </a:r>
            <a:r>
              <a:rPr lang="en-US" altLang="en-US" sz="2000" i="1" dirty="0">
                <a:latin typeface="+mj-lt"/>
              </a:rPr>
              <a:t>s</a:t>
            </a:r>
            <a:r>
              <a:rPr lang="en-US" altLang="en-US" sz="2000" dirty="0">
                <a:latin typeface="+mj-lt"/>
              </a:rPr>
              <a:t> is a mapping from the time domain </a:t>
            </a:r>
            <a:r>
              <a:rPr lang="en-US" altLang="en-US" sz="2000" i="1" dirty="0">
                <a:latin typeface="+mj-lt"/>
              </a:rPr>
              <a:t>D</a:t>
            </a:r>
            <a:r>
              <a:rPr lang="en-US" altLang="en-US" sz="2000" i="1" baseline="-25000" dirty="0">
                <a:latin typeface="+mj-lt"/>
              </a:rPr>
              <a:t>T</a:t>
            </a:r>
            <a:r>
              <a:rPr lang="en-US" altLang="en-US" sz="2000" dirty="0">
                <a:latin typeface="+mj-lt"/>
              </a:rPr>
              <a:t> to a value</a:t>
            </a:r>
            <a:r>
              <a:rPr lang="ar-SA" altLang="en-US" sz="2000" dirty="0">
                <a:latin typeface="+mj-lt"/>
              </a:rPr>
              <a:t>  </a:t>
            </a:r>
            <a:r>
              <a:rPr lang="en-US" altLang="en-US" sz="2000" dirty="0">
                <a:latin typeface="+mj-lt"/>
              </a:rPr>
              <a:t>domain </a:t>
            </a:r>
            <a:r>
              <a:rPr lang="en-US" altLang="en-US" sz="2000" i="1" dirty="0">
                <a:latin typeface="+mj-lt"/>
              </a:rPr>
              <a:t>D</a:t>
            </a:r>
            <a:r>
              <a:rPr lang="en-US" altLang="en-US" sz="2000" i="1" baseline="-25000" dirty="0">
                <a:latin typeface="+mj-lt"/>
              </a:rPr>
              <a:t>V</a:t>
            </a:r>
            <a:r>
              <a:rPr lang="en-US" altLang="en-US" sz="2000" dirty="0">
                <a:latin typeface="+mj-lt"/>
              </a:rPr>
              <a:t>:</a:t>
            </a:r>
          </a:p>
          <a:p>
            <a:pPr marL="0" indent="0" algn="ctr">
              <a:spcBef>
                <a:spcPct val="30000"/>
              </a:spcBef>
              <a:buNone/>
            </a:pPr>
            <a:r>
              <a:rPr lang="en-US" altLang="en-US" sz="3600" i="1" dirty="0">
                <a:latin typeface="+mj-lt"/>
              </a:rPr>
              <a:t>s</a:t>
            </a:r>
            <a:r>
              <a:rPr lang="en-US" altLang="en-US" sz="3600" dirty="0">
                <a:latin typeface="+mj-lt"/>
              </a:rPr>
              <a:t>: </a:t>
            </a:r>
            <a:r>
              <a:rPr lang="en-US" altLang="en-US" sz="3600" i="1" dirty="0">
                <a:latin typeface="+mj-lt"/>
              </a:rPr>
              <a:t>D</a:t>
            </a:r>
            <a:r>
              <a:rPr lang="en-US" altLang="en-US" sz="3600" i="1" baseline="-25000" dirty="0">
                <a:latin typeface="+mj-lt"/>
              </a:rPr>
              <a:t>T</a:t>
            </a:r>
            <a:r>
              <a:rPr lang="en-US" altLang="en-US" sz="3600" dirty="0">
                <a:latin typeface="+mj-lt"/>
              </a:rPr>
              <a:t> </a:t>
            </a:r>
            <a:r>
              <a:rPr lang="en-US" altLang="en-US" sz="3600" dirty="0">
                <a:latin typeface="+mj-lt"/>
                <a:sym typeface="Symbol" panose="05050102010706020507" pitchFamily="18" charset="2"/>
              </a:rPr>
              <a:t></a:t>
            </a:r>
            <a:r>
              <a:rPr lang="en-US" altLang="en-US" sz="3600" dirty="0">
                <a:latin typeface="+mj-lt"/>
              </a:rPr>
              <a:t> </a:t>
            </a:r>
            <a:r>
              <a:rPr lang="en-US" altLang="en-US" sz="3600" i="1" dirty="0">
                <a:latin typeface="+mj-lt"/>
              </a:rPr>
              <a:t>D</a:t>
            </a:r>
            <a:r>
              <a:rPr lang="en-US" altLang="en-US" sz="3600" i="1" baseline="-25000" dirty="0">
                <a:latin typeface="+mj-lt"/>
              </a:rPr>
              <a:t>V</a:t>
            </a:r>
            <a:r>
              <a:rPr lang="en-US" altLang="en-US" sz="3600" dirty="0">
                <a:latin typeface="+mj-lt"/>
              </a:rPr>
              <a:t> </a:t>
            </a:r>
          </a:p>
          <a:p>
            <a:pPr>
              <a:spcBef>
                <a:spcPct val="30000"/>
              </a:spcBef>
            </a:pPr>
            <a:r>
              <a:rPr lang="en-US" altLang="en-US" sz="2000" i="1" dirty="0">
                <a:latin typeface="+mj-lt"/>
              </a:rPr>
              <a:t>D</a:t>
            </a:r>
            <a:r>
              <a:rPr lang="en-US" altLang="en-US" sz="2000" i="1" baseline="-25000" dirty="0">
                <a:latin typeface="+mj-lt"/>
              </a:rPr>
              <a:t>T </a:t>
            </a:r>
            <a:r>
              <a:rPr lang="en-US" altLang="en-US" sz="2000" dirty="0">
                <a:latin typeface="+mj-lt"/>
              </a:rPr>
              <a:t>: continuous or discrete time domain</a:t>
            </a:r>
          </a:p>
          <a:p>
            <a:pPr>
              <a:spcBef>
                <a:spcPct val="30000"/>
              </a:spcBef>
            </a:pPr>
            <a:r>
              <a:rPr lang="en-US" altLang="en-US" sz="2000" i="1" dirty="0">
                <a:latin typeface="+mj-lt"/>
              </a:rPr>
              <a:t>D</a:t>
            </a:r>
            <a:r>
              <a:rPr lang="en-US" altLang="en-US" sz="2000" i="1" baseline="-25000" dirty="0">
                <a:latin typeface="+mj-lt"/>
              </a:rPr>
              <a:t>V</a:t>
            </a:r>
            <a:r>
              <a:rPr lang="en-US" altLang="en-US" sz="2000" dirty="0">
                <a:latin typeface="+mj-lt"/>
              </a:rPr>
              <a:t> : discrete value domain.</a:t>
            </a:r>
            <a:endParaRPr lang="de-DE" altLang="en-US" sz="2000" dirty="0">
              <a:latin typeface="+mj-lt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FA1813E-074E-C495-3ECA-7206856E72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386533"/>
            <a:ext cx="4396496" cy="34553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91039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7FB0F6-0501-ECAA-4737-03570225F5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pc="-151" dirty="0">
                <a:solidFill>
                  <a:schemeClr val="accent2"/>
                </a:solidFill>
                <a:effectLst>
                  <a:outerShdw dist="38100" dir="2700000" algn="ctr" rotWithShape="0">
                    <a:srgbClr val="000000">
                      <a:alpha val="15000"/>
                    </a:srgbClr>
                  </a:outerShdw>
                </a:effectLst>
              </a:rPr>
              <a:t>Buses = the Nervous System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1779B3-70AB-AD34-C3D3-FFEC34D05C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2234" y="900864"/>
            <a:ext cx="5016283" cy="401832"/>
          </a:xfrm>
        </p:spPr>
        <p:txBody>
          <a:bodyPr/>
          <a:lstStyle/>
          <a:p>
            <a:pPr marL="0" indent="0">
              <a:buNone/>
            </a:pPr>
            <a:r>
              <a:rPr lang="en-GB" sz="1800" dirty="0"/>
              <a:t>Just like in a body: </a:t>
            </a:r>
            <a:r>
              <a:rPr lang="en-GB" sz="1800" b="1" dirty="0"/>
              <a:t>sensors are the senses, the ESP32 is the brain, buses are the nerves</a:t>
            </a:r>
            <a:r>
              <a:rPr lang="en-GB" sz="1800" dirty="0"/>
              <a:t> carrying information that lets the boat act.</a:t>
            </a:r>
          </a:p>
          <a:p>
            <a:r>
              <a:rPr lang="en-GB" sz="1800" b="1" dirty="0"/>
              <a:t>UART → </a:t>
            </a:r>
            <a:r>
              <a:rPr lang="en-GB" sz="1800" dirty="0"/>
              <a:t>Simple Nerve Path</a:t>
            </a:r>
          </a:p>
          <a:p>
            <a:pPr lvl="1"/>
            <a:r>
              <a:rPr lang="en-GB" sz="1800" dirty="0"/>
              <a:t>Point-to-point, like a direct reflex from sensor to brain.</a:t>
            </a:r>
          </a:p>
          <a:p>
            <a:pPr lvl="1"/>
            <a:r>
              <a:rPr lang="en-GB" sz="1800" dirty="0"/>
              <a:t>Will use it to connect to computer</a:t>
            </a:r>
          </a:p>
          <a:p>
            <a:r>
              <a:rPr lang="en-GB" sz="1800" b="1" dirty="0"/>
              <a:t>SPI → Fast </a:t>
            </a:r>
            <a:r>
              <a:rPr lang="en-GB" sz="1800" dirty="0"/>
              <a:t>Signal Pathways</a:t>
            </a:r>
          </a:p>
          <a:p>
            <a:pPr lvl="1"/>
            <a:r>
              <a:rPr lang="en-GB" sz="1800" dirty="0"/>
              <a:t>High-speed channels for sensors that need lots of data (like vision or storage).</a:t>
            </a:r>
          </a:p>
          <a:p>
            <a:pPr lvl="1"/>
            <a:r>
              <a:rPr lang="en-GB" sz="1800" dirty="0"/>
              <a:t>Usually used for Cameras not used today</a:t>
            </a:r>
          </a:p>
          <a:p>
            <a:r>
              <a:rPr lang="en-GB" sz="1800" b="1" dirty="0"/>
              <a:t>I²C → Shared </a:t>
            </a:r>
            <a:r>
              <a:rPr lang="en-GB" sz="1800" dirty="0"/>
              <a:t>Nerve Bundle</a:t>
            </a:r>
          </a:p>
          <a:p>
            <a:pPr lvl="1"/>
            <a:r>
              <a:rPr lang="en-GB" sz="1800" dirty="0"/>
              <a:t>Many sensors share the same “nerve line,” each with its own address.</a:t>
            </a:r>
          </a:p>
          <a:p>
            <a:pPr lvl="1"/>
            <a:r>
              <a:rPr lang="en-GB" sz="1800" dirty="0"/>
              <a:t>Used to connect IMU to the processor </a:t>
            </a:r>
          </a:p>
          <a:p>
            <a:pPr marL="0" indent="0">
              <a:buNone/>
            </a:pPr>
            <a:endParaRPr lang="en-GB" sz="18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F7DAB58-960C-36A3-E788-8AD00B752646}"/>
              </a:ext>
            </a:extLst>
          </p:cNvPr>
          <p:cNvSpPr/>
          <p:nvPr/>
        </p:nvSpPr>
        <p:spPr>
          <a:xfrm>
            <a:off x="5563572" y="900864"/>
            <a:ext cx="2785470" cy="4178809"/>
          </a:xfrm>
          <a:prstGeom prst="rect">
            <a:avLst/>
          </a:prstGeom>
          <a:solidFill>
            <a:schemeClr val="bg1">
              <a:alpha val="64000"/>
            </a:schemeClr>
          </a:solidFill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b"/>
          <a:lstStyle/>
          <a:p>
            <a:pPr eaLnBrk="1" latinLnBrk="1" hangingPunct="1">
              <a:defRPr/>
            </a:pPr>
            <a:r>
              <a:rPr lang="en-CA" sz="1167" b="1" dirty="0">
                <a:solidFill>
                  <a:srgbClr val="C00000"/>
                </a:solidFill>
              </a:rPr>
              <a:t>Smart Node</a:t>
            </a:r>
          </a:p>
        </p:txBody>
      </p:sp>
      <p:sp>
        <p:nvSpPr>
          <p:cNvPr id="5" name="Rounded Rectangle 6">
            <a:extLst>
              <a:ext uri="{FF2B5EF4-FFF2-40B4-BE49-F238E27FC236}">
                <a16:creationId xmlns:a16="http://schemas.microsoft.com/office/drawing/2014/main" id="{BED224FF-C024-8FA9-6711-585330EEC291}"/>
              </a:ext>
            </a:extLst>
          </p:cNvPr>
          <p:cNvSpPr/>
          <p:nvPr/>
        </p:nvSpPr>
        <p:spPr>
          <a:xfrm>
            <a:off x="6129547" y="1114361"/>
            <a:ext cx="1653521" cy="1039170"/>
          </a:xfrm>
          <a:prstGeom prst="roundRect">
            <a:avLst/>
          </a:prstGeom>
          <a:solidFill>
            <a:srgbClr val="00B050"/>
          </a:solidFill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r>
              <a:rPr lang="en-US" sz="1800" b="1" dirty="0">
                <a:solidFill>
                  <a:srgbClr val="FFFF00"/>
                </a:solidFill>
              </a:rPr>
              <a:t>Processor</a:t>
            </a:r>
            <a:endParaRPr lang="ar-EG" sz="1800" b="1" dirty="0">
              <a:solidFill>
                <a:srgbClr val="FFFF00"/>
              </a:solidFill>
            </a:endParaRPr>
          </a:p>
        </p:txBody>
      </p:sp>
      <p:cxnSp>
        <p:nvCxnSpPr>
          <p:cNvPr id="7" name="Elbow Connector 27">
            <a:extLst>
              <a:ext uri="{FF2B5EF4-FFF2-40B4-BE49-F238E27FC236}">
                <a16:creationId xmlns:a16="http://schemas.microsoft.com/office/drawing/2014/main" id="{96B0F4B3-6C67-2D61-234B-0F8A1E9F5B0E}"/>
              </a:ext>
            </a:extLst>
          </p:cNvPr>
          <p:cNvCxnSpPr>
            <a:cxnSpLocks/>
            <a:stCxn id="5" idx="2"/>
            <a:endCxn id="6" idx="0"/>
          </p:cNvCxnSpPr>
          <p:nvPr/>
        </p:nvCxnSpPr>
        <p:spPr>
          <a:xfrm rot="16200000" flipH="1">
            <a:off x="6416692" y="2693146"/>
            <a:ext cx="1080826" cy="1595"/>
          </a:xfrm>
          <a:prstGeom prst="bentConnector3">
            <a:avLst>
              <a:gd name="adj1" fmla="val 50000"/>
            </a:avLst>
          </a:prstGeom>
          <a:ln>
            <a:solidFill>
              <a:srgbClr val="00B050"/>
            </a:solidFill>
            <a:headEnd type="stealth"/>
            <a:tailEnd type="stealt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Cloud 9">
            <a:extLst>
              <a:ext uri="{FF2B5EF4-FFF2-40B4-BE49-F238E27FC236}">
                <a16:creationId xmlns:a16="http://schemas.microsoft.com/office/drawing/2014/main" id="{13F06BFD-7EEA-1569-9239-5C054EA2B578}"/>
              </a:ext>
            </a:extLst>
          </p:cNvPr>
          <p:cNvSpPr/>
          <p:nvPr/>
        </p:nvSpPr>
        <p:spPr>
          <a:xfrm>
            <a:off x="5958922" y="3761249"/>
            <a:ext cx="1997961" cy="1104928"/>
          </a:xfrm>
          <a:prstGeom prst="cloud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Physical Environment </a:t>
            </a:r>
            <a:endParaRPr lang="en-GB" dirty="0"/>
          </a:p>
        </p:txBody>
      </p:sp>
      <p:sp>
        <p:nvSpPr>
          <p:cNvPr id="6" name="Rounded Rectangle 26">
            <a:extLst>
              <a:ext uri="{FF2B5EF4-FFF2-40B4-BE49-F238E27FC236}">
                <a16:creationId xmlns:a16="http://schemas.microsoft.com/office/drawing/2014/main" id="{591FA3D4-957B-1573-2323-349C13947193}"/>
              </a:ext>
            </a:extLst>
          </p:cNvPr>
          <p:cNvSpPr/>
          <p:nvPr/>
        </p:nvSpPr>
        <p:spPr>
          <a:xfrm>
            <a:off x="6181626" y="3234357"/>
            <a:ext cx="1552554" cy="681264"/>
          </a:xfrm>
          <a:prstGeom prst="roundRect">
            <a:avLst/>
          </a:prstGeom>
          <a:solidFill>
            <a:srgbClr val="00B050"/>
          </a:solidFill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r>
              <a:rPr lang="en-US" sz="1800" b="1" dirty="0"/>
              <a:t>Sensor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94F8B5C-4AF3-E09D-13A6-D610A8576800}"/>
              </a:ext>
            </a:extLst>
          </p:cNvPr>
          <p:cNvSpPr txBox="1"/>
          <p:nvPr/>
        </p:nvSpPr>
        <p:spPr>
          <a:xfrm>
            <a:off x="6990002" y="2459532"/>
            <a:ext cx="66717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Buses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863306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Titel 1">
            <a:extLst>
              <a:ext uri="{FF2B5EF4-FFF2-40B4-BE49-F238E27FC236}">
                <a16:creationId xmlns:a16="http://schemas.microsoft.com/office/drawing/2014/main" id="{A5F7AB00-3F5D-D607-70C5-1D1A8AB1688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12320" y="135902"/>
            <a:ext cx="6887437" cy="401832"/>
          </a:xfrm>
        </p:spPr>
        <p:txBody>
          <a:bodyPr/>
          <a:lstStyle/>
          <a:p>
            <a:pPr algn="l"/>
            <a:r>
              <a:rPr kumimoji="1" lang="de-DE" altLang="en-US" sz="4000" b="1" spc="-151" dirty="0">
                <a:solidFill>
                  <a:schemeClr val="accent2"/>
                </a:solidFill>
              </a:rPr>
              <a:t>Two-Wire-Interface (I²C)</a:t>
            </a:r>
          </a:p>
        </p:txBody>
      </p:sp>
      <p:sp>
        <p:nvSpPr>
          <p:cNvPr id="63491" name="Inhaltsplatzhalter 5">
            <a:extLst>
              <a:ext uri="{FF2B5EF4-FFF2-40B4-BE49-F238E27FC236}">
                <a16:creationId xmlns:a16="http://schemas.microsoft.com/office/drawing/2014/main" id="{F00D02B0-F719-EEF0-74D5-F8D273FA665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40833" y="812271"/>
            <a:ext cx="6707188" cy="4090458"/>
          </a:xfrm>
        </p:spPr>
        <p:txBody>
          <a:bodyPr/>
          <a:lstStyle/>
          <a:p>
            <a:r>
              <a:rPr lang="de-DE" altLang="en-US" dirty="0">
                <a:ea typeface="ＭＳ Ｐゴシック" panose="020B0600070205080204" pitchFamily="34" charset="-128"/>
              </a:rPr>
              <a:t>One wire is </a:t>
            </a:r>
            <a:r>
              <a:rPr lang="de-DE" altLang="en-US" b="1" dirty="0">
                <a:ea typeface="ＭＳ Ｐゴシック" panose="020B0600070205080204" pitchFamily="34" charset="-128"/>
              </a:rPr>
              <a:t>clock</a:t>
            </a:r>
            <a:r>
              <a:rPr lang="de-DE" altLang="en-US" dirty="0">
                <a:ea typeface="ＭＳ Ｐゴシック" panose="020B0600070205080204" pitchFamily="34" charset="-128"/>
              </a:rPr>
              <a:t>, one is data</a:t>
            </a:r>
          </a:p>
          <a:p>
            <a:r>
              <a:rPr lang="de-DE" altLang="en-US" dirty="0">
                <a:ea typeface="ＭＳ Ｐゴシック" panose="020B0600070205080204" pitchFamily="34" charset="-128"/>
              </a:rPr>
              <a:t>Open collector principle!</a:t>
            </a:r>
          </a:p>
          <a:p>
            <a:r>
              <a:rPr lang="de-DE" altLang="en-US" dirty="0">
                <a:ea typeface="ＭＳ Ｐゴシック" panose="020B0600070205080204" pitchFamily="34" charset="-128"/>
              </a:rPr>
              <a:t>But, how can a device be identified?  </a:t>
            </a:r>
          </a:p>
        </p:txBody>
      </p:sp>
      <p:sp>
        <p:nvSpPr>
          <p:cNvPr id="63492" name="Foliennummernplatzhalter 2">
            <a:extLst>
              <a:ext uri="{FF2B5EF4-FFF2-40B4-BE49-F238E27FC236}">
                <a16:creationId xmlns:a16="http://schemas.microsoft.com/office/drawing/2014/main" id="{32E3749D-2BFF-E75D-EE2A-4D483FE8CF30}"/>
              </a:ext>
            </a:extLst>
          </p:cNvPr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7937500" y="5296959"/>
            <a:ext cx="2286000" cy="3042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 latinLnBrk="1">
              <a:spcBef>
                <a:spcPct val="20000"/>
              </a:spcBef>
              <a:buClr>
                <a:srgbClr val="420371"/>
              </a:buClr>
              <a:buFont typeface="Wingdings" panose="05000000000000000000" pitchFamily="2" charset="2"/>
              <a:buChar char="Ø"/>
              <a:defRPr kumimoji="1" sz="2000">
                <a:solidFill>
                  <a:srgbClr val="160A44"/>
                </a:solidFill>
                <a:latin typeface="Verdana" panose="020B0604030504040204" pitchFamily="34" charset="0"/>
                <a:ea typeface="굴림" panose="020B0600000101010101" pitchFamily="34" charset="-127"/>
              </a:defRPr>
            </a:lvl1pPr>
            <a:lvl2pPr marL="619100" indent="-238115" latinLnBrk="1">
              <a:spcBef>
                <a:spcPct val="20000"/>
              </a:spcBef>
              <a:buClr>
                <a:srgbClr val="420371"/>
              </a:buClr>
              <a:buFont typeface="Wingdings" panose="05000000000000000000" pitchFamily="2" charset="2"/>
              <a:buChar char="Ø"/>
              <a:defRPr kumimoji="1" sz="2000">
                <a:solidFill>
                  <a:srgbClr val="160A44"/>
                </a:solidFill>
                <a:latin typeface="Verdana" panose="020B0604030504040204" pitchFamily="34" charset="0"/>
                <a:ea typeface="굴림" panose="020B0600000101010101" pitchFamily="34" charset="-127"/>
              </a:defRPr>
            </a:lvl2pPr>
            <a:lvl3pPr marL="952462" indent="-190492" latinLnBrk="1">
              <a:spcBef>
                <a:spcPct val="20000"/>
              </a:spcBef>
              <a:buClr>
                <a:srgbClr val="420371"/>
              </a:buClr>
              <a:buFont typeface="Wingdings" panose="05000000000000000000" pitchFamily="2" charset="2"/>
              <a:buChar char="Ø"/>
              <a:defRPr kumimoji="1" sz="2000">
                <a:solidFill>
                  <a:srgbClr val="160A44"/>
                </a:solidFill>
                <a:latin typeface="Verdana" panose="020B0604030504040204" pitchFamily="34" charset="0"/>
                <a:ea typeface="굴림" panose="020B0600000101010101" pitchFamily="34" charset="-127"/>
              </a:defRPr>
            </a:lvl3pPr>
            <a:lvl4pPr marL="1333447" indent="-190492" latinLnBrk="1">
              <a:spcBef>
                <a:spcPct val="20000"/>
              </a:spcBef>
              <a:buClr>
                <a:srgbClr val="420371"/>
              </a:buClr>
              <a:buFont typeface="Wingdings" panose="05000000000000000000" pitchFamily="2" charset="2"/>
              <a:buChar char="Ø"/>
              <a:defRPr kumimoji="1" sz="2000">
                <a:solidFill>
                  <a:srgbClr val="160A44"/>
                </a:solidFill>
                <a:latin typeface="Verdana" panose="020B0604030504040204" pitchFamily="34" charset="0"/>
                <a:ea typeface="굴림" panose="020B0600000101010101" pitchFamily="34" charset="-127"/>
              </a:defRPr>
            </a:lvl4pPr>
            <a:lvl5pPr marL="1714431" indent="-190492" latinLnBrk="1">
              <a:spcBef>
                <a:spcPct val="20000"/>
              </a:spcBef>
              <a:buClr>
                <a:srgbClr val="420371"/>
              </a:buClr>
              <a:buFont typeface="Wingdings" panose="05000000000000000000" pitchFamily="2" charset="2"/>
              <a:buChar char="Ø"/>
              <a:defRPr kumimoji="1" sz="2000">
                <a:solidFill>
                  <a:srgbClr val="160A44"/>
                </a:solidFill>
                <a:latin typeface="Verdana" panose="020B0604030504040204" pitchFamily="34" charset="0"/>
                <a:ea typeface="굴림" panose="020B0600000101010101" pitchFamily="34" charset="-127"/>
              </a:defRPr>
            </a:lvl5pPr>
            <a:lvl6pPr marL="2095416" indent="-190492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420371"/>
              </a:buClr>
              <a:buFont typeface="Wingdings" panose="05000000000000000000" pitchFamily="2" charset="2"/>
              <a:buChar char="Ø"/>
              <a:defRPr kumimoji="1" sz="2000">
                <a:solidFill>
                  <a:srgbClr val="160A44"/>
                </a:solidFill>
                <a:latin typeface="Verdana" panose="020B0604030504040204" pitchFamily="34" charset="0"/>
                <a:ea typeface="굴림" panose="020B0600000101010101" pitchFamily="34" charset="-127"/>
              </a:defRPr>
            </a:lvl6pPr>
            <a:lvl7pPr marL="2476401" indent="-190492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420371"/>
              </a:buClr>
              <a:buFont typeface="Wingdings" panose="05000000000000000000" pitchFamily="2" charset="2"/>
              <a:buChar char="Ø"/>
              <a:defRPr kumimoji="1" sz="2000">
                <a:solidFill>
                  <a:srgbClr val="160A44"/>
                </a:solidFill>
                <a:latin typeface="Verdana" panose="020B0604030504040204" pitchFamily="34" charset="0"/>
                <a:ea typeface="굴림" panose="020B0600000101010101" pitchFamily="34" charset="-127"/>
              </a:defRPr>
            </a:lvl7pPr>
            <a:lvl8pPr marL="2857386" indent="-190492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420371"/>
              </a:buClr>
              <a:buFont typeface="Wingdings" panose="05000000000000000000" pitchFamily="2" charset="2"/>
              <a:buChar char="Ø"/>
              <a:defRPr kumimoji="1" sz="2000">
                <a:solidFill>
                  <a:srgbClr val="160A44"/>
                </a:solidFill>
                <a:latin typeface="Verdana" panose="020B0604030504040204" pitchFamily="34" charset="0"/>
                <a:ea typeface="굴림" panose="020B0600000101010101" pitchFamily="34" charset="-127"/>
              </a:defRPr>
            </a:lvl8pPr>
            <a:lvl9pPr marL="3238370" indent="-190492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420371"/>
              </a:buClr>
              <a:buFont typeface="Wingdings" panose="05000000000000000000" pitchFamily="2" charset="2"/>
              <a:buChar char="Ø"/>
              <a:defRPr kumimoji="1" sz="2000">
                <a:solidFill>
                  <a:srgbClr val="160A44"/>
                </a:solidFill>
                <a:latin typeface="Verdana" panose="020B0604030504040204" pitchFamily="34" charset="0"/>
                <a:ea typeface="굴림" panose="020B0600000101010101" pitchFamily="34" charset="-127"/>
              </a:defRPr>
            </a:lvl9pPr>
          </a:lstStyle>
          <a:p>
            <a:pPr algn="r" eaLnBrk="1" latinLnBrk="0" hangingPunct="1">
              <a:spcBef>
                <a:spcPct val="0"/>
              </a:spcBef>
              <a:buClrTx/>
              <a:buFontTx/>
              <a:buNone/>
            </a:pPr>
            <a:fld id="{A32B7216-F3F0-4BA8-A5DA-4778450C6469}" type="slidenum">
              <a:rPr lang="de-DE" altLang="en-US" sz="1500">
                <a:solidFill>
                  <a:srgbClr val="898989"/>
                </a:solidFill>
                <a:latin typeface="Arial" panose="020B0604020202020204" pitchFamily="34" charset="0"/>
              </a:rPr>
              <a:pPr algn="r" eaLnBrk="1" latinLnBrk="0" hangingPunct="1">
                <a:spcBef>
                  <a:spcPct val="0"/>
                </a:spcBef>
                <a:buClrTx/>
                <a:buFontTx/>
                <a:buNone/>
              </a:pPr>
              <a:t>8</a:t>
            </a:fld>
            <a:endParaRPr lang="en-US" altLang="en-US" sz="1500">
              <a:solidFill>
                <a:srgbClr val="898989"/>
              </a:solidFill>
              <a:latin typeface="Arial" panose="020B0604020202020204" pitchFamily="34" charset="0"/>
            </a:endParaRPr>
          </a:p>
        </p:txBody>
      </p:sp>
      <p:pic>
        <p:nvPicPr>
          <p:cNvPr id="63493" name="Picture 2">
            <a:extLst>
              <a:ext uri="{FF2B5EF4-FFF2-40B4-BE49-F238E27FC236}">
                <a16:creationId xmlns:a16="http://schemas.microsoft.com/office/drawing/2014/main" id="{A8A43758-7B7B-1425-B4EE-714C2BC87F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3323" y="2356379"/>
            <a:ext cx="4435739" cy="18904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2168" name="Textfeld 7">
            <a:extLst>
              <a:ext uri="{FF2B5EF4-FFF2-40B4-BE49-F238E27FC236}">
                <a16:creationId xmlns:a16="http://schemas.microsoft.com/office/drawing/2014/main" id="{B5D36D4D-DA4C-6412-2A82-3A37774C55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48021" y="3443553"/>
            <a:ext cx="628698" cy="159595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spcBef>
                <a:spcPct val="30000"/>
              </a:spcBef>
              <a:buClr>
                <a:srgbClr val="B2B2B2"/>
              </a:buClr>
              <a:buFont typeface="Wingdings 3" panose="05040102010807070707" pitchFamily="18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buClr>
                <a:srgbClr val="B2B2B2"/>
              </a:buClr>
              <a:buFont typeface="Wingdings 3" panose="05040102010807070707" pitchFamily="18" charset="2"/>
              <a:buChar char="u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buClr>
                <a:srgbClr val="B2B2B2"/>
              </a:buClr>
              <a:buFont typeface="Wingdings 3" panose="05040102010807070707" pitchFamily="18" charset="2"/>
              <a:buChar char="u"/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buClr>
                <a:srgbClr val="B2B2B2"/>
              </a:buClr>
              <a:buFont typeface="Wingdings 3" panose="05040102010807070707" pitchFamily="18" charset="2"/>
              <a:buChar char="u"/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buClr>
                <a:srgbClr val="B2B2B2"/>
              </a:buClr>
              <a:buFont typeface="Wingdings 3" panose="05040102010807070707" pitchFamily="18" charset="2"/>
              <a:buChar char="u"/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B2B2B2"/>
              </a:buClr>
              <a:buFont typeface="Wingdings 3" panose="05040102010807070707" pitchFamily="18" charset="2"/>
              <a:buChar char="u"/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B2B2B2"/>
              </a:buClr>
              <a:buFont typeface="Wingdings 3" panose="05040102010807070707" pitchFamily="18" charset="2"/>
              <a:buChar char="u"/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B2B2B2"/>
              </a:buClr>
              <a:buFont typeface="Wingdings 3" panose="05040102010807070707" pitchFamily="18" charset="2"/>
              <a:buChar char="u"/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B2B2B2"/>
              </a:buClr>
              <a:buFont typeface="Wingdings 3" panose="05040102010807070707" pitchFamily="18" charset="2"/>
              <a:buChar char="u"/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  <a:defRPr/>
            </a:pPr>
            <a:r>
              <a:rPr lang="de-DE" altLang="de-DE" sz="437" dirty="0"/>
              <a:t>Source: </a:t>
            </a:r>
            <a:r>
              <a:rPr lang="de-DE" altLang="de-DE" sz="437" dirty="0" err="1"/>
              <a:t>Microchip</a:t>
            </a:r>
            <a:endParaRPr lang="de-DE" altLang="de-DE" sz="437" dirty="0"/>
          </a:p>
        </p:txBody>
      </p:sp>
      <p:pic>
        <p:nvPicPr>
          <p:cNvPr id="63495" name="Grafik 4">
            <a:extLst>
              <a:ext uri="{FF2B5EF4-FFF2-40B4-BE49-F238E27FC236}">
                <a16:creationId xmlns:a16="http://schemas.microsoft.com/office/drawing/2014/main" id="{29001E9C-07C3-3DC0-A291-96BA83C0AA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0495" y="2448971"/>
            <a:ext cx="4060183" cy="21487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87795705"/>
      </p:ext>
    </p:extLst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Titel 1">
            <a:extLst>
              <a:ext uri="{FF2B5EF4-FFF2-40B4-BE49-F238E27FC236}">
                <a16:creationId xmlns:a16="http://schemas.microsoft.com/office/drawing/2014/main" id="{E1A930FA-49CD-E5CC-3787-0ACBB11782E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kumimoji="1" lang="de-DE" altLang="en-US" sz="4000" b="1" spc="-151" dirty="0">
                <a:solidFill>
                  <a:schemeClr val="accent2"/>
                </a:solidFill>
              </a:rPr>
              <a:t>I2C: A Protocol with address</a:t>
            </a:r>
            <a:r>
              <a:rPr lang="de-DE" altLang="en-US" dirty="0">
                <a:latin typeface="Arial" panose="020B0604020202020204" pitchFamily="34" charset="0"/>
                <a:ea typeface="ＭＳ Ｐゴシック" panose="020B0600070205080204" pitchFamily="34" charset="-128"/>
              </a:rPr>
              <a:t>!</a:t>
            </a:r>
          </a:p>
        </p:txBody>
      </p:sp>
      <p:sp>
        <p:nvSpPr>
          <p:cNvPr id="66563" name="Inhaltsplatzhalter 2">
            <a:extLst>
              <a:ext uri="{FF2B5EF4-FFF2-40B4-BE49-F238E27FC236}">
                <a16:creationId xmlns:a16="http://schemas.microsoft.com/office/drawing/2014/main" id="{8939FCE8-91EA-A51C-0F12-F393127DB46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18975" y="942934"/>
            <a:ext cx="8174968" cy="1310409"/>
          </a:xfrm>
        </p:spPr>
        <p:txBody>
          <a:bodyPr/>
          <a:lstStyle/>
          <a:p>
            <a:pPr algn="just"/>
            <a:r>
              <a:rPr lang="en-US" altLang="en-US" sz="1600" dirty="0">
                <a:ea typeface="ＭＳ Ｐゴシック" panose="020B0600070205080204" pitchFamily="34" charset="-128"/>
              </a:rPr>
              <a:t>There is (by now) ONE master, who generates the clock and the address</a:t>
            </a:r>
          </a:p>
          <a:p>
            <a:pPr algn="just"/>
            <a:r>
              <a:rPr lang="en-US" altLang="en-US" sz="1600" dirty="0">
                <a:ea typeface="ＭＳ Ｐゴシック" panose="020B0600070205080204" pitchFamily="34" charset="-128"/>
              </a:rPr>
              <a:t>If the R/W field is “high“ the master continues with data and the selected slave pulls the ACK field and reads the data</a:t>
            </a:r>
          </a:p>
          <a:p>
            <a:pPr algn="just"/>
            <a:r>
              <a:rPr lang="en-US" altLang="en-US" sz="1600" dirty="0">
                <a:ea typeface="ＭＳ Ｐゴシック" panose="020B0600070205080204" pitchFamily="34" charset="-128"/>
              </a:rPr>
              <a:t>If the R/W is “low“ the master stops after the address and the slave continues the transmission</a:t>
            </a:r>
          </a:p>
        </p:txBody>
      </p:sp>
      <p:sp>
        <p:nvSpPr>
          <p:cNvPr id="66564" name="Foliennummernplatzhalter 3">
            <a:extLst>
              <a:ext uri="{FF2B5EF4-FFF2-40B4-BE49-F238E27FC236}">
                <a16:creationId xmlns:a16="http://schemas.microsoft.com/office/drawing/2014/main" id="{F43A11B8-FC24-5350-B7DC-7CA5DC078FC0}"/>
              </a:ext>
            </a:extLst>
          </p:cNvPr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7937500" y="5296959"/>
            <a:ext cx="2286000" cy="3042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 latinLnBrk="1">
              <a:spcBef>
                <a:spcPct val="20000"/>
              </a:spcBef>
              <a:buClr>
                <a:srgbClr val="420371"/>
              </a:buClr>
              <a:buFont typeface="Wingdings" panose="05000000000000000000" pitchFamily="2" charset="2"/>
              <a:buChar char="Ø"/>
              <a:defRPr kumimoji="1" sz="2000">
                <a:solidFill>
                  <a:srgbClr val="160A44"/>
                </a:solidFill>
                <a:latin typeface="Verdana" panose="020B0604030504040204" pitchFamily="34" charset="0"/>
                <a:ea typeface="굴림" panose="020B0600000101010101" pitchFamily="34" charset="-127"/>
              </a:defRPr>
            </a:lvl1pPr>
            <a:lvl2pPr marL="619100" indent="-238115" latinLnBrk="1">
              <a:spcBef>
                <a:spcPct val="20000"/>
              </a:spcBef>
              <a:buClr>
                <a:srgbClr val="420371"/>
              </a:buClr>
              <a:buFont typeface="Wingdings" panose="05000000000000000000" pitchFamily="2" charset="2"/>
              <a:buChar char="Ø"/>
              <a:defRPr kumimoji="1" sz="2000">
                <a:solidFill>
                  <a:srgbClr val="160A44"/>
                </a:solidFill>
                <a:latin typeface="Verdana" panose="020B0604030504040204" pitchFamily="34" charset="0"/>
                <a:ea typeface="굴림" panose="020B0600000101010101" pitchFamily="34" charset="-127"/>
              </a:defRPr>
            </a:lvl2pPr>
            <a:lvl3pPr marL="952462" indent="-190492" latinLnBrk="1">
              <a:spcBef>
                <a:spcPct val="20000"/>
              </a:spcBef>
              <a:buClr>
                <a:srgbClr val="420371"/>
              </a:buClr>
              <a:buFont typeface="Wingdings" panose="05000000000000000000" pitchFamily="2" charset="2"/>
              <a:buChar char="Ø"/>
              <a:defRPr kumimoji="1" sz="2000">
                <a:solidFill>
                  <a:srgbClr val="160A44"/>
                </a:solidFill>
                <a:latin typeface="Verdana" panose="020B0604030504040204" pitchFamily="34" charset="0"/>
                <a:ea typeface="굴림" panose="020B0600000101010101" pitchFamily="34" charset="-127"/>
              </a:defRPr>
            </a:lvl3pPr>
            <a:lvl4pPr marL="1333447" indent="-190492" latinLnBrk="1">
              <a:spcBef>
                <a:spcPct val="20000"/>
              </a:spcBef>
              <a:buClr>
                <a:srgbClr val="420371"/>
              </a:buClr>
              <a:buFont typeface="Wingdings" panose="05000000000000000000" pitchFamily="2" charset="2"/>
              <a:buChar char="Ø"/>
              <a:defRPr kumimoji="1" sz="2000">
                <a:solidFill>
                  <a:srgbClr val="160A44"/>
                </a:solidFill>
                <a:latin typeface="Verdana" panose="020B0604030504040204" pitchFamily="34" charset="0"/>
                <a:ea typeface="굴림" panose="020B0600000101010101" pitchFamily="34" charset="-127"/>
              </a:defRPr>
            </a:lvl4pPr>
            <a:lvl5pPr marL="1714431" indent="-190492" latinLnBrk="1">
              <a:spcBef>
                <a:spcPct val="20000"/>
              </a:spcBef>
              <a:buClr>
                <a:srgbClr val="420371"/>
              </a:buClr>
              <a:buFont typeface="Wingdings" panose="05000000000000000000" pitchFamily="2" charset="2"/>
              <a:buChar char="Ø"/>
              <a:defRPr kumimoji="1" sz="2000">
                <a:solidFill>
                  <a:srgbClr val="160A44"/>
                </a:solidFill>
                <a:latin typeface="Verdana" panose="020B0604030504040204" pitchFamily="34" charset="0"/>
                <a:ea typeface="굴림" panose="020B0600000101010101" pitchFamily="34" charset="-127"/>
              </a:defRPr>
            </a:lvl5pPr>
            <a:lvl6pPr marL="2095416" indent="-190492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420371"/>
              </a:buClr>
              <a:buFont typeface="Wingdings" panose="05000000000000000000" pitchFamily="2" charset="2"/>
              <a:buChar char="Ø"/>
              <a:defRPr kumimoji="1" sz="2000">
                <a:solidFill>
                  <a:srgbClr val="160A44"/>
                </a:solidFill>
                <a:latin typeface="Verdana" panose="020B0604030504040204" pitchFamily="34" charset="0"/>
                <a:ea typeface="굴림" panose="020B0600000101010101" pitchFamily="34" charset="-127"/>
              </a:defRPr>
            </a:lvl6pPr>
            <a:lvl7pPr marL="2476401" indent="-190492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420371"/>
              </a:buClr>
              <a:buFont typeface="Wingdings" panose="05000000000000000000" pitchFamily="2" charset="2"/>
              <a:buChar char="Ø"/>
              <a:defRPr kumimoji="1" sz="2000">
                <a:solidFill>
                  <a:srgbClr val="160A44"/>
                </a:solidFill>
                <a:latin typeface="Verdana" panose="020B0604030504040204" pitchFamily="34" charset="0"/>
                <a:ea typeface="굴림" panose="020B0600000101010101" pitchFamily="34" charset="-127"/>
              </a:defRPr>
            </a:lvl7pPr>
            <a:lvl8pPr marL="2857386" indent="-190492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420371"/>
              </a:buClr>
              <a:buFont typeface="Wingdings" panose="05000000000000000000" pitchFamily="2" charset="2"/>
              <a:buChar char="Ø"/>
              <a:defRPr kumimoji="1" sz="2000">
                <a:solidFill>
                  <a:srgbClr val="160A44"/>
                </a:solidFill>
                <a:latin typeface="Verdana" panose="020B0604030504040204" pitchFamily="34" charset="0"/>
                <a:ea typeface="굴림" panose="020B0600000101010101" pitchFamily="34" charset="-127"/>
              </a:defRPr>
            </a:lvl8pPr>
            <a:lvl9pPr marL="3238370" indent="-190492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420371"/>
              </a:buClr>
              <a:buFont typeface="Wingdings" panose="05000000000000000000" pitchFamily="2" charset="2"/>
              <a:buChar char="Ø"/>
              <a:defRPr kumimoji="1" sz="2000">
                <a:solidFill>
                  <a:srgbClr val="160A44"/>
                </a:solidFill>
                <a:latin typeface="Verdana" panose="020B0604030504040204" pitchFamily="34" charset="0"/>
                <a:ea typeface="굴림" panose="020B0600000101010101" pitchFamily="34" charset="-127"/>
              </a:defRPr>
            </a:lvl9pPr>
          </a:lstStyle>
          <a:p>
            <a:pPr algn="r" eaLnBrk="1" latinLnBrk="0" hangingPunct="1">
              <a:spcBef>
                <a:spcPct val="0"/>
              </a:spcBef>
              <a:buClrTx/>
              <a:buFontTx/>
              <a:buNone/>
            </a:pPr>
            <a:fld id="{F1F8B663-D922-4D0F-8026-483F1EEB433B}" type="slidenum">
              <a:rPr lang="de-DE" altLang="en-US" sz="1500">
                <a:solidFill>
                  <a:srgbClr val="898989"/>
                </a:solidFill>
                <a:latin typeface="Arial" panose="020B0604020202020204" pitchFamily="34" charset="0"/>
              </a:rPr>
              <a:pPr algn="r" eaLnBrk="1" latinLnBrk="0" hangingPunct="1">
                <a:spcBef>
                  <a:spcPct val="0"/>
                </a:spcBef>
                <a:buClrTx/>
                <a:buFontTx/>
                <a:buNone/>
              </a:pPr>
              <a:t>9</a:t>
            </a:fld>
            <a:endParaRPr lang="en-US" altLang="en-US" sz="1500">
              <a:solidFill>
                <a:srgbClr val="898989"/>
              </a:solidFill>
              <a:latin typeface="Arial" panose="020B0604020202020204" pitchFamily="34" charset="0"/>
            </a:endParaRPr>
          </a:p>
        </p:txBody>
      </p:sp>
      <p:pic>
        <p:nvPicPr>
          <p:cNvPr id="66565" name="Grafik 5">
            <a:extLst>
              <a:ext uri="{FF2B5EF4-FFF2-40B4-BE49-F238E27FC236}">
                <a16:creationId xmlns:a16="http://schemas.microsoft.com/office/drawing/2014/main" id="{7433072D-772B-4A1C-7E7C-66F4C39B38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5795" y="2471362"/>
            <a:ext cx="8174968" cy="22053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3999692"/>
      </p:ext>
    </p:extLst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F968CE-74A3-36CE-C6CF-F5D2D01197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41" y="227904"/>
            <a:ext cx="8454886" cy="401832"/>
          </a:xfrm>
        </p:spPr>
        <p:txBody>
          <a:bodyPr/>
          <a:lstStyle/>
          <a:p>
            <a:r>
              <a:rPr lang="en-US" spc="-151" dirty="0">
                <a:solidFill>
                  <a:schemeClr val="accent2"/>
                </a:solidFill>
                <a:effectLst>
                  <a:outerShdw dist="38100" dir="2700000" algn="ctr" rotWithShape="0">
                    <a:srgbClr val="000000">
                      <a:alpha val="15000"/>
                    </a:srgbClr>
                  </a:outerShdw>
                </a:effectLst>
              </a:rPr>
              <a:t>The new Processor: </a:t>
            </a:r>
            <a:r>
              <a:rPr lang="en-GB" spc="-151" dirty="0">
                <a:solidFill>
                  <a:schemeClr val="accent2"/>
                </a:solidFill>
                <a:effectLst>
                  <a:outerShdw dist="38100" dir="2700000" algn="ctr" rotWithShape="0">
                    <a:srgbClr val="000000">
                      <a:alpha val="15000"/>
                    </a:srgbClr>
                  </a:outerShdw>
                </a:effectLst>
              </a:rPr>
              <a:t>XIAO nRF52840 Sense</a:t>
            </a:r>
            <a:r>
              <a:rPr lang="en-US" spc="-151" dirty="0">
                <a:solidFill>
                  <a:schemeClr val="accent2"/>
                </a:solidFill>
                <a:effectLst>
                  <a:outerShdw dist="38100" dir="2700000" algn="ctr" rotWithShape="0">
                    <a:srgbClr val="000000">
                      <a:alpha val="15000"/>
                    </a:srgbClr>
                  </a:outerShdw>
                </a:effectLst>
              </a:rPr>
              <a:t> </a:t>
            </a:r>
            <a:endParaRPr lang="en-GB" spc="-151" dirty="0">
              <a:solidFill>
                <a:schemeClr val="accent2"/>
              </a:solidFill>
              <a:effectLst>
                <a:outerShdw dist="38100" dir="2700000" algn="ctr" rotWithShape="0">
                  <a:srgbClr val="000000">
                    <a:alpha val="15000"/>
                  </a:srgbClr>
                </a:outerShdw>
              </a:effectLst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206848-9161-60BF-3BBE-43F16A86BE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2234" y="987385"/>
            <a:ext cx="5079346" cy="401832"/>
          </a:xfrm>
        </p:spPr>
        <p:txBody>
          <a:bodyPr/>
          <a:lstStyle/>
          <a:p>
            <a:r>
              <a:rPr lang="en-GB" sz="1600" dirty="0"/>
              <a:t>Ultra-compact </a:t>
            </a:r>
            <a:r>
              <a:rPr lang="en-GB" sz="1600" b="1" dirty="0" err="1"/>
              <a:t>Seeed</a:t>
            </a:r>
            <a:r>
              <a:rPr lang="en-GB" sz="1600" b="1" dirty="0"/>
              <a:t> Studio </a:t>
            </a:r>
            <a:r>
              <a:rPr lang="en-GB" sz="1600" dirty="0"/>
              <a:t>development board</a:t>
            </a:r>
          </a:p>
          <a:p>
            <a:r>
              <a:rPr lang="en-GB" sz="1600" dirty="0"/>
              <a:t>Very low power </a:t>
            </a:r>
            <a:r>
              <a:rPr lang="en-GB" sz="1600" b="1" dirty="0"/>
              <a:t>nRF52840 MCU</a:t>
            </a:r>
            <a:r>
              <a:rPr lang="en-GB" sz="1600" dirty="0"/>
              <a:t> (ARM Cortex-M4F, 64 MHz, BLE 5.0)</a:t>
            </a:r>
          </a:p>
          <a:p>
            <a:r>
              <a:rPr lang="en-GB" sz="1600" dirty="0"/>
              <a:t>Onboard </a:t>
            </a:r>
            <a:r>
              <a:rPr lang="en-GB" sz="1600" b="1" dirty="0"/>
              <a:t>6-axis IMU (LSM6DS3TR-C)</a:t>
            </a:r>
            <a:r>
              <a:rPr lang="en-GB" sz="1600" dirty="0"/>
              <a:t> → </a:t>
            </a:r>
            <a:r>
              <a:rPr lang="en-GB" sz="1600" b="1" dirty="0"/>
              <a:t>measures acceleration &amp; rotation</a:t>
            </a:r>
          </a:p>
          <a:p>
            <a:r>
              <a:rPr lang="en-GB" sz="1600" dirty="0"/>
              <a:t>Built-in </a:t>
            </a:r>
            <a:r>
              <a:rPr lang="en-GB" sz="1600" b="1" dirty="0"/>
              <a:t>PDM digital microphone</a:t>
            </a:r>
            <a:r>
              <a:rPr lang="en-GB" sz="1600" dirty="0"/>
              <a:t> (for audio/voice projects)</a:t>
            </a:r>
          </a:p>
          <a:p>
            <a:r>
              <a:rPr lang="en-GB" sz="1600" dirty="0"/>
              <a:t>Interfaces: </a:t>
            </a:r>
            <a:r>
              <a:rPr lang="en-GB" sz="1600" b="1" dirty="0"/>
              <a:t>UART, I²C, SPI, GPIO, ADC, PWM</a:t>
            </a:r>
            <a:endParaRPr lang="en-GB" sz="1600" dirty="0"/>
          </a:p>
          <a:p>
            <a:r>
              <a:rPr lang="en-GB" sz="1600" dirty="0"/>
              <a:t>Tiny size (20 × 17.8 mm), low power consumption</a:t>
            </a:r>
          </a:p>
          <a:p>
            <a:pPr marL="0" indent="0">
              <a:buNone/>
            </a:pPr>
            <a:endParaRPr lang="en-GB" sz="1600" b="1" dirty="0"/>
          </a:p>
          <a:p>
            <a:pPr marL="0" indent="0">
              <a:buNone/>
            </a:pPr>
            <a:endParaRPr lang="en-GB" sz="1600" b="1" dirty="0"/>
          </a:p>
          <a:p>
            <a:pPr marL="0" indent="0">
              <a:buNone/>
            </a:pPr>
            <a:r>
              <a:rPr lang="en-GB" sz="1600" b="1" dirty="0"/>
              <a:t>Think of it as a tiny “brain + ear + balance sensor” in one board.</a:t>
            </a:r>
            <a:endParaRPr lang="en-GB" sz="1600" dirty="0"/>
          </a:p>
          <a:p>
            <a:endParaRPr lang="en-GB" sz="16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7330E30-DE7C-D728-B141-AC9AD7F5FF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24355" y="2822491"/>
            <a:ext cx="3572346" cy="200051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73CE8EC-2FE5-40F2-17ED-80D991B06FD3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679375" y="856986"/>
            <a:ext cx="3279531" cy="20005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84625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pc="-151" dirty="0">
                <a:solidFill>
                  <a:schemeClr val="accent2"/>
                </a:solidFill>
                <a:effectLst>
                  <a:outerShdw dist="38100" dir="2700000" algn="ctr" rotWithShape="0">
                    <a:srgbClr val="000000">
                      <a:alpha val="15000"/>
                    </a:srgbClr>
                  </a:outerShdw>
                </a:effectLst>
              </a:rPr>
              <a:t>Why </a:t>
            </a:r>
            <a:r>
              <a:rPr lang="en-US" spc="-151" dirty="0">
                <a:solidFill>
                  <a:schemeClr val="accent2"/>
                </a:solidFill>
                <a:effectLst>
                  <a:outerShdw dist="38100" dir="2700000" algn="ctr" rotWithShape="0">
                    <a:srgbClr val="000000">
                      <a:alpha val="15000"/>
                    </a:srgbClr>
                  </a:outerShdw>
                </a:effectLst>
              </a:rPr>
              <a:t>IMU </a:t>
            </a:r>
            <a:r>
              <a:rPr spc="-151" dirty="0">
                <a:solidFill>
                  <a:schemeClr val="accent2"/>
                </a:solidFill>
                <a:effectLst>
                  <a:outerShdw dist="38100" dir="2700000" algn="ctr" rotWithShape="0">
                    <a:srgbClr val="000000">
                      <a:alpha val="15000"/>
                    </a:srgbClr>
                  </a:outerShdw>
                </a:effectLst>
              </a:rPr>
              <a:t>Sensors?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370" y="885291"/>
            <a:ext cx="7037525" cy="401832"/>
          </a:xfrm>
        </p:spPr>
        <p:txBody>
          <a:bodyPr/>
          <a:lstStyle/>
          <a:p>
            <a:r>
              <a:rPr sz="1800" dirty="0"/>
              <a:t>IMU (Inertial Measurement Unit) provides motion feedback.</a:t>
            </a:r>
            <a:endParaRPr lang="en-US" sz="1800" dirty="0"/>
          </a:p>
          <a:p>
            <a:r>
              <a:rPr lang="en-GB" sz="1800" dirty="0"/>
              <a:t>An IMU combines:</a:t>
            </a:r>
          </a:p>
          <a:p>
            <a:pPr lvl="1"/>
            <a:r>
              <a:rPr lang="en-GB" sz="1500" dirty="0"/>
              <a:t>Accelerometer → tilt &amp; linear acceleration</a:t>
            </a:r>
          </a:p>
          <a:p>
            <a:pPr lvl="1"/>
            <a:r>
              <a:rPr lang="en-GB" sz="1500" dirty="0"/>
              <a:t>Gyroscope → angular velocity (rotation rate)</a:t>
            </a:r>
          </a:p>
          <a:p>
            <a:pPr lvl="1"/>
            <a:r>
              <a:rPr lang="en-GB" sz="1500" dirty="0"/>
              <a:t>Optional Magnetometer → compass heading  (Not in our module)</a:t>
            </a:r>
          </a:p>
          <a:p>
            <a:r>
              <a:rPr lang="en-GB" sz="1800" dirty="0"/>
              <a:t>IMU output = </a:t>
            </a:r>
            <a:r>
              <a:rPr lang="en-GB" sz="1800" b="1" dirty="0"/>
              <a:t>roll, pitch, yaw </a:t>
            </a:r>
            <a:r>
              <a:rPr lang="en-GB" sz="1800" dirty="0"/>
              <a:t>→ tells us orientation.</a:t>
            </a:r>
          </a:p>
          <a:p>
            <a:endParaRPr sz="18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85D254A-8D93-6AF3-B2F5-EFF39091208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34110"/>
          <a:stretch>
            <a:fillRect/>
          </a:stretch>
        </p:blipFill>
        <p:spPr>
          <a:xfrm>
            <a:off x="804424" y="2845219"/>
            <a:ext cx="3619446" cy="271261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B68EBF4-12C1-82FB-909E-2BD306F25D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5730" y="3001017"/>
            <a:ext cx="2683846" cy="2325999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pc="-151" dirty="0">
                <a:solidFill>
                  <a:schemeClr val="accent2"/>
                </a:solidFill>
                <a:effectLst>
                  <a:outerShdw dist="38100" dir="2700000" algn="ctr" rotWithShape="0">
                    <a:srgbClr val="000000">
                      <a:alpha val="15000"/>
                    </a:srgbClr>
                  </a:outerShdw>
                </a:effectLst>
              </a:rPr>
              <a:t>Accelerometer (Theory)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2233" y="903047"/>
            <a:ext cx="7037525" cy="1103306"/>
          </a:xfrm>
        </p:spPr>
        <p:txBody>
          <a:bodyPr/>
          <a:lstStyle/>
          <a:p>
            <a:r>
              <a:rPr sz="1800" dirty="0"/>
              <a:t>Measures acceleration in X, Y, Z axes.</a:t>
            </a:r>
            <a:r>
              <a:rPr lang="en-US" sz="1800" dirty="0"/>
              <a:t> (m/S</a:t>
            </a:r>
            <a:r>
              <a:rPr lang="en-US" sz="1800" baseline="30000" dirty="0"/>
              <a:t>2</a:t>
            </a:r>
            <a:r>
              <a:rPr lang="en-US" sz="1800" dirty="0"/>
              <a:t>)</a:t>
            </a:r>
            <a:endParaRPr sz="1800" dirty="0"/>
          </a:p>
          <a:p>
            <a:r>
              <a:rPr sz="1800" b="1" dirty="0"/>
              <a:t>Senses gravity</a:t>
            </a:r>
            <a:r>
              <a:rPr sz="1800" dirty="0"/>
              <a:t>.</a:t>
            </a:r>
          </a:p>
          <a:p>
            <a:r>
              <a:rPr sz="1800" dirty="0"/>
              <a:t>detects leaning left/right, nose up/down, wave surges.</a:t>
            </a:r>
            <a:endParaRPr lang="en-US" sz="1800" dirty="0"/>
          </a:p>
          <a:p>
            <a:r>
              <a:rPr lang="en-US" sz="1800" dirty="0"/>
              <a:t>Not going to be used today in the lab  (m/S</a:t>
            </a:r>
            <a:r>
              <a:rPr lang="en-US" sz="1800" baseline="30000" dirty="0"/>
              <a:t>2</a:t>
            </a:r>
            <a:r>
              <a:rPr lang="en-US" sz="1800" dirty="0"/>
              <a:t>)</a:t>
            </a:r>
          </a:p>
          <a:p>
            <a:r>
              <a:rPr lang="en-US" sz="1800" dirty="0"/>
              <a:t>Can we use it to calculate velocity?</a:t>
            </a:r>
            <a:endParaRPr sz="18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8A4C675-D20C-39F6-0A35-5A5C2519A70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" r="-1395"/>
          <a:stretch>
            <a:fillRect/>
          </a:stretch>
        </p:blipFill>
        <p:spPr>
          <a:xfrm>
            <a:off x="2972966" y="2774198"/>
            <a:ext cx="5569743" cy="2712619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pc="-151" dirty="0">
                <a:solidFill>
                  <a:schemeClr val="accent2"/>
                </a:solidFill>
                <a:effectLst>
                  <a:outerShdw dist="38100" dir="2700000" algn="ctr" rotWithShape="0">
                    <a:srgbClr val="000000">
                      <a:alpha val="15000"/>
                    </a:srgbClr>
                  </a:outerShdw>
                </a:effectLst>
              </a:rPr>
              <a:t>Gyroscope (Theory)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1858" y="885293"/>
            <a:ext cx="7037525" cy="401832"/>
          </a:xfrm>
        </p:spPr>
        <p:txBody>
          <a:bodyPr/>
          <a:lstStyle/>
          <a:p>
            <a:r>
              <a:rPr sz="1800" dirty="0"/>
              <a:t>Measures angular velocity around X, Y, Z axes.</a:t>
            </a:r>
          </a:p>
          <a:p>
            <a:r>
              <a:rPr sz="1800" dirty="0"/>
              <a:t>Key use: yaw-rate (rotation left/right).</a:t>
            </a:r>
          </a:p>
          <a:p>
            <a:r>
              <a:rPr sz="1800" dirty="0"/>
              <a:t>On the boat: detects turning speed and fast changes.</a:t>
            </a:r>
          </a:p>
          <a:p>
            <a:r>
              <a:rPr sz="1800" b="1" dirty="0"/>
              <a:t>Limitations</a:t>
            </a:r>
            <a:r>
              <a:rPr sz="1800" dirty="0"/>
              <a:t>: drifts over time.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71BB3FF-940A-9866-B967-5B89705CDAB4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728621" y="1330857"/>
            <a:ext cx="4610955" cy="399616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85000" lnSpcReduction="20000"/>
          </a:bodyPr>
          <a:lstStyle/>
          <a:p>
            <a:pPr marL="0" indent="0">
              <a:buNone/>
            </a:pPr>
            <a:r>
              <a:rPr lang="en-US" sz="3900" spc="-151" dirty="0">
                <a:solidFill>
                  <a:schemeClr val="accent2"/>
                </a:solidFill>
                <a:effectLst>
                  <a:outerShdw dist="38100" dir="2700000" algn="ctr" rotWithShape="0">
                    <a:srgbClr val="000000">
                      <a:alpha val="15000"/>
                    </a:srgbClr>
                  </a:outerShdw>
                </a:effectLst>
                <a:latin typeface="+mj-lt"/>
                <a:ea typeface="+mj-ea"/>
                <a:cs typeface="+mj-cs"/>
              </a:rPr>
              <a:t>Why IMU?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30352" y="960120"/>
            <a:ext cx="79552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4F4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IMU turns acceleration + rotation into useful motion intelligence.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02920" y="1417320"/>
            <a:ext cx="2057400" cy="457200"/>
          </a:xfrm>
          <a:prstGeom prst="rect">
            <a:avLst/>
          </a:prstGeom>
          <a:solidFill>
            <a:srgbClr val="0A5A6B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76072" y="1554480"/>
            <a:ext cx="1911096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Area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2560320" y="1417320"/>
            <a:ext cx="2788920" cy="457200"/>
          </a:xfrm>
          <a:prstGeom prst="rect">
            <a:avLst/>
          </a:prstGeom>
          <a:solidFill>
            <a:srgbClr val="0A5A6B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633472" y="1554480"/>
            <a:ext cx="2642616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IMU Detects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349240" y="1417320"/>
            <a:ext cx="3291840" cy="457200"/>
          </a:xfrm>
          <a:prstGeom prst="rect">
            <a:avLst/>
          </a:prstGeom>
          <a:solidFill>
            <a:srgbClr val="0A5A6B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22392" y="1554480"/>
            <a:ext cx="3145536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 AIoT Output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02920" y="1874520"/>
            <a:ext cx="2057400" cy="457200"/>
          </a:xfrm>
          <a:prstGeom prst="rect">
            <a:avLst/>
          </a:prstGeom>
          <a:solidFill>
            <a:srgbClr val="F2F7F8"/>
          </a:solidFill>
          <a:ln w="7620">
            <a:solidFill>
              <a:srgbClr val="D9E5E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76072" y="1947672"/>
            <a:ext cx="1911096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20" b="1" dirty="0">
                <a:solidFill>
                  <a:srgbClr val="0A5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Sports</a:t>
            </a:r>
            <a:endParaRPr lang="en-US" sz="1120" dirty="0"/>
          </a:p>
        </p:txBody>
      </p:sp>
      <p:sp>
        <p:nvSpPr>
          <p:cNvPr id="13" name="Shape 11"/>
          <p:cNvSpPr/>
          <p:nvPr/>
        </p:nvSpPr>
        <p:spPr>
          <a:xfrm>
            <a:off x="2560320" y="1874520"/>
            <a:ext cx="2788920" cy="457200"/>
          </a:xfrm>
          <a:prstGeom prst="rect">
            <a:avLst/>
          </a:prstGeom>
          <a:solidFill>
            <a:srgbClr val="F2F7F8"/>
          </a:solidFill>
          <a:ln w="7620">
            <a:solidFill>
              <a:srgbClr val="D9E5E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33472" y="1947672"/>
            <a:ext cx="2642616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Gait, jump, swing speed, impact, balance</a:t>
            </a:r>
            <a:endParaRPr lang="en-US" sz="1020" dirty="0"/>
          </a:p>
        </p:txBody>
      </p:sp>
      <p:sp>
        <p:nvSpPr>
          <p:cNvPr id="15" name="Shape 13"/>
          <p:cNvSpPr/>
          <p:nvPr/>
        </p:nvSpPr>
        <p:spPr>
          <a:xfrm>
            <a:off x="5349240" y="1874520"/>
            <a:ext cx="3291840" cy="457200"/>
          </a:xfrm>
          <a:prstGeom prst="rect">
            <a:avLst/>
          </a:prstGeom>
          <a:solidFill>
            <a:srgbClr val="F2F7F8"/>
          </a:solidFill>
          <a:ln w="7620">
            <a:solidFill>
              <a:srgbClr val="D9E5E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22392" y="1947672"/>
            <a:ext cx="3145536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Technique feedback, activity class, injury-risk flag</a:t>
            </a:r>
            <a:endParaRPr lang="en-US" sz="1020" dirty="0"/>
          </a:p>
        </p:txBody>
      </p:sp>
      <p:sp>
        <p:nvSpPr>
          <p:cNvPr id="17" name="Shape 15"/>
          <p:cNvSpPr/>
          <p:nvPr/>
        </p:nvSpPr>
        <p:spPr>
          <a:xfrm>
            <a:off x="502920" y="2331720"/>
            <a:ext cx="2057400" cy="457200"/>
          </a:xfrm>
          <a:prstGeom prst="rect">
            <a:avLst/>
          </a:prstGeom>
          <a:solidFill>
            <a:srgbClr val="FFFFFF"/>
          </a:solidFill>
          <a:ln w="7620">
            <a:solidFill>
              <a:srgbClr val="D9E5E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76072" y="2404872"/>
            <a:ext cx="1911096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20" b="1" dirty="0">
                <a:solidFill>
                  <a:srgbClr val="0A5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 &amp; Rehab</a:t>
            </a:r>
            <a:endParaRPr lang="en-US" sz="1120" dirty="0"/>
          </a:p>
        </p:txBody>
      </p:sp>
      <p:sp>
        <p:nvSpPr>
          <p:cNvPr id="19" name="Shape 17"/>
          <p:cNvSpPr/>
          <p:nvPr/>
        </p:nvSpPr>
        <p:spPr>
          <a:xfrm>
            <a:off x="2560320" y="2331720"/>
            <a:ext cx="2788920" cy="457200"/>
          </a:xfrm>
          <a:prstGeom prst="rect">
            <a:avLst/>
          </a:prstGeom>
          <a:solidFill>
            <a:srgbClr val="FFFFFF"/>
          </a:solidFill>
          <a:ln w="7620">
            <a:solidFill>
              <a:srgbClr val="D9E5E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633472" y="2404872"/>
            <a:ext cx="2642616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Posture, range of motion, tremor, falls</a:t>
            </a:r>
            <a:endParaRPr lang="en-US" sz="1020" dirty="0"/>
          </a:p>
        </p:txBody>
      </p:sp>
      <p:sp>
        <p:nvSpPr>
          <p:cNvPr id="21" name="Shape 19"/>
          <p:cNvSpPr/>
          <p:nvPr/>
        </p:nvSpPr>
        <p:spPr>
          <a:xfrm>
            <a:off x="5349240" y="2331720"/>
            <a:ext cx="3291840" cy="457200"/>
          </a:xfrm>
          <a:prstGeom prst="rect">
            <a:avLst/>
          </a:prstGeom>
          <a:solidFill>
            <a:srgbClr val="FFFFFF"/>
          </a:solidFill>
          <a:ln w="7620">
            <a:solidFill>
              <a:srgbClr val="D9E5E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22392" y="2404872"/>
            <a:ext cx="3145536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Exercise counter, fall alert, rehab progress</a:t>
            </a:r>
            <a:endParaRPr lang="en-US" sz="1020" dirty="0"/>
          </a:p>
        </p:txBody>
      </p:sp>
      <p:sp>
        <p:nvSpPr>
          <p:cNvPr id="23" name="Shape 21"/>
          <p:cNvSpPr/>
          <p:nvPr/>
        </p:nvSpPr>
        <p:spPr>
          <a:xfrm>
            <a:off x="502920" y="2788920"/>
            <a:ext cx="2057400" cy="457200"/>
          </a:xfrm>
          <a:prstGeom prst="rect">
            <a:avLst/>
          </a:prstGeom>
          <a:solidFill>
            <a:srgbClr val="F2F7F8"/>
          </a:solidFill>
          <a:ln w="7620">
            <a:solidFill>
              <a:srgbClr val="D9E5E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76072" y="2862072"/>
            <a:ext cx="1911096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20" b="1" dirty="0">
                <a:solidFill>
                  <a:srgbClr val="0A5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Robotics &amp; Drones</a:t>
            </a:r>
            <a:endParaRPr lang="en-US" sz="1120" dirty="0"/>
          </a:p>
        </p:txBody>
      </p:sp>
      <p:sp>
        <p:nvSpPr>
          <p:cNvPr id="25" name="Shape 23"/>
          <p:cNvSpPr/>
          <p:nvPr/>
        </p:nvSpPr>
        <p:spPr>
          <a:xfrm>
            <a:off x="2560320" y="2788920"/>
            <a:ext cx="2788920" cy="457200"/>
          </a:xfrm>
          <a:prstGeom prst="rect">
            <a:avLst/>
          </a:prstGeom>
          <a:solidFill>
            <a:srgbClr val="F2F7F8"/>
          </a:solidFill>
          <a:ln w="7620">
            <a:solidFill>
              <a:srgbClr val="D9E5E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33472" y="2862072"/>
            <a:ext cx="2642616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Tilt, yaw rate, vibration, sudden motion</a:t>
            </a:r>
            <a:endParaRPr lang="en-US" sz="1020" dirty="0"/>
          </a:p>
        </p:txBody>
      </p:sp>
      <p:sp>
        <p:nvSpPr>
          <p:cNvPr id="27" name="Shape 25"/>
          <p:cNvSpPr/>
          <p:nvPr/>
        </p:nvSpPr>
        <p:spPr>
          <a:xfrm>
            <a:off x="5349240" y="2788920"/>
            <a:ext cx="3291840" cy="457200"/>
          </a:xfrm>
          <a:prstGeom prst="rect">
            <a:avLst/>
          </a:prstGeom>
          <a:solidFill>
            <a:srgbClr val="F2F7F8"/>
          </a:solidFill>
          <a:ln w="7620">
            <a:solidFill>
              <a:srgbClr val="D9E5E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22392" y="2862072"/>
            <a:ext cx="3145536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Stabilization, navigation, crash detection</a:t>
            </a:r>
            <a:endParaRPr lang="en-US" sz="1020" dirty="0"/>
          </a:p>
        </p:txBody>
      </p:sp>
      <p:sp>
        <p:nvSpPr>
          <p:cNvPr id="29" name="Shape 27"/>
          <p:cNvSpPr/>
          <p:nvPr/>
        </p:nvSpPr>
        <p:spPr>
          <a:xfrm>
            <a:off x="502920" y="3246120"/>
            <a:ext cx="2057400" cy="457200"/>
          </a:xfrm>
          <a:prstGeom prst="rect">
            <a:avLst/>
          </a:prstGeom>
          <a:solidFill>
            <a:srgbClr val="FFFFFF"/>
          </a:solidFill>
          <a:ln w="7620">
            <a:solidFill>
              <a:srgbClr val="D9E5E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76072" y="3319272"/>
            <a:ext cx="1911096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20" b="1" dirty="0">
                <a:solidFill>
                  <a:srgbClr val="0A5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Industrial Tools</a:t>
            </a:r>
            <a:endParaRPr lang="en-US" sz="1120" dirty="0"/>
          </a:p>
        </p:txBody>
      </p:sp>
      <p:sp>
        <p:nvSpPr>
          <p:cNvPr id="31" name="Shape 29"/>
          <p:cNvSpPr/>
          <p:nvPr/>
        </p:nvSpPr>
        <p:spPr>
          <a:xfrm>
            <a:off x="2560320" y="3246120"/>
            <a:ext cx="2788920" cy="457200"/>
          </a:xfrm>
          <a:prstGeom prst="rect">
            <a:avLst/>
          </a:prstGeom>
          <a:solidFill>
            <a:srgbClr val="FFFFFF"/>
          </a:solidFill>
          <a:ln w="7620">
            <a:solidFill>
              <a:srgbClr val="D9E5E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633472" y="3319272"/>
            <a:ext cx="2642616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2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Vibration</a:t>
            </a:r>
            <a:r>
              <a:rPr lang="en-US" sz="102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tool motion, </a:t>
            </a:r>
            <a:r>
              <a:rPr lang="en-US" sz="102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shock events</a:t>
            </a:r>
            <a:endParaRPr lang="en-US" sz="1020" b="1" dirty="0"/>
          </a:p>
        </p:txBody>
      </p:sp>
      <p:sp>
        <p:nvSpPr>
          <p:cNvPr id="33" name="Shape 31"/>
          <p:cNvSpPr/>
          <p:nvPr/>
        </p:nvSpPr>
        <p:spPr>
          <a:xfrm>
            <a:off x="5349240" y="3246120"/>
            <a:ext cx="3291840" cy="457200"/>
          </a:xfrm>
          <a:prstGeom prst="rect">
            <a:avLst/>
          </a:prstGeom>
          <a:solidFill>
            <a:srgbClr val="FFFFFF"/>
          </a:solidFill>
          <a:ln w="7620">
            <a:solidFill>
              <a:srgbClr val="D9E5E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422392" y="3319272"/>
            <a:ext cx="3145536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Tool-wear warning, maintenance alert</a:t>
            </a:r>
            <a:endParaRPr lang="en-US" sz="1020" dirty="0"/>
          </a:p>
        </p:txBody>
      </p:sp>
      <p:sp>
        <p:nvSpPr>
          <p:cNvPr id="35" name="Shape 33"/>
          <p:cNvSpPr/>
          <p:nvPr/>
        </p:nvSpPr>
        <p:spPr>
          <a:xfrm>
            <a:off x="502920" y="3703320"/>
            <a:ext cx="2057400" cy="457200"/>
          </a:xfrm>
          <a:prstGeom prst="rect">
            <a:avLst/>
          </a:prstGeom>
          <a:solidFill>
            <a:srgbClr val="F2F7F8"/>
          </a:solidFill>
          <a:ln w="7620">
            <a:solidFill>
              <a:srgbClr val="D9E5E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76072" y="3776472"/>
            <a:ext cx="1911096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20" b="1" dirty="0">
                <a:solidFill>
                  <a:srgbClr val="0A5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Vehicles &amp; Logistics</a:t>
            </a:r>
            <a:endParaRPr lang="en-US" sz="1120" dirty="0"/>
          </a:p>
        </p:txBody>
      </p:sp>
      <p:sp>
        <p:nvSpPr>
          <p:cNvPr id="37" name="Shape 35"/>
          <p:cNvSpPr/>
          <p:nvPr/>
        </p:nvSpPr>
        <p:spPr>
          <a:xfrm>
            <a:off x="2560320" y="3703320"/>
            <a:ext cx="2788920" cy="457200"/>
          </a:xfrm>
          <a:prstGeom prst="rect">
            <a:avLst/>
          </a:prstGeom>
          <a:solidFill>
            <a:srgbClr val="F2F7F8"/>
          </a:solidFill>
          <a:ln w="7620">
            <a:solidFill>
              <a:srgbClr val="D9E5E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633472" y="3776472"/>
            <a:ext cx="2642616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2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Harsh braking</a:t>
            </a:r>
            <a:r>
              <a:rPr lang="en-US" sz="102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crash, tilt, package shock</a:t>
            </a:r>
            <a:endParaRPr lang="en-US" sz="1020" dirty="0"/>
          </a:p>
        </p:txBody>
      </p:sp>
      <p:sp>
        <p:nvSpPr>
          <p:cNvPr id="39" name="Shape 37"/>
          <p:cNvSpPr/>
          <p:nvPr/>
        </p:nvSpPr>
        <p:spPr>
          <a:xfrm>
            <a:off x="5349240" y="3703320"/>
            <a:ext cx="3291840" cy="457200"/>
          </a:xfrm>
          <a:prstGeom prst="rect">
            <a:avLst/>
          </a:prstGeom>
          <a:solidFill>
            <a:srgbClr val="F2F7F8"/>
          </a:solidFill>
          <a:ln w="7620">
            <a:solidFill>
              <a:srgbClr val="D9E5E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422392" y="3776472"/>
            <a:ext cx="3145536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Driver score, accident event, shipment quality log</a:t>
            </a:r>
            <a:endParaRPr lang="en-US" sz="1020" dirty="0"/>
          </a:p>
        </p:txBody>
      </p:sp>
      <p:sp>
        <p:nvSpPr>
          <p:cNvPr id="41" name="Shape 39"/>
          <p:cNvSpPr/>
          <p:nvPr/>
        </p:nvSpPr>
        <p:spPr>
          <a:xfrm>
            <a:off x="502920" y="4160520"/>
            <a:ext cx="2057400" cy="457200"/>
          </a:xfrm>
          <a:prstGeom prst="rect">
            <a:avLst/>
          </a:prstGeom>
          <a:solidFill>
            <a:srgbClr val="FFFFFF"/>
          </a:solidFill>
          <a:ln w="7620">
            <a:solidFill>
              <a:srgbClr val="D9E5E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76072" y="4233672"/>
            <a:ext cx="1911096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20" b="1" dirty="0">
                <a:solidFill>
                  <a:srgbClr val="0A5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 / Wearables</a:t>
            </a:r>
            <a:endParaRPr lang="en-US" sz="1120" dirty="0"/>
          </a:p>
        </p:txBody>
      </p:sp>
      <p:sp>
        <p:nvSpPr>
          <p:cNvPr id="43" name="Shape 41"/>
          <p:cNvSpPr/>
          <p:nvPr/>
        </p:nvSpPr>
        <p:spPr>
          <a:xfrm>
            <a:off x="2560320" y="4160520"/>
            <a:ext cx="2788920" cy="457200"/>
          </a:xfrm>
          <a:prstGeom prst="rect">
            <a:avLst/>
          </a:prstGeom>
          <a:solidFill>
            <a:srgbClr val="FFFFFF"/>
          </a:solidFill>
          <a:ln w="7620">
            <a:solidFill>
              <a:srgbClr val="D9E5E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633472" y="4233672"/>
            <a:ext cx="2642616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Head/hand orientation and gesture patterns</a:t>
            </a:r>
            <a:endParaRPr lang="en-US" sz="1020" dirty="0"/>
          </a:p>
        </p:txBody>
      </p:sp>
      <p:sp>
        <p:nvSpPr>
          <p:cNvPr id="45" name="Shape 43"/>
          <p:cNvSpPr/>
          <p:nvPr/>
        </p:nvSpPr>
        <p:spPr>
          <a:xfrm>
            <a:off x="5349240" y="4160520"/>
            <a:ext cx="3291840" cy="457200"/>
          </a:xfrm>
          <a:prstGeom prst="rect">
            <a:avLst/>
          </a:prstGeom>
          <a:solidFill>
            <a:srgbClr val="FFFFFF"/>
          </a:solidFill>
          <a:ln w="7620">
            <a:solidFill>
              <a:srgbClr val="D9E5E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422392" y="4233672"/>
            <a:ext cx="3145536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Gesture control, immersive motion tracking</a:t>
            </a:r>
            <a:endParaRPr lang="en-US" sz="1020" dirty="0"/>
          </a:p>
        </p:txBody>
      </p:sp>
      <p:sp>
        <p:nvSpPr>
          <p:cNvPr id="47" name="Shape 45"/>
          <p:cNvSpPr/>
          <p:nvPr/>
        </p:nvSpPr>
        <p:spPr>
          <a:xfrm>
            <a:off x="658368" y="4736592"/>
            <a:ext cx="7818120" cy="438912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9EBEE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58368" y="4736592"/>
            <a:ext cx="73152" cy="438912"/>
          </a:xfrm>
          <a:prstGeom prst="rect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22960" y="4837176"/>
            <a:ext cx="740664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Today’s lab link: record AX/AY/AZ + GX/GY/GZ.</a:t>
            </a:r>
            <a:endParaRPr lang="en-US" sz="1150" dirty="0"/>
          </a:p>
        </p:txBody>
      </p:sp>
      <p:sp>
        <p:nvSpPr>
          <p:cNvPr id="52" name="Text 50"/>
          <p:cNvSpPr/>
          <p:nvPr/>
        </p:nvSpPr>
        <p:spPr>
          <a:xfrm>
            <a:off x="8430768" y="5486400"/>
            <a:ext cx="22860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82BFF4-B9AC-F000-292A-9C5E873728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271D9AE-E254-B6CB-F108-3DD6D717C4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3200" dirty="0"/>
              <a:t>Proposed Projects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074700F-088A-126D-677D-057A3EB9329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Using AIOT for Innovation</a:t>
            </a:r>
            <a:endParaRPr lang="en-GB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69BC3A3-D8FF-9025-0948-5843AE6F3FEF}"/>
              </a:ext>
            </a:extLst>
          </p:cNvPr>
          <p:cNvSpPr txBox="1"/>
          <p:nvPr/>
        </p:nvSpPr>
        <p:spPr>
          <a:xfrm>
            <a:off x="457199" y="1272166"/>
            <a:ext cx="8183564" cy="24684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GB" b="1" u="sng" dirty="0"/>
              <a:t>ECG Node using </a:t>
            </a:r>
            <a:r>
              <a:rPr lang="en-GB" b="1" u="sng" dirty="0" err="1"/>
              <a:t>AIoT</a:t>
            </a:r>
            <a:endParaRPr lang="en-GB" u="sng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GB" b="1" dirty="0"/>
              <a:t>Sound Pollution Classifier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b="1" dirty="0"/>
              <a:t>Smart Respiratory Monitor</a:t>
            </a:r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18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b="1" dirty="0"/>
              <a:t>Vibration Analysis for Tool Wear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b="1" dirty="0"/>
              <a:t>Sports Analysis (for you to decide)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1800" kern="100" dirty="0"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GB" sz="1800" b="1" kern="100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List is open for Innovation</a:t>
            </a:r>
            <a:endParaRPr lang="en-GB" sz="1400" b="1" dirty="0"/>
          </a:p>
        </p:txBody>
      </p:sp>
      <p:sp>
        <p:nvSpPr>
          <p:cNvPr id="11" name="Text Box 38">
            <a:extLst>
              <a:ext uri="{FF2B5EF4-FFF2-40B4-BE49-F238E27FC236}">
                <a16:creationId xmlns:a16="http://schemas.microsoft.com/office/drawing/2014/main" id="{1B2C55EB-297B-CC7E-1567-E4E7E099DE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05996" y="-696480"/>
            <a:ext cx="663575" cy="317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Item 1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8" name="Text Box 1">
            <a:extLst>
              <a:ext uri="{FF2B5EF4-FFF2-40B4-BE49-F238E27FC236}">
                <a16:creationId xmlns:a16="http://schemas.microsoft.com/office/drawing/2014/main" id="{D8723254-9271-413C-534B-03706A0608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74333" y="-2085542"/>
            <a:ext cx="623888" cy="441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9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Item</a:t>
            </a:r>
            <a:endParaRPr kumimoji="0" lang="en-US" altLang="en-US" sz="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9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1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9" name="Text Box 5">
            <a:extLst>
              <a:ext uri="{FF2B5EF4-FFF2-40B4-BE49-F238E27FC236}">
                <a16:creationId xmlns:a16="http://schemas.microsoft.com/office/drawing/2014/main" id="{DB9FB11F-D3B3-18A8-8744-D4021203AA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94833" y="-1194955"/>
            <a:ext cx="623888" cy="441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9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Item</a:t>
            </a:r>
            <a:endParaRPr kumimoji="0" lang="en-US" altLang="en-US" sz="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9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2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2" name="Rectangle 19">
            <a:extLst>
              <a:ext uri="{FF2B5EF4-FFF2-40B4-BE49-F238E27FC236}">
                <a16:creationId xmlns:a16="http://schemas.microsoft.com/office/drawing/2014/main" id="{DC14A50F-6BDD-D2FA-2833-829F1B67DD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88308" y="-301105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altLang="en-US" sz="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GB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GB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4" name="Rectangle 22">
            <a:extLst>
              <a:ext uri="{FF2B5EF4-FFF2-40B4-BE49-F238E27FC236}">
                <a16:creationId xmlns:a16="http://schemas.microsoft.com/office/drawing/2014/main" id="{E536B336-9308-BF8D-C606-ED5B12A350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88308" y="-301105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833772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Title 1">
            <a:extLst>
              <a:ext uri="{FF2B5EF4-FFF2-40B4-BE49-F238E27FC236}">
                <a16:creationId xmlns:a16="http://schemas.microsoft.com/office/drawing/2014/main" id="{CC9DF934-F0DC-64DD-0FD9-A01B6F5C6B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2232" y="135902"/>
            <a:ext cx="7037526" cy="401832"/>
          </a:xfrm>
        </p:spPr>
        <p:txBody>
          <a:bodyPr/>
          <a:lstStyle/>
          <a:p>
            <a:pPr algn="l"/>
            <a:r>
              <a:rPr lang="en-CA" altLang="en-US" dirty="0">
                <a:latin typeface="Arial" panose="020B0604020202020204" pitchFamily="34" charset="0"/>
              </a:rPr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358AD6-F577-E96D-222B-98BF76141D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CA" sz="1667" dirty="0">
                <a:hlinkClick r:id="rId3"/>
              </a:rPr>
              <a:t>https://docs.arduino.cc</a:t>
            </a:r>
            <a:endParaRPr lang="en-CA" sz="1667" dirty="0"/>
          </a:p>
          <a:p>
            <a:pPr>
              <a:defRPr/>
            </a:pPr>
            <a:r>
              <a:rPr lang="en-CA" sz="1667" dirty="0">
                <a:hlinkClick r:id="rId4"/>
              </a:rPr>
              <a:t>http://docs.arduino.cc/tutorials/</a:t>
            </a:r>
            <a:endParaRPr lang="en-CA" sz="1667" dirty="0"/>
          </a:p>
          <a:p>
            <a:pPr>
              <a:defRPr/>
            </a:pPr>
            <a:r>
              <a:rPr lang="en-CA" sz="1667" dirty="0">
                <a:hlinkClick r:id="rId5"/>
              </a:rPr>
              <a:t>http://www.instructables.com/tag/type-id/category-technology/channel-arduino/</a:t>
            </a:r>
            <a:endParaRPr lang="en-CA" sz="1667" dirty="0"/>
          </a:p>
          <a:p>
            <a:pPr>
              <a:defRPr/>
            </a:pPr>
            <a:r>
              <a:rPr lang="en-CA" sz="1667" dirty="0">
                <a:hlinkClick r:id="rId6"/>
              </a:rPr>
              <a:t>https://www.arduino.cc/en/Reference/HomePage</a:t>
            </a:r>
            <a:endParaRPr lang="en-CA" sz="1667" dirty="0"/>
          </a:p>
          <a:p>
            <a:pPr marL="0" indent="0">
              <a:buNone/>
              <a:defRPr/>
            </a:pPr>
            <a:endParaRPr lang="en-CA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71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2815792"/>
      </p:ext>
    </p:extLst>
  </p:cSld>
  <p:clrMapOvr>
    <a:masterClrMapping/>
  </p:clrMapOvr>
</p:sld>
</file>

<file path=ppt/theme/theme1.xml><?xml version="1.0" encoding="utf-8"?>
<a:theme xmlns:a="http://schemas.openxmlformats.org/drawingml/2006/main" name="Master Pitch">
  <a:themeElements>
    <a:clrScheme name="Colored">
      <a:dk1>
        <a:sysClr val="windowText" lastClr="000000"/>
      </a:dk1>
      <a:lt1>
        <a:sysClr val="window" lastClr="FFFFFF"/>
      </a:lt1>
      <a:dk2>
        <a:srgbClr val="122C4D"/>
      </a:dk2>
      <a:lt2>
        <a:srgbClr val="FFFCFF"/>
      </a:lt2>
      <a:accent1>
        <a:srgbClr val="46556A"/>
      </a:accent1>
      <a:accent2>
        <a:srgbClr val="1487B1"/>
      </a:accent2>
      <a:accent3>
        <a:srgbClr val="44BE9B"/>
      </a:accent3>
      <a:accent4>
        <a:srgbClr val="9CB833"/>
      </a:accent4>
      <a:accent5>
        <a:srgbClr val="F98634"/>
      </a:accent5>
      <a:accent6>
        <a:srgbClr val="D44024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38796</TotalTime>
  <Words>1034</Words>
  <Application>Microsoft Office PowerPoint</Application>
  <PresentationFormat>On-screen Show (16:10)</PresentationFormat>
  <Paragraphs>164</Paragraphs>
  <Slides>17</Slides>
  <Notes>7</Notes>
  <HiddenSlides>0</HiddenSlides>
  <MMClips>0</MMClips>
  <ScaleCrop>false</ScaleCrop>
  <HeadingPairs>
    <vt:vector size="8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8" baseType="lpstr">
      <vt:lpstr>ＭＳ Ｐゴシック</vt:lpstr>
      <vt:lpstr>Arial</vt:lpstr>
      <vt:lpstr>Calibri</vt:lpstr>
      <vt:lpstr>FontAwesome</vt:lpstr>
      <vt:lpstr>GillSans-SemiBold</vt:lpstr>
      <vt:lpstr>Helvetica Light</vt:lpstr>
      <vt:lpstr>Lato Light</vt:lpstr>
      <vt:lpstr>Lato Regular</vt:lpstr>
      <vt:lpstr>Wingdings</vt:lpstr>
      <vt:lpstr>Master Pitch</vt:lpstr>
      <vt:lpstr>Visio</vt:lpstr>
      <vt:lpstr>PowerPoint Presentation</vt:lpstr>
      <vt:lpstr>What are Going to Explore today?</vt:lpstr>
      <vt:lpstr>What are Sensors?</vt:lpstr>
      <vt:lpstr>Why Sensors are Important?</vt:lpstr>
      <vt:lpstr>Endless Phenomenon</vt:lpstr>
      <vt:lpstr>Signals</vt:lpstr>
      <vt:lpstr>Buses = the Nervous System</vt:lpstr>
      <vt:lpstr>Two-Wire-Interface (I²C)</vt:lpstr>
      <vt:lpstr>I2C: A Protocol with address!</vt:lpstr>
      <vt:lpstr>The new Processor: XIAO nRF52840 Sense </vt:lpstr>
      <vt:lpstr>Why IMU Sensors?</vt:lpstr>
      <vt:lpstr>Accelerometer (Theory)</vt:lpstr>
      <vt:lpstr>Gyroscope (Theory)</vt:lpstr>
      <vt:lpstr>PowerPoint Presentation</vt:lpstr>
      <vt:lpstr>Proposed Projects</vt:lpstr>
      <vt:lpstr>References</vt:lpstr>
      <vt:lpstr>PowerPoint Presentation</vt:lpstr>
    </vt:vector>
  </TitlesOfParts>
  <Company>Zacomic Studios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Olvin Rivera</dc:creator>
  <cp:lastModifiedBy>Amr Talaat Abdel-Hamid</cp:lastModifiedBy>
  <cp:revision>1337</cp:revision>
  <dcterms:created xsi:type="dcterms:W3CDTF">2015-06-05T17:51:08Z</dcterms:created>
  <dcterms:modified xsi:type="dcterms:W3CDTF">2026-06-29T07:10:23Z</dcterms:modified>
</cp:coreProperties>
</file>