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6" r:id="rId4"/>
    <p:sldId id="269" r:id="rId5"/>
    <p:sldId id="270" r:id="rId6"/>
    <p:sldId id="271" r:id="rId7"/>
    <p:sldId id="272" r:id="rId8"/>
    <p:sldId id="273" r:id="rId9"/>
    <p:sldId id="275" r:id="rId10"/>
    <p:sldId id="274" r:id="rId11"/>
    <p:sldId id="277" r:id="rId12"/>
    <p:sldId id="278" r:id="rId13"/>
    <p:sldId id="279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A1A2"/>
    <a:srgbClr val="ABB7D6"/>
    <a:srgbClr val="EC7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 autoAdjust="0"/>
    <p:restoredTop sz="87347" autoAdjust="0"/>
  </p:normalViewPr>
  <p:slideViewPr>
    <p:cSldViewPr snapToGrid="0" snapToObjects="1">
      <p:cViewPr varScale="1">
        <p:scale>
          <a:sx n="142" d="100"/>
          <a:sy n="142" d="100"/>
        </p:scale>
        <p:origin x="182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08AE-5E5A-BE4A-93A5-520085E78E4D}" type="datetimeFigureOut">
              <a:rPr lang="en-IT" smtClean="0"/>
              <a:t>6/29/26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373D8-6B8A-7C42-8E6F-DCB490067EF1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5836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4508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C768-8D30-8B65-F143-08658AE0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52A5A-FDA2-EBAB-91A4-41A39F2FB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F6EFF-8F72-4A29-8BE5-5EFF5E38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A1BAD-CACD-2910-3A58-CA871072A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39395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97350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28FA-19C2-1EED-CD2A-B74D1526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473E6-372F-1BAE-B5E6-86F13385E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305E8-13E4-408F-F49A-EE07940FB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B56E-60AE-A2DB-1987-BCB0F98DA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19983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324F-2D31-727B-045F-250E4219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F3151-04C8-373A-B7EC-3D0E9731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5846B-75EE-B6B7-9678-4C673E9A3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CB1CC-178B-472D-6F20-483112B3C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230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1199-5810-8FBD-FB83-E44E3A40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FAD6C-F6D6-CA7F-A6A9-DEA7163F4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26373-286E-E8B2-AA4B-42AA7527E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969CD-27F6-178B-11A2-407975E2A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0368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5077-E5FB-39EF-0EB7-C7E31356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C2D80-8EF5-7E63-EDF4-30744B69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6FDCF-AA8A-58B2-B6E9-57EB3EA08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6D4D0-12DF-D061-92B1-9DF382702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37341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59A1-49E5-7753-229A-D94F3E11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F3CA2-D09E-5D35-9624-3A9505C56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A4C22-1FDC-2A92-650F-FA25A9DC6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0382B-F24E-21F5-4ED9-6F68DA651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09017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8A00-CD9E-3CBD-E900-3D0D6800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ADAB6-B8BF-DA58-EFA3-A88AB5C01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947B7-7CCF-2320-0084-5C56514C2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DA435-EC26-9EB0-6376-FFC6A780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68918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2638-8239-CDA2-4859-05A6AF2B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9777C-ADA3-1528-CF21-F15F77FAB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EF1CD-DB0D-65CA-F394-20EA498C4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E2608-8A83-2E86-3FD6-3851C9DD7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458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80F-06E1-02ED-6981-0EF698F1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D268B-23F1-4FD2-BA5F-8D48A26F2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22C6-4EBD-5163-20A2-7BA3976A5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63F82-2B5B-6B53-59DD-15482D4A5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9970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EFF0-0862-6396-4E30-E00E2981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4197F-DA60-3533-DF19-08F3A8316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41CBF-810D-7967-F6AE-FD024404C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798AE-C00A-4002-BBB8-F87775E2E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1617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3E69-885A-EC1C-0431-510A2577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74298-C13C-AEEE-451B-4CC0D5045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B9349-A56A-ACF8-8EFF-D13A1DA3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270A-3B1A-AFFA-425F-9B13066DC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73D8-6B8A-7C42-8E6F-DCB490067EF1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42998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 flipV="1">
            <a:off x="0" y="405361"/>
            <a:ext cx="6977430" cy="4780471"/>
          </a:xfrm>
          <a:custGeom>
            <a:avLst/>
            <a:gdLst>
              <a:gd name="connsiteX0" fmla="*/ 0 w 1028700"/>
              <a:gd name="connsiteY0" fmla="*/ 0 h 5943600"/>
              <a:gd name="connsiteX1" fmla="*/ 1028700 w 1028700"/>
              <a:gd name="connsiteY1" fmla="*/ 0 h 5943600"/>
              <a:gd name="connsiteX2" fmla="*/ 1028700 w 1028700"/>
              <a:gd name="connsiteY2" fmla="*/ 5943600 h 5943600"/>
              <a:gd name="connsiteX3" fmla="*/ 0 w 1028700"/>
              <a:gd name="connsiteY3" fmla="*/ 5943600 h 5943600"/>
              <a:gd name="connsiteX4" fmla="*/ 0 w 10287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0 w 3086100"/>
              <a:gd name="connsiteY3" fmla="*/ 5943600 h 5943600"/>
              <a:gd name="connsiteX4" fmla="*/ 0 w 30861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624801 w 3086100"/>
              <a:gd name="connsiteY3" fmla="*/ 5943600 h 5943600"/>
              <a:gd name="connsiteX4" fmla="*/ 0 w 3086100"/>
              <a:gd name="connsiteY4" fmla="*/ 0 h 5943600"/>
              <a:gd name="connsiteX0" fmla="*/ 0 w 2461299"/>
              <a:gd name="connsiteY0" fmla="*/ 0 h 5993578"/>
              <a:gd name="connsiteX1" fmla="*/ 403899 w 2461299"/>
              <a:gd name="connsiteY1" fmla="*/ 49978 h 5993578"/>
              <a:gd name="connsiteX2" fmla="*/ 2461299 w 2461299"/>
              <a:gd name="connsiteY2" fmla="*/ 5993578 h 5993578"/>
              <a:gd name="connsiteX3" fmla="*/ 0 w 2461299"/>
              <a:gd name="connsiteY3" fmla="*/ 5993578 h 5993578"/>
              <a:gd name="connsiteX4" fmla="*/ 0 w 2461299"/>
              <a:gd name="connsiteY4" fmla="*/ 0 h 5993578"/>
              <a:gd name="connsiteX0" fmla="*/ 24993 w 2461299"/>
              <a:gd name="connsiteY0" fmla="*/ 12494 h 5943600"/>
              <a:gd name="connsiteX1" fmla="*/ 403899 w 2461299"/>
              <a:gd name="connsiteY1" fmla="*/ 0 h 5943600"/>
              <a:gd name="connsiteX2" fmla="*/ 2461299 w 2461299"/>
              <a:gd name="connsiteY2" fmla="*/ 5943600 h 5943600"/>
              <a:gd name="connsiteX3" fmla="*/ 0 w 2461299"/>
              <a:gd name="connsiteY3" fmla="*/ 5943600 h 5943600"/>
              <a:gd name="connsiteX4" fmla="*/ 24993 w 2461299"/>
              <a:gd name="connsiteY4" fmla="*/ 12494 h 5943600"/>
              <a:gd name="connsiteX0" fmla="*/ 1 w 2461299"/>
              <a:gd name="connsiteY0" fmla="*/ 0 h 5943601"/>
              <a:gd name="connsiteX1" fmla="*/ 403899 w 2461299"/>
              <a:gd name="connsiteY1" fmla="*/ 1 h 5943601"/>
              <a:gd name="connsiteX2" fmla="*/ 2461299 w 2461299"/>
              <a:gd name="connsiteY2" fmla="*/ 5943601 h 5943601"/>
              <a:gd name="connsiteX3" fmla="*/ 0 w 2461299"/>
              <a:gd name="connsiteY3" fmla="*/ 5943601 h 5943601"/>
              <a:gd name="connsiteX4" fmla="*/ 1 w 2461299"/>
              <a:gd name="connsiteY4" fmla="*/ 0 h 5943601"/>
              <a:gd name="connsiteX0" fmla="*/ 1 w 3023619"/>
              <a:gd name="connsiteY0" fmla="*/ 0 h 7517923"/>
              <a:gd name="connsiteX1" fmla="*/ 403899 w 3023619"/>
              <a:gd name="connsiteY1" fmla="*/ 1 h 7517923"/>
              <a:gd name="connsiteX2" fmla="*/ 3023619 w 3023619"/>
              <a:gd name="connsiteY2" fmla="*/ 7517923 h 7517923"/>
              <a:gd name="connsiteX3" fmla="*/ 0 w 3023619"/>
              <a:gd name="connsiteY3" fmla="*/ 5943601 h 7517923"/>
              <a:gd name="connsiteX4" fmla="*/ 1 w 3023619"/>
              <a:gd name="connsiteY4" fmla="*/ 0 h 7517923"/>
              <a:gd name="connsiteX0" fmla="*/ 12497 w 3036115"/>
              <a:gd name="connsiteY0" fmla="*/ 0 h 7517924"/>
              <a:gd name="connsiteX1" fmla="*/ 416395 w 3036115"/>
              <a:gd name="connsiteY1" fmla="*/ 1 h 7517924"/>
              <a:gd name="connsiteX2" fmla="*/ 3036115 w 3036115"/>
              <a:gd name="connsiteY2" fmla="*/ 7517923 h 7517924"/>
              <a:gd name="connsiteX3" fmla="*/ 0 w 3036115"/>
              <a:gd name="connsiteY3" fmla="*/ 7517924 h 7517924"/>
              <a:gd name="connsiteX4" fmla="*/ 12497 w 3036115"/>
              <a:gd name="connsiteY4" fmla="*/ 0 h 7517924"/>
              <a:gd name="connsiteX0" fmla="*/ 0 w 4810548"/>
              <a:gd name="connsiteY0" fmla="*/ 24987 h 7517923"/>
              <a:gd name="connsiteX1" fmla="*/ 2190828 w 4810548"/>
              <a:gd name="connsiteY1" fmla="*/ 0 h 7517923"/>
              <a:gd name="connsiteX2" fmla="*/ 4810548 w 4810548"/>
              <a:gd name="connsiteY2" fmla="*/ 7517922 h 7517923"/>
              <a:gd name="connsiteX3" fmla="*/ 1774433 w 4810548"/>
              <a:gd name="connsiteY3" fmla="*/ 7517923 h 7517923"/>
              <a:gd name="connsiteX4" fmla="*/ 0 w 4810548"/>
              <a:gd name="connsiteY4" fmla="*/ 24987 h 7517923"/>
              <a:gd name="connsiteX0" fmla="*/ 0 w 4810548"/>
              <a:gd name="connsiteY0" fmla="*/ 24987 h 7530418"/>
              <a:gd name="connsiteX1" fmla="*/ 2190828 w 4810548"/>
              <a:gd name="connsiteY1" fmla="*/ 0 h 7530418"/>
              <a:gd name="connsiteX2" fmla="*/ 4810548 w 4810548"/>
              <a:gd name="connsiteY2" fmla="*/ 7517922 h 7530418"/>
              <a:gd name="connsiteX3" fmla="*/ 12495 w 4810548"/>
              <a:gd name="connsiteY3" fmla="*/ 7530418 h 7530418"/>
              <a:gd name="connsiteX4" fmla="*/ 0 w 4810548"/>
              <a:gd name="connsiteY4" fmla="*/ 24987 h 7530418"/>
              <a:gd name="connsiteX0" fmla="*/ 0 w 4810548"/>
              <a:gd name="connsiteY0" fmla="*/ 594897 h 8100328"/>
              <a:gd name="connsiteX1" fmla="*/ 1814665 w 4810548"/>
              <a:gd name="connsiteY1" fmla="*/ 0 h 8100328"/>
              <a:gd name="connsiteX2" fmla="*/ 4810548 w 4810548"/>
              <a:gd name="connsiteY2" fmla="*/ 8087832 h 8100328"/>
              <a:gd name="connsiteX3" fmla="*/ 12495 w 4810548"/>
              <a:gd name="connsiteY3" fmla="*/ 8100328 h 8100328"/>
              <a:gd name="connsiteX4" fmla="*/ 0 w 4810548"/>
              <a:gd name="connsiteY4" fmla="*/ 594897 h 8100328"/>
              <a:gd name="connsiteX0" fmla="*/ 0 w 8276646"/>
              <a:gd name="connsiteY0" fmla="*/ 879855 h 8100328"/>
              <a:gd name="connsiteX1" fmla="*/ 5280763 w 8276646"/>
              <a:gd name="connsiteY1" fmla="*/ 0 h 8100328"/>
              <a:gd name="connsiteX2" fmla="*/ 8276646 w 8276646"/>
              <a:gd name="connsiteY2" fmla="*/ 8087832 h 8100328"/>
              <a:gd name="connsiteX3" fmla="*/ 3478593 w 8276646"/>
              <a:gd name="connsiteY3" fmla="*/ 8100328 h 8100328"/>
              <a:gd name="connsiteX4" fmla="*/ 0 w 8276646"/>
              <a:gd name="connsiteY4" fmla="*/ 879855 h 8100328"/>
              <a:gd name="connsiteX0" fmla="*/ 0 w 8276646"/>
              <a:gd name="connsiteY0" fmla="*/ 143720 h 7364193"/>
              <a:gd name="connsiteX1" fmla="*/ 5576323 w 8276646"/>
              <a:gd name="connsiteY1" fmla="*/ 0 h 7364193"/>
              <a:gd name="connsiteX2" fmla="*/ 8276646 w 8276646"/>
              <a:gd name="connsiteY2" fmla="*/ 7351697 h 7364193"/>
              <a:gd name="connsiteX3" fmla="*/ 3478593 w 8276646"/>
              <a:gd name="connsiteY3" fmla="*/ 7364193 h 7364193"/>
              <a:gd name="connsiteX4" fmla="*/ 0 w 8276646"/>
              <a:gd name="connsiteY4" fmla="*/ 143720 h 7364193"/>
              <a:gd name="connsiteX0" fmla="*/ 0 w 8276646"/>
              <a:gd name="connsiteY0" fmla="*/ 24992 h 7245465"/>
              <a:gd name="connsiteX1" fmla="*/ 5576323 w 8276646"/>
              <a:gd name="connsiteY1" fmla="*/ 0 h 7245465"/>
              <a:gd name="connsiteX2" fmla="*/ 8276646 w 8276646"/>
              <a:gd name="connsiteY2" fmla="*/ 7232969 h 7245465"/>
              <a:gd name="connsiteX3" fmla="*/ 3478593 w 8276646"/>
              <a:gd name="connsiteY3" fmla="*/ 7245465 h 7245465"/>
              <a:gd name="connsiteX4" fmla="*/ 0 w 8276646"/>
              <a:gd name="connsiteY4" fmla="*/ 24992 h 7245465"/>
              <a:gd name="connsiteX0" fmla="*/ 68114 w 8344760"/>
              <a:gd name="connsiteY0" fmla="*/ 24992 h 7316701"/>
              <a:gd name="connsiteX1" fmla="*/ 5644437 w 8344760"/>
              <a:gd name="connsiteY1" fmla="*/ 0 h 7316701"/>
              <a:gd name="connsiteX2" fmla="*/ 8344760 w 8344760"/>
              <a:gd name="connsiteY2" fmla="*/ 7232969 h 7316701"/>
              <a:gd name="connsiteX3" fmla="*/ 0 w 8344760"/>
              <a:gd name="connsiteY3" fmla="*/ 7316701 h 7316701"/>
              <a:gd name="connsiteX4" fmla="*/ 68114 w 8344760"/>
              <a:gd name="connsiteY4" fmla="*/ 24992 h 7316701"/>
              <a:gd name="connsiteX0" fmla="*/ 0 w 8384122"/>
              <a:gd name="connsiteY0" fmla="*/ 24993 h 7316701"/>
              <a:gd name="connsiteX1" fmla="*/ 5683799 w 8384122"/>
              <a:gd name="connsiteY1" fmla="*/ 0 h 7316701"/>
              <a:gd name="connsiteX2" fmla="*/ 8384122 w 8384122"/>
              <a:gd name="connsiteY2" fmla="*/ 7232969 h 7316701"/>
              <a:gd name="connsiteX3" fmla="*/ 39362 w 8384122"/>
              <a:gd name="connsiteY3" fmla="*/ 7316701 h 7316701"/>
              <a:gd name="connsiteX4" fmla="*/ 0 w 8384122"/>
              <a:gd name="connsiteY4" fmla="*/ 24993 h 7316701"/>
              <a:gd name="connsiteX0" fmla="*/ 0 w 7940912"/>
              <a:gd name="connsiteY0" fmla="*/ 24993 h 7316701"/>
              <a:gd name="connsiteX1" fmla="*/ 5683799 w 7940912"/>
              <a:gd name="connsiteY1" fmla="*/ 0 h 7316701"/>
              <a:gd name="connsiteX2" fmla="*/ 7940912 w 7940912"/>
              <a:gd name="connsiteY2" fmla="*/ 6057657 h 7316701"/>
              <a:gd name="connsiteX3" fmla="*/ 39362 w 7940912"/>
              <a:gd name="connsiteY3" fmla="*/ 7316701 h 7316701"/>
              <a:gd name="connsiteX4" fmla="*/ 0 w 7940912"/>
              <a:gd name="connsiteY4" fmla="*/ 24993 h 7316701"/>
              <a:gd name="connsiteX0" fmla="*/ 0 w 7940912"/>
              <a:gd name="connsiteY0" fmla="*/ 24993 h 6164434"/>
              <a:gd name="connsiteX1" fmla="*/ 5683799 w 7940912"/>
              <a:gd name="connsiteY1" fmla="*/ 0 h 6164434"/>
              <a:gd name="connsiteX2" fmla="*/ 7940912 w 7940912"/>
              <a:gd name="connsiteY2" fmla="*/ 6057657 h 6164434"/>
              <a:gd name="connsiteX3" fmla="*/ 65432 w 7940912"/>
              <a:gd name="connsiteY3" fmla="*/ 6164434 h 6164434"/>
              <a:gd name="connsiteX4" fmla="*/ 0 w 7940912"/>
              <a:gd name="connsiteY4" fmla="*/ 24993 h 6164434"/>
              <a:gd name="connsiteX0" fmla="*/ 0 w 7940912"/>
              <a:gd name="connsiteY0" fmla="*/ 24993 h 6072253"/>
              <a:gd name="connsiteX1" fmla="*/ 5683799 w 7940912"/>
              <a:gd name="connsiteY1" fmla="*/ 0 h 6072253"/>
              <a:gd name="connsiteX2" fmla="*/ 7940912 w 7940912"/>
              <a:gd name="connsiteY2" fmla="*/ 6057657 h 6072253"/>
              <a:gd name="connsiteX3" fmla="*/ 65432 w 7940912"/>
              <a:gd name="connsiteY3" fmla="*/ 6072253 h 6072253"/>
              <a:gd name="connsiteX4" fmla="*/ 0 w 7940912"/>
              <a:gd name="connsiteY4" fmla="*/ 24993 h 6072253"/>
              <a:gd name="connsiteX0" fmla="*/ 18657 w 7959569"/>
              <a:gd name="connsiteY0" fmla="*/ 24993 h 6072254"/>
              <a:gd name="connsiteX1" fmla="*/ 5702456 w 7959569"/>
              <a:gd name="connsiteY1" fmla="*/ 0 h 6072254"/>
              <a:gd name="connsiteX2" fmla="*/ 7959569 w 7959569"/>
              <a:gd name="connsiteY2" fmla="*/ 6057657 h 6072254"/>
              <a:gd name="connsiteX3" fmla="*/ 0 w 7959569"/>
              <a:gd name="connsiteY3" fmla="*/ 6072254 h 6072254"/>
              <a:gd name="connsiteX4" fmla="*/ 18657 w 7959569"/>
              <a:gd name="connsiteY4" fmla="*/ 24993 h 6072254"/>
              <a:gd name="connsiteX0" fmla="*/ 4110981 w 12051893"/>
              <a:gd name="connsiteY0" fmla="*/ 24993 h 6057657"/>
              <a:gd name="connsiteX1" fmla="*/ 9794780 w 12051893"/>
              <a:gd name="connsiteY1" fmla="*/ 0 h 6057657"/>
              <a:gd name="connsiteX2" fmla="*/ 12051893 w 12051893"/>
              <a:gd name="connsiteY2" fmla="*/ 6057657 h 6057657"/>
              <a:gd name="connsiteX3" fmla="*/ 0 w 12051893"/>
              <a:gd name="connsiteY3" fmla="*/ 6035091 h 6057657"/>
              <a:gd name="connsiteX4" fmla="*/ 4110981 w 12051893"/>
              <a:gd name="connsiteY4" fmla="*/ 24993 h 6057657"/>
              <a:gd name="connsiteX0" fmla="*/ 4110981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110981 w 12051893"/>
              <a:gd name="connsiteY4" fmla="*/ 24993 h 6084642"/>
              <a:gd name="connsiteX0" fmla="*/ 0 w 12061266"/>
              <a:gd name="connsiteY0" fmla="*/ 0 h 6146363"/>
              <a:gd name="connsiteX1" fmla="*/ 9804153 w 12061266"/>
              <a:gd name="connsiteY1" fmla="*/ 61721 h 6146363"/>
              <a:gd name="connsiteX2" fmla="*/ 12061266 w 12061266"/>
              <a:gd name="connsiteY2" fmla="*/ 6119378 h 6146363"/>
              <a:gd name="connsiteX3" fmla="*/ 9373 w 12061266"/>
              <a:gd name="connsiteY3" fmla="*/ 6146363 h 6146363"/>
              <a:gd name="connsiteX4" fmla="*/ 0 w 12061266"/>
              <a:gd name="connsiteY4" fmla="*/ 0 h 6146363"/>
              <a:gd name="connsiteX0" fmla="*/ 4642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642 w 12051893"/>
              <a:gd name="connsiteY4" fmla="*/ 24993 h 6084642"/>
              <a:gd name="connsiteX0" fmla="*/ 4642 w 12051893"/>
              <a:gd name="connsiteY0" fmla="*/ 24993 h 6084642"/>
              <a:gd name="connsiteX1" fmla="*/ 9794780 w 12051893"/>
              <a:gd name="connsiteY1" fmla="*/ 0 h 6084642"/>
              <a:gd name="connsiteX2" fmla="*/ 12051893 w 12051893"/>
              <a:gd name="connsiteY2" fmla="*/ 6057657 h 6084642"/>
              <a:gd name="connsiteX3" fmla="*/ 0 w 12051893"/>
              <a:gd name="connsiteY3" fmla="*/ 6084642 h 6084642"/>
              <a:gd name="connsiteX4" fmla="*/ 4642 w 12051893"/>
              <a:gd name="connsiteY4" fmla="*/ 24993 h 6084642"/>
              <a:gd name="connsiteX0" fmla="*/ 4642 w 12051893"/>
              <a:gd name="connsiteY0" fmla="*/ 729 h 6134704"/>
              <a:gd name="connsiteX1" fmla="*/ 9794780 w 12051893"/>
              <a:gd name="connsiteY1" fmla="*/ 50062 h 6134704"/>
              <a:gd name="connsiteX2" fmla="*/ 12051893 w 12051893"/>
              <a:gd name="connsiteY2" fmla="*/ 6107719 h 6134704"/>
              <a:gd name="connsiteX3" fmla="*/ 0 w 12051893"/>
              <a:gd name="connsiteY3" fmla="*/ 6134704 h 6134704"/>
              <a:gd name="connsiteX4" fmla="*/ 4642 w 12051893"/>
              <a:gd name="connsiteY4" fmla="*/ 729 h 6134704"/>
              <a:gd name="connsiteX0" fmla="*/ 103 w 12061369"/>
              <a:gd name="connsiteY0" fmla="*/ 37381 h 6084642"/>
              <a:gd name="connsiteX1" fmla="*/ 9804256 w 12061369"/>
              <a:gd name="connsiteY1" fmla="*/ 0 h 6084642"/>
              <a:gd name="connsiteX2" fmla="*/ 12061369 w 12061369"/>
              <a:gd name="connsiteY2" fmla="*/ 6057657 h 6084642"/>
              <a:gd name="connsiteX3" fmla="*/ 9476 w 12061369"/>
              <a:gd name="connsiteY3" fmla="*/ 6084642 h 6084642"/>
              <a:gd name="connsiteX4" fmla="*/ 103 w 12061369"/>
              <a:gd name="connsiteY4" fmla="*/ 37381 h 6084642"/>
              <a:gd name="connsiteX0" fmla="*/ 111 w 12061377"/>
              <a:gd name="connsiteY0" fmla="*/ 1271798 h 7319059"/>
              <a:gd name="connsiteX1" fmla="*/ 9307216 w 12061377"/>
              <a:gd name="connsiteY1" fmla="*/ 0 h 7319059"/>
              <a:gd name="connsiteX2" fmla="*/ 12061377 w 12061377"/>
              <a:gd name="connsiteY2" fmla="*/ 7292074 h 7319059"/>
              <a:gd name="connsiteX3" fmla="*/ 9484 w 12061377"/>
              <a:gd name="connsiteY3" fmla="*/ 7319059 h 7319059"/>
              <a:gd name="connsiteX4" fmla="*/ 111 w 12061377"/>
              <a:gd name="connsiteY4" fmla="*/ 1271798 h 7319059"/>
              <a:gd name="connsiteX0" fmla="*/ 111 w 12085046"/>
              <a:gd name="connsiteY0" fmla="*/ 16458 h 7319059"/>
              <a:gd name="connsiteX1" fmla="*/ 9330885 w 12085046"/>
              <a:gd name="connsiteY1" fmla="*/ 0 h 7319059"/>
              <a:gd name="connsiteX2" fmla="*/ 12085046 w 12085046"/>
              <a:gd name="connsiteY2" fmla="*/ 7292074 h 7319059"/>
              <a:gd name="connsiteX3" fmla="*/ 33153 w 12085046"/>
              <a:gd name="connsiteY3" fmla="*/ 7319059 h 7319059"/>
              <a:gd name="connsiteX4" fmla="*/ 111 w 12085046"/>
              <a:gd name="connsiteY4" fmla="*/ 16458 h 731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85046" h="7319059">
                <a:moveTo>
                  <a:pt x="111" y="16458"/>
                </a:moveTo>
                <a:cubicBezTo>
                  <a:pt x="-29989" y="8127"/>
                  <a:pt x="6067506" y="8331"/>
                  <a:pt x="9330885" y="0"/>
                </a:cubicBezTo>
                <a:lnTo>
                  <a:pt x="12085046" y="7292074"/>
                </a:lnTo>
                <a:lnTo>
                  <a:pt x="33153" y="7319059"/>
                </a:lnTo>
                <a:cubicBezTo>
                  <a:pt x="33153" y="5337859"/>
                  <a:pt x="111" y="1997658"/>
                  <a:pt x="111" y="16458"/>
                </a:cubicBez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ea typeface="ＭＳ 明朝"/>
                <a:cs typeface="Times New Roman"/>
              </a:rPr>
              <a:t> </a:t>
            </a:r>
          </a:p>
        </p:txBody>
      </p:sp>
      <p:sp>
        <p:nvSpPr>
          <p:cNvPr id="10" name="Rectangle 2"/>
          <p:cNvSpPr/>
          <p:nvPr userDrawn="1"/>
        </p:nvSpPr>
        <p:spPr>
          <a:xfrm>
            <a:off x="5644445" y="1081441"/>
            <a:ext cx="3499556" cy="3818154"/>
          </a:xfrm>
          <a:custGeom>
            <a:avLst/>
            <a:gdLst>
              <a:gd name="connsiteX0" fmla="*/ 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0 w 7543800"/>
              <a:gd name="connsiteY4" fmla="*/ 0 h 6515100"/>
              <a:gd name="connsiteX0" fmla="*/ 42291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4229100 w 7543800"/>
              <a:gd name="connsiteY4" fmla="*/ 0 h 6515100"/>
              <a:gd name="connsiteX0" fmla="*/ 12573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1257300 w 7543800"/>
              <a:gd name="connsiteY4" fmla="*/ 0 h 6515100"/>
              <a:gd name="connsiteX0" fmla="*/ 1028700 w 7543800"/>
              <a:gd name="connsiteY0" fmla="*/ 0 h 6515100"/>
              <a:gd name="connsiteX1" fmla="*/ 7543800 w 7543800"/>
              <a:gd name="connsiteY1" fmla="*/ 0 h 6515100"/>
              <a:gd name="connsiteX2" fmla="*/ 7543800 w 7543800"/>
              <a:gd name="connsiteY2" fmla="*/ 6515100 h 6515100"/>
              <a:gd name="connsiteX3" fmla="*/ 0 w 7543800"/>
              <a:gd name="connsiteY3" fmla="*/ 6515100 h 6515100"/>
              <a:gd name="connsiteX4" fmla="*/ 1028700 w 7543800"/>
              <a:gd name="connsiteY4" fmla="*/ 0 h 6515100"/>
              <a:gd name="connsiteX0" fmla="*/ 0 w 6515100"/>
              <a:gd name="connsiteY0" fmla="*/ 0 h 6515100"/>
              <a:gd name="connsiteX1" fmla="*/ 6515100 w 6515100"/>
              <a:gd name="connsiteY1" fmla="*/ 0 h 6515100"/>
              <a:gd name="connsiteX2" fmla="*/ 6515100 w 6515100"/>
              <a:gd name="connsiteY2" fmla="*/ 6515100 h 6515100"/>
              <a:gd name="connsiteX3" fmla="*/ 2057400 w 6515100"/>
              <a:gd name="connsiteY3" fmla="*/ 6515100 h 6515100"/>
              <a:gd name="connsiteX4" fmla="*/ 0 w 6515100"/>
              <a:gd name="connsiteY4" fmla="*/ 0 h 6515100"/>
              <a:gd name="connsiteX0" fmla="*/ 0 w 6515100"/>
              <a:gd name="connsiteY0" fmla="*/ 0 h 6515100"/>
              <a:gd name="connsiteX1" fmla="*/ 6515100 w 6515100"/>
              <a:gd name="connsiteY1" fmla="*/ 0 h 6515100"/>
              <a:gd name="connsiteX2" fmla="*/ 6515100 w 6515100"/>
              <a:gd name="connsiteY2" fmla="*/ 6515100 h 6515100"/>
              <a:gd name="connsiteX3" fmla="*/ 2286000 w 6515100"/>
              <a:gd name="connsiteY3" fmla="*/ 6515100 h 6515100"/>
              <a:gd name="connsiteX4" fmla="*/ 0 w 6515100"/>
              <a:gd name="connsiteY4" fmla="*/ 0 h 6515100"/>
              <a:gd name="connsiteX0" fmla="*/ 0 w 6286500"/>
              <a:gd name="connsiteY0" fmla="*/ 685800 h 6515100"/>
              <a:gd name="connsiteX1" fmla="*/ 6286500 w 6286500"/>
              <a:gd name="connsiteY1" fmla="*/ 0 h 6515100"/>
              <a:gd name="connsiteX2" fmla="*/ 6286500 w 6286500"/>
              <a:gd name="connsiteY2" fmla="*/ 6515100 h 6515100"/>
              <a:gd name="connsiteX3" fmla="*/ 2057400 w 6286500"/>
              <a:gd name="connsiteY3" fmla="*/ 6515100 h 6515100"/>
              <a:gd name="connsiteX4" fmla="*/ 0 w 6286500"/>
              <a:gd name="connsiteY4" fmla="*/ 685800 h 6515100"/>
              <a:gd name="connsiteX0" fmla="*/ 0 w 6286500"/>
              <a:gd name="connsiteY0" fmla="*/ 0 h 5829300"/>
              <a:gd name="connsiteX1" fmla="*/ 6286500 w 6286500"/>
              <a:gd name="connsiteY1" fmla="*/ 0 h 5829300"/>
              <a:gd name="connsiteX2" fmla="*/ 6286500 w 6286500"/>
              <a:gd name="connsiteY2" fmla="*/ 5829300 h 5829300"/>
              <a:gd name="connsiteX3" fmla="*/ 2057400 w 6286500"/>
              <a:gd name="connsiteY3" fmla="*/ 5829300 h 5829300"/>
              <a:gd name="connsiteX4" fmla="*/ 0 w 6286500"/>
              <a:gd name="connsiteY4" fmla="*/ 0 h 5829300"/>
              <a:gd name="connsiteX0" fmla="*/ 0 w 6352540"/>
              <a:gd name="connsiteY0" fmla="*/ 0 h 6042660"/>
              <a:gd name="connsiteX1" fmla="*/ 6352540 w 6352540"/>
              <a:gd name="connsiteY1" fmla="*/ 213360 h 6042660"/>
              <a:gd name="connsiteX2" fmla="*/ 6352540 w 6352540"/>
              <a:gd name="connsiteY2" fmla="*/ 6042660 h 6042660"/>
              <a:gd name="connsiteX3" fmla="*/ 2123440 w 6352540"/>
              <a:gd name="connsiteY3" fmla="*/ 6042660 h 6042660"/>
              <a:gd name="connsiteX4" fmla="*/ 0 w 6352540"/>
              <a:gd name="connsiteY4" fmla="*/ 0 h 6042660"/>
              <a:gd name="connsiteX0" fmla="*/ 0 w 6355080"/>
              <a:gd name="connsiteY0" fmla="*/ 0 h 6042660"/>
              <a:gd name="connsiteX1" fmla="*/ 6355080 w 6355080"/>
              <a:gd name="connsiteY1" fmla="*/ 0 h 6042660"/>
              <a:gd name="connsiteX2" fmla="*/ 6352540 w 6355080"/>
              <a:gd name="connsiteY2" fmla="*/ 6042660 h 6042660"/>
              <a:gd name="connsiteX3" fmla="*/ 2123440 w 6355080"/>
              <a:gd name="connsiteY3" fmla="*/ 6042660 h 6042660"/>
              <a:gd name="connsiteX4" fmla="*/ 0 w 6355080"/>
              <a:gd name="connsiteY4" fmla="*/ 0 h 6042660"/>
              <a:gd name="connsiteX0" fmla="*/ 0 w 6352540"/>
              <a:gd name="connsiteY0" fmla="*/ 0 h 6042660"/>
              <a:gd name="connsiteX1" fmla="*/ 4580646 w 6352540"/>
              <a:gd name="connsiteY1" fmla="*/ 24937 h 6042660"/>
              <a:gd name="connsiteX2" fmla="*/ 6352540 w 6352540"/>
              <a:gd name="connsiteY2" fmla="*/ 6042660 h 6042660"/>
              <a:gd name="connsiteX3" fmla="*/ 2123440 w 6352540"/>
              <a:gd name="connsiteY3" fmla="*/ 6042660 h 6042660"/>
              <a:gd name="connsiteX4" fmla="*/ 0 w 6352540"/>
              <a:gd name="connsiteY4" fmla="*/ 0 h 6042660"/>
              <a:gd name="connsiteX0" fmla="*/ 0 w 4603119"/>
              <a:gd name="connsiteY0" fmla="*/ 0 h 6067597"/>
              <a:gd name="connsiteX1" fmla="*/ 4580646 w 4603119"/>
              <a:gd name="connsiteY1" fmla="*/ 24937 h 6067597"/>
              <a:gd name="connsiteX2" fmla="*/ 4603098 w 4603119"/>
              <a:gd name="connsiteY2" fmla="*/ 6067597 h 6067597"/>
              <a:gd name="connsiteX3" fmla="*/ 2123440 w 4603119"/>
              <a:gd name="connsiteY3" fmla="*/ 6042660 h 6067597"/>
              <a:gd name="connsiteX4" fmla="*/ 0 w 4603119"/>
              <a:gd name="connsiteY4" fmla="*/ 0 h 6067597"/>
              <a:gd name="connsiteX0" fmla="*/ 2041257 w 6644376"/>
              <a:gd name="connsiteY0" fmla="*/ 0 h 6123082"/>
              <a:gd name="connsiteX1" fmla="*/ 6621903 w 6644376"/>
              <a:gd name="connsiteY1" fmla="*/ 24937 h 6123082"/>
              <a:gd name="connsiteX2" fmla="*/ 6644355 w 6644376"/>
              <a:gd name="connsiteY2" fmla="*/ 6067597 h 6123082"/>
              <a:gd name="connsiteX3" fmla="*/ 0 w 6644376"/>
              <a:gd name="connsiteY3" fmla="*/ 6123082 h 6123082"/>
              <a:gd name="connsiteX4" fmla="*/ 2041257 w 6644376"/>
              <a:gd name="connsiteY4" fmla="*/ 0 h 6123082"/>
              <a:gd name="connsiteX0" fmla="*/ 2041257 w 6621905"/>
              <a:gd name="connsiteY0" fmla="*/ 0 h 6123082"/>
              <a:gd name="connsiteX1" fmla="*/ 6621903 w 6621905"/>
              <a:gd name="connsiteY1" fmla="*/ 24937 h 6123082"/>
              <a:gd name="connsiteX2" fmla="*/ 5569592 w 6621905"/>
              <a:gd name="connsiteY2" fmla="*/ 6040787 h 6123082"/>
              <a:gd name="connsiteX3" fmla="*/ 0 w 6621905"/>
              <a:gd name="connsiteY3" fmla="*/ 6123082 h 6123082"/>
              <a:gd name="connsiteX4" fmla="*/ 2041257 w 6621905"/>
              <a:gd name="connsiteY4" fmla="*/ 0 h 6123082"/>
              <a:gd name="connsiteX0" fmla="*/ 2041257 w 5600881"/>
              <a:gd name="connsiteY0" fmla="*/ 1871 h 6124953"/>
              <a:gd name="connsiteX1" fmla="*/ 5600881 w 5600881"/>
              <a:gd name="connsiteY1" fmla="*/ 0 h 6124953"/>
              <a:gd name="connsiteX2" fmla="*/ 5569592 w 5600881"/>
              <a:gd name="connsiteY2" fmla="*/ 6042658 h 6124953"/>
              <a:gd name="connsiteX3" fmla="*/ 0 w 5600881"/>
              <a:gd name="connsiteY3" fmla="*/ 6124953 h 6124953"/>
              <a:gd name="connsiteX4" fmla="*/ 2041257 w 5600881"/>
              <a:gd name="connsiteY4" fmla="*/ 1871 h 6124953"/>
              <a:gd name="connsiteX0" fmla="*/ 2041257 w 5639679"/>
              <a:gd name="connsiteY0" fmla="*/ 1871 h 6124953"/>
              <a:gd name="connsiteX1" fmla="*/ 5600881 w 5639679"/>
              <a:gd name="connsiteY1" fmla="*/ 0 h 6124953"/>
              <a:gd name="connsiteX2" fmla="*/ 5639666 w 5639679"/>
              <a:gd name="connsiteY2" fmla="*/ 6056643 h 6124953"/>
              <a:gd name="connsiteX3" fmla="*/ 0 w 5639679"/>
              <a:gd name="connsiteY3" fmla="*/ 6124953 h 6124953"/>
              <a:gd name="connsiteX4" fmla="*/ 2041257 w 5639679"/>
              <a:gd name="connsiteY4" fmla="*/ 1871 h 6124953"/>
              <a:gd name="connsiteX0" fmla="*/ 2041257 w 5625671"/>
              <a:gd name="connsiteY0" fmla="*/ 1871 h 6124953"/>
              <a:gd name="connsiteX1" fmla="*/ 5600881 w 5625671"/>
              <a:gd name="connsiteY1" fmla="*/ 0 h 6124953"/>
              <a:gd name="connsiteX2" fmla="*/ 5625652 w 5625671"/>
              <a:gd name="connsiteY2" fmla="*/ 6112582 h 6124953"/>
              <a:gd name="connsiteX3" fmla="*/ 0 w 5625671"/>
              <a:gd name="connsiteY3" fmla="*/ 6124953 h 6124953"/>
              <a:gd name="connsiteX4" fmla="*/ 2041257 w 5625671"/>
              <a:gd name="connsiteY4" fmla="*/ 1871 h 612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5671" h="6124953">
                <a:moveTo>
                  <a:pt x="2041257" y="1871"/>
                </a:moveTo>
                <a:lnTo>
                  <a:pt x="5600881" y="0"/>
                </a:lnTo>
                <a:cubicBezTo>
                  <a:pt x="5600034" y="2014220"/>
                  <a:pt x="5626499" y="4098362"/>
                  <a:pt x="5625652" y="6112582"/>
                </a:cubicBezTo>
                <a:lnTo>
                  <a:pt x="0" y="6124953"/>
                </a:lnTo>
                <a:lnTo>
                  <a:pt x="2041257" y="1871"/>
                </a:lnTo>
                <a:close/>
              </a:path>
            </a:pathLst>
          </a:custGeom>
          <a:blipFill rotWithShape="1">
            <a:blip r:embed="rId2"/>
            <a:srcRect/>
            <a:stretch>
              <a:fillRect l="-15095" r="-2464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Rectangle 5"/>
          <p:cNvSpPr/>
          <p:nvPr userDrawn="1"/>
        </p:nvSpPr>
        <p:spPr>
          <a:xfrm flipH="1">
            <a:off x="5545364" y="440161"/>
            <a:ext cx="1612858" cy="4703339"/>
          </a:xfrm>
          <a:custGeom>
            <a:avLst/>
            <a:gdLst>
              <a:gd name="connsiteX0" fmla="*/ 0 w 1028700"/>
              <a:gd name="connsiteY0" fmla="*/ 0 h 5943600"/>
              <a:gd name="connsiteX1" fmla="*/ 1028700 w 1028700"/>
              <a:gd name="connsiteY1" fmla="*/ 0 h 5943600"/>
              <a:gd name="connsiteX2" fmla="*/ 1028700 w 1028700"/>
              <a:gd name="connsiteY2" fmla="*/ 5943600 h 5943600"/>
              <a:gd name="connsiteX3" fmla="*/ 0 w 1028700"/>
              <a:gd name="connsiteY3" fmla="*/ 5943600 h 5943600"/>
              <a:gd name="connsiteX4" fmla="*/ 0 w 1028700"/>
              <a:gd name="connsiteY4" fmla="*/ 0 h 5943600"/>
              <a:gd name="connsiteX0" fmla="*/ 0 w 3086100"/>
              <a:gd name="connsiteY0" fmla="*/ 0 h 5943600"/>
              <a:gd name="connsiteX1" fmla="*/ 1028700 w 3086100"/>
              <a:gd name="connsiteY1" fmla="*/ 0 h 5943600"/>
              <a:gd name="connsiteX2" fmla="*/ 3086100 w 3086100"/>
              <a:gd name="connsiteY2" fmla="*/ 5943600 h 5943600"/>
              <a:gd name="connsiteX3" fmla="*/ 0 w 3086100"/>
              <a:gd name="connsiteY3" fmla="*/ 5943600 h 5943600"/>
              <a:gd name="connsiteX4" fmla="*/ 0 w 3086100"/>
              <a:gd name="connsiteY4" fmla="*/ 0 h 5943600"/>
              <a:gd name="connsiteX0" fmla="*/ 0 w 3289300"/>
              <a:gd name="connsiteY0" fmla="*/ 0 h 6497320"/>
              <a:gd name="connsiteX1" fmla="*/ 1028700 w 3289300"/>
              <a:gd name="connsiteY1" fmla="*/ 0 h 6497320"/>
              <a:gd name="connsiteX2" fmla="*/ 3289300 w 3289300"/>
              <a:gd name="connsiteY2" fmla="*/ 6497320 h 6497320"/>
              <a:gd name="connsiteX3" fmla="*/ 0 w 3289300"/>
              <a:gd name="connsiteY3" fmla="*/ 5943600 h 6497320"/>
              <a:gd name="connsiteX4" fmla="*/ 0 w 3289300"/>
              <a:gd name="connsiteY4" fmla="*/ 0 h 6497320"/>
              <a:gd name="connsiteX0" fmla="*/ 0 w 3314700"/>
              <a:gd name="connsiteY0" fmla="*/ 0 h 6515100"/>
              <a:gd name="connsiteX1" fmla="*/ 1028700 w 3314700"/>
              <a:gd name="connsiteY1" fmla="*/ 0 h 6515100"/>
              <a:gd name="connsiteX2" fmla="*/ 3314700 w 3314700"/>
              <a:gd name="connsiteY2" fmla="*/ 6515100 h 6515100"/>
              <a:gd name="connsiteX3" fmla="*/ 0 w 3314700"/>
              <a:gd name="connsiteY3" fmla="*/ 5943600 h 6515100"/>
              <a:gd name="connsiteX4" fmla="*/ 0 w 3314700"/>
              <a:gd name="connsiteY4" fmla="*/ 0 h 6515100"/>
              <a:gd name="connsiteX0" fmla="*/ 998220 w 3314700"/>
              <a:gd name="connsiteY0" fmla="*/ 0 h 6515100"/>
              <a:gd name="connsiteX1" fmla="*/ 1028700 w 3314700"/>
              <a:gd name="connsiteY1" fmla="*/ 0 h 6515100"/>
              <a:gd name="connsiteX2" fmla="*/ 3314700 w 3314700"/>
              <a:gd name="connsiteY2" fmla="*/ 6515100 h 6515100"/>
              <a:gd name="connsiteX3" fmla="*/ 0 w 3314700"/>
              <a:gd name="connsiteY3" fmla="*/ 5943600 h 6515100"/>
              <a:gd name="connsiteX4" fmla="*/ 998220 w 3314700"/>
              <a:gd name="connsiteY4" fmla="*/ 0 h 6515100"/>
              <a:gd name="connsiteX0" fmla="*/ 0 w 2316480"/>
              <a:gd name="connsiteY0" fmla="*/ 0 h 6515100"/>
              <a:gd name="connsiteX1" fmla="*/ 30480 w 2316480"/>
              <a:gd name="connsiteY1" fmla="*/ 0 h 6515100"/>
              <a:gd name="connsiteX2" fmla="*/ 2316480 w 2316480"/>
              <a:gd name="connsiteY2" fmla="*/ 6515100 h 6515100"/>
              <a:gd name="connsiteX3" fmla="*/ 1402080 w 2316480"/>
              <a:gd name="connsiteY3" fmla="*/ 6515100 h 6515100"/>
              <a:gd name="connsiteX4" fmla="*/ 0 w 2316480"/>
              <a:gd name="connsiteY4" fmla="*/ 0 h 6515100"/>
              <a:gd name="connsiteX0" fmla="*/ 0 w 2316480"/>
              <a:gd name="connsiteY0" fmla="*/ 0 h 6517640"/>
              <a:gd name="connsiteX1" fmla="*/ 30480 w 2316480"/>
              <a:gd name="connsiteY1" fmla="*/ 0 h 6517640"/>
              <a:gd name="connsiteX2" fmla="*/ 2316480 w 2316480"/>
              <a:gd name="connsiteY2" fmla="*/ 6515100 h 6517640"/>
              <a:gd name="connsiteX3" fmla="*/ 2296160 w 2316480"/>
              <a:gd name="connsiteY3" fmla="*/ 6517640 h 6517640"/>
              <a:gd name="connsiteX4" fmla="*/ 0 w 2316480"/>
              <a:gd name="connsiteY4" fmla="*/ 0 h 651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6480" h="6517640">
                <a:moveTo>
                  <a:pt x="0" y="0"/>
                </a:moveTo>
                <a:lnTo>
                  <a:pt x="30480" y="0"/>
                </a:lnTo>
                <a:lnTo>
                  <a:pt x="2316480" y="6515100"/>
                </a:lnTo>
                <a:lnTo>
                  <a:pt x="2296160" y="6517640"/>
                </a:lnTo>
                <a:lnTo>
                  <a:pt x="0" y="0"/>
                </a:ln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ea typeface="ＭＳ 明朝"/>
                <a:cs typeface="Times New Roman"/>
              </a:rPr>
              <a:t> </a:t>
            </a:r>
          </a:p>
        </p:txBody>
      </p:sp>
      <p:sp>
        <p:nvSpPr>
          <p:cNvPr id="12" name="Rectangle 6"/>
          <p:cNvSpPr/>
          <p:nvPr userDrawn="1"/>
        </p:nvSpPr>
        <p:spPr>
          <a:xfrm flipV="1">
            <a:off x="6949208" y="962149"/>
            <a:ext cx="2217999" cy="147513"/>
          </a:xfrm>
          <a:custGeom>
            <a:avLst/>
            <a:gdLst>
              <a:gd name="connsiteX0" fmla="*/ 0 w 6286500"/>
              <a:gd name="connsiteY0" fmla="*/ 0 h 114300"/>
              <a:gd name="connsiteX1" fmla="*/ 6286500 w 6286500"/>
              <a:gd name="connsiteY1" fmla="*/ 0 h 114300"/>
              <a:gd name="connsiteX2" fmla="*/ 6286500 w 6286500"/>
              <a:gd name="connsiteY2" fmla="*/ 114300 h 114300"/>
              <a:gd name="connsiteX3" fmla="*/ 0 w 6286500"/>
              <a:gd name="connsiteY3" fmla="*/ 114300 h 114300"/>
              <a:gd name="connsiteX4" fmla="*/ 0 w 6286500"/>
              <a:gd name="connsiteY4" fmla="*/ 0 h 114300"/>
              <a:gd name="connsiteX0" fmla="*/ 0 w 6332220"/>
              <a:gd name="connsiteY0" fmla="*/ 0 h 119380"/>
              <a:gd name="connsiteX1" fmla="*/ 6332220 w 6332220"/>
              <a:gd name="connsiteY1" fmla="*/ 5080 h 119380"/>
              <a:gd name="connsiteX2" fmla="*/ 6332220 w 6332220"/>
              <a:gd name="connsiteY2" fmla="*/ 119380 h 119380"/>
              <a:gd name="connsiteX3" fmla="*/ 45720 w 6332220"/>
              <a:gd name="connsiteY3" fmla="*/ 119380 h 119380"/>
              <a:gd name="connsiteX4" fmla="*/ 0 w 6332220"/>
              <a:gd name="connsiteY4" fmla="*/ 0 h 119380"/>
              <a:gd name="connsiteX0" fmla="*/ 0 w 6387129"/>
              <a:gd name="connsiteY0" fmla="*/ 0 h 119380"/>
              <a:gd name="connsiteX1" fmla="*/ 6387129 w 6387129"/>
              <a:gd name="connsiteY1" fmla="*/ 5080 h 119380"/>
              <a:gd name="connsiteX2" fmla="*/ 6387129 w 6387129"/>
              <a:gd name="connsiteY2" fmla="*/ 119380 h 119380"/>
              <a:gd name="connsiteX3" fmla="*/ 100629 w 6387129"/>
              <a:gd name="connsiteY3" fmla="*/ 119380 h 119380"/>
              <a:gd name="connsiteX4" fmla="*/ 0 w 6387129"/>
              <a:gd name="connsiteY4" fmla="*/ 0 h 119380"/>
              <a:gd name="connsiteX0" fmla="*/ 0 w 6387129"/>
              <a:gd name="connsiteY0" fmla="*/ 0 h 119380"/>
              <a:gd name="connsiteX1" fmla="*/ 6387129 w 6387129"/>
              <a:gd name="connsiteY1" fmla="*/ 5080 h 119380"/>
              <a:gd name="connsiteX2" fmla="*/ 6387129 w 6387129"/>
              <a:gd name="connsiteY2" fmla="*/ 119380 h 119380"/>
              <a:gd name="connsiteX3" fmla="*/ 45720 w 6387129"/>
              <a:gd name="connsiteY3" fmla="*/ 119380 h 119380"/>
              <a:gd name="connsiteX4" fmla="*/ 0 w 6387129"/>
              <a:gd name="connsiteY4" fmla="*/ 0 h 119380"/>
              <a:gd name="connsiteX0" fmla="*/ 0 w 6568409"/>
              <a:gd name="connsiteY0" fmla="*/ 0 h 119380"/>
              <a:gd name="connsiteX1" fmla="*/ 6568409 w 6568409"/>
              <a:gd name="connsiteY1" fmla="*/ 5080 h 119380"/>
              <a:gd name="connsiteX2" fmla="*/ 6568409 w 6568409"/>
              <a:gd name="connsiteY2" fmla="*/ 119380 h 119380"/>
              <a:gd name="connsiteX3" fmla="*/ 227000 w 6568409"/>
              <a:gd name="connsiteY3" fmla="*/ 119380 h 119380"/>
              <a:gd name="connsiteX4" fmla="*/ 0 w 6568409"/>
              <a:gd name="connsiteY4" fmla="*/ 0 h 119380"/>
              <a:gd name="connsiteX0" fmla="*/ 0 w 6628833"/>
              <a:gd name="connsiteY0" fmla="*/ 0 h 119380"/>
              <a:gd name="connsiteX1" fmla="*/ 6628833 w 6628833"/>
              <a:gd name="connsiteY1" fmla="*/ 5080 h 119380"/>
              <a:gd name="connsiteX2" fmla="*/ 6628833 w 6628833"/>
              <a:gd name="connsiteY2" fmla="*/ 119380 h 119380"/>
              <a:gd name="connsiteX3" fmla="*/ 287424 w 6628833"/>
              <a:gd name="connsiteY3" fmla="*/ 119380 h 119380"/>
              <a:gd name="connsiteX4" fmla="*/ 0 w 6628833"/>
              <a:gd name="connsiteY4" fmla="*/ 0 h 119380"/>
              <a:gd name="connsiteX0" fmla="*/ 0 w 6628833"/>
              <a:gd name="connsiteY0" fmla="*/ 0 h 119380"/>
              <a:gd name="connsiteX1" fmla="*/ 6628833 w 6628833"/>
              <a:gd name="connsiteY1" fmla="*/ 5080 h 119380"/>
              <a:gd name="connsiteX2" fmla="*/ 6628833 w 6628833"/>
              <a:gd name="connsiteY2" fmla="*/ 119380 h 119380"/>
              <a:gd name="connsiteX3" fmla="*/ 347846 w 6628833"/>
              <a:gd name="connsiteY3" fmla="*/ 119380 h 119380"/>
              <a:gd name="connsiteX4" fmla="*/ 0 w 6628833"/>
              <a:gd name="connsiteY4" fmla="*/ 0 h 119380"/>
              <a:gd name="connsiteX0" fmla="*/ 0 w 6477769"/>
              <a:gd name="connsiteY0" fmla="*/ 0 h 119380"/>
              <a:gd name="connsiteX1" fmla="*/ 6477769 w 6477769"/>
              <a:gd name="connsiteY1" fmla="*/ 5080 h 119380"/>
              <a:gd name="connsiteX2" fmla="*/ 6477769 w 6477769"/>
              <a:gd name="connsiteY2" fmla="*/ 119380 h 119380"/>
              <a:gd name="connsiteX3" fmla="*/ 196782 w 6477769"/>
              <a:gd name="connsiteY3" fmla="*/ 119380 h 119380"/>
              <a:gd name="connsiteX4" fmla="*/ 0 w 6477769"/>
              <a:gd name="connsiteY4" fmla="*/ 0 h 119380"/>
              <a:gd name="connsiteX0" fmla="*/ 0 w 6414869"/>
              <a:gd name="connsiteY0" fmla="*/ 0 h 119380"/>
              <a:gd name="connsiteX1" fmla="*/ 6414869 w 6414869"/>
              <a:gd name="connsiteY1" fmla="*/ 5080 h 119380"/>
              <a:gd name="connsiteX2" fmla="*/ 6414869 w 6414869"/>
              <a:gd name="connsiteY2" fmla="*/ 119380 h 119380"/>
              <a:gd name="connsiteX3" fmla="*/ 133882 w 6414869"/>
              <a:gd name="connsiteY3" fmla="*/ 119380 h 119380"/>
              <a:gd name="connsiteX4" fmla="*/ 0 w 6414869"/>
              <a:gd name="connsiteY4" fmla="*/ 0 h 119380"/>
              <a:gd name="connsiteX0" fmla="*/ 0 w 6414869"/>
              <a:gd name="connsiteY0" fmla="*/ 0 h 127670"/>
              <a:gd name="connsiteX1" fmla="*/ 6414869 w 6414869"/>
              <a:gd name="connsiteY1" fmla="*/ 5080 h 127670"/>
              <a:gd name="connsiteX2" fmla="*/ 6257619 w 6414869"/>
              <a:gd name="connsiteY2" fmla="*/ 127670 h 127670"/>
              <a:gd name="connsiteX3" fmla="*/ 133882 w 6414869"/>
              <a:gd name="connsiteY3" fmla="*/ 119380 h 127670"/>
              <a:gd name="connsiteX4" fmla="*/ 0 w 6414869"/>
              <a:gd name="connsiteY4" fmla="*/ 0 h 127670"/>
              <a:gd name="connsiteX0" fmla="*/ 0 w 6289069"/>
              <a:gd name="connsiteY0" fmla="*/ 0 h 127670"/>
              <a:gd name="connsiteX1" fmla="*/ 6289069 w 6289069"/>
              <a:gd name="connsiteY1" fmla="*/ 13369 h 127670"/>
              <a:gd name="connsiteX2" fmla="*/ 6257619 w 6289069"/>
              <a:gd name="connsiteY2" fmla="*/ 127670 h 127670"/>
              <a:gd name="connsiteX3" fmla="*/ 133882 w 6289069"/>
              <a:gd name="connsiteY3" fmla="*/ 119380 h 127670"/>
              <a:gd name="connsiteX4" fmla="*/ 0 w 6289069"/>
              <a:gd name="connsiteY4" fmla="*/ 0 h 127670"/>
              <a:gd name="connsiteX0" fmla="*/ 0 w 6289069"/>
              <a:gd name="connsiteY0" fmla="*/ 19793 h 147463"/>
              <a:gd name="connsiteX1" fmla="*/ 6289069 w 6289069"/>
              <a:gd name="connsiteY1" fmla="*/ 0 h 147463"/>
              <a:gd name="connsiteX2" fmla="*/ 6257619 w 6289069"/>
              <a:gd name="connsiteY2" fmla="*/ 147463 h 147463"/>
              <a:gd name="connsiteX3" fmla="*/ 133882 w 6289069"/>
              <a:gd name="connsiteY3" fmla="*/ 139173 h 147463"/>
              <a:gd name="connsiteX4" fmla="*/ 0 w 6289069"/>
              <a:gd name="connsiteY4" fmla="*/ 19793 h 147463"/>
              <a:gd name="connsiteX0" fmla="*/ 0 w 6257619"/>
              <a:gd name="connsiteY0" fmla="*/ 0 h 127670"/>
              <a:gd name="connsiteX1" fmla="*/ 6257619 w 6257619"/>
              <a:gd name="connsiteY1" fmla="*/ 21659 h 127670"/>
              <a:gd name="connsiteX2" fmla="*/ 6257619 w 6257619"/>
              <a:gd name="connsiteY2" fmla="*/ 127670 h 127670"/>
              <a:gd name="connsiteX3" fmla="*/ 133882 w 6257619"/>
              <a:gd name="connsiteY3" fmla="*/ 119380 h 127670"/>
              <a:gd name="connsiteX4" fmla="*/ 0 w 6257619"/>
              <a:gd name="connsiteY4" fmla="*/ 0 h 127670"/>
              <a:gd name="connsiteX0" fmla="*/ 0 w 6257619"/>
              <a:gd name="connsiteY0" fmla="*/ 11502 h 139172"/>
              <a:gd name="connsiteX1" fmla="*/ 6257619 w 6257619"/>
              <a:gd name="connsiteY1" fmla="*/ 0 h 139172"/>
              <a:gd name="connsiteX2" fmla="*/ 6257619 w 6257619"/>
              <a:gd name="connsiteY2" fmla="*/ 139172 h 139172"/>
              <a:gd name="connsiteX3" fmla="*/ 133882 w 6257619"/>
              <a:gd name="connsiteY3" fmla="*/ 130882 h 139172"/>
              <a:gd name="connsiteX4" fmla="*/ 0 w 6257619"/>
              <a:gd name="connsiteY4" fmla="*/ 11502 h 139172"/>
              <a:gd name="connsiteX0" fmla="*/ 0 w 8614208"/>
              <a:gd name="connsiteY0" fmla="*/ 11502 h 153893"/>
              <a:gd name="connsiteX1" fmla="*/ 6257619 w 8614208"/>
              <a:gd name="connsiteY1" fmla="*/ 0 h 153893"/>
              <a:gd name="connsiteX2" fmla="*/ 8614208 w 8614208"/>
              <a:gd name="connsiteY2" fmla="*/ 153893 h 153893"/>
              <a:gd name="connsiteX3" fmla="*/ 133882 w 8614208"/>
              <a:gd name="connsiteY3" fmla="*/ 130882 h 153893"/>
              <a:gd name="connsiteX4" fmla="*/ 0 w 8614208"/>
              <a:gd name="connsiteY4" fmla="*/ 11502 h 153893"/>
              <a:gd name="connsiteX0" fmla="*/ 0 w 8614208"/>
              <a:gd name="connsiteY0" fmla="*/ 11502 h 153893"/>
              <a:gd name="connsiteX1" fmla="*/ 8559404 w 8614208"/>
              <a:gd name="connsiteY1" fmla="*/ 0 h 153893"/>
              <a:gd name="connsiteX2" fmla="*/ 8614208 w 8614208"/>
              <a:gd name="connsiteY2" fmla="*/ 153893 h 153893"/>
              <a:gd name="connsiteX3" fmla="*/ 133882 w 8614208"/>
              <a:gd name="connsiteY3" fmla="*/ 130882 h 153893"/>
              <a:gd name="connsiteX4" fmla="*/ 0 w 8614208"/>
              <a:gd name="connsiteY4" fmla="*/ 11502 h 15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14208" h="153893">
                <a:moveTo>
                  <a:pt x="0" y="11502"/>
                </a:moveTo>
                <a:lnTo>
                  <a:pt x="8559404" y="0"/>
                </a:lnTo>
                <a:lnTo>
                  <a:pt x="8614208" y="153893"/>
                </a:lnTo>
                <a:lnTo>
                  <a:pt x="133882" y="130882"/>
                </a:lnTo>
                <a:lnTo>
                  <a:pt x="0" y="11502"/>
                </a:lnTo>
                <a:close/>
              </a:path>
            </a:pathLst>
          </a:custGeom>
          <a:solidFill>
            <a:srgbClr val="E7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Rectangle 7"/>
          <p:cNvSpPr/>
          <p:nvPr userDrawn="1"/>
        </p:nvSpPr>
        <p:spPr>
          <a:xfrm flipV="1">
            <a:off x="5723150" y="4278512"/>
            <a:ext cx="3418590" cy="428166"/>
          </a:xfrm>
          <a:custGeom>
            <a:avLst/>
            <a:gdLst>
              <a:gd name="connsiteX0" fmla="*/ 0 w 4343400"/>
              <a:gd name="connsiteY0" fmla="*/ 0 h 342900"/>
              <a:gd name="connsiteX1" fmla="*/ 4343400 w 4343400"/>
              <a:gd name="connsiteY1" fmla="*/ 0 h 342900"/>
              <a:gd name="connsiteX2" fmla="*/ 4343400 w 4343400"/>
              <a:gd name="connsiteY2" fmla="*/ 342900 h 342900"/>
              <a:gd name="connsiteX3" fmla="*/ 0 w 4343400"/>
              <a:gd name="connsiteY3" fmla="*/ 342900 h 342900"/>
              <a:gd name="connsiteX4" fmla="*/ 0 w 4343400"/>
              <a:gd name="connsiteY4" fmla="*/ 0 h 342900"/>
              <a:gd name="connsiteX0" fmla="*/ 0 w 4457700"/>
              <a:gd name="connsiteY0" fmla="*/ 0 h 342900"/>
              <a:gd name="connsiteX1" fmla="*/ 4457700 w 4457700"/>
              <a:gd name="connsiteY1" fmla="*/ 0 h 342900"/>
              <a:gd name="connsiteX2" fmla="*/ 4457700 w 4457700"/>
              <a:gd name="connsiteY2" fmla="*/ 342900 h 342900"/>
              <a:gd name="connsiteX3" fmla="*/ 114300 w 4457700"/>
              <a:gd name="connsiteY3" fmla="*/ 342900 h 342900"/>
              <a:gd name="connsiteX4" fmla="*/ 0 w 4457700"/>
              <a:gd name="connsiteY4" fmla="*/ 0 h 342900"/>
              <a:gd name="connsiteX0" fmla="*/ 0 w 4467860"/>
              <a:gd name="connsiteY0" fmla="*/ 0 h 345440"/>
              <a:gd name="connsiteX1" fmla="*/ 4467860 w 4467860"/>
              <a:gd name="connsiteY1" fmla="*/ 2540 h 345440"/>
              <a:gd name="connsiteX2" fmla="*/ 4467860 w 4467860"/>
              <a:gd name="connsiteY2" fmla="*/ 345440 h 345440"/>
              <a:gd name="connsiteX3" fmla="*/ 124460 w 4467860"/>
              <a:gd name="connsiteY3" fmla="*/ 345440 h 345440"/>
              <a:gd name="connsiteX4" fmla="*/ 0 w 4467860"/>
              <a:gd name="connsiteY4" fmla="*/ 0 h 345440"/>
              <a:gd name="connsiteX0" fmla="*/ 0 w 4467860"/>
              <a:gd name="connsiteY0" fmla="*/ 0 h 345440"/>
              <a:gd name="connsiteX1" fmla="*/ 2676578 w 4467860"/>
              <a:gd name="connsiteY1" fmla="*/ 2540 h 345440"/>
              <a:gd name="connsiteX2" fmla="*/ 4467860 w 4467860"/>
              <a:gd name="connsiteY2" fmla="*/ 345440 h 345440"/>
              <a:gd name="connsiteX3" fmla="*/ 124460 w 4467860"/>
              <a:gd name="connsiteY3" fmla="*/ 345440 h 345440"/>
              <a:gd name="connsiteX4" fmla="*/ 0 w 4467860"/>
              <a:gd name="connsiteY4" fmla="*/ 0 h 345440"/>
              <a:gd name="connsiteX0" fmla="*/ 0 w 2687774"/>
              <a:gd name="connsiteY0" fmla="*/ 0 h 356718"/>
              <a:gd name="connsiteX1" fmla="*/ 2676578 w 2687774"/>
              <a:gd name="connsiteY1" fmla="*/ 2540 h 356718"/>
              <a:gd name="connsiteX2" fmla="*/ 2687774 w 2687774"/>
              <a:gd name="connsiteY2" fmla="*/ 356718 h 356718"/>
              <a:gd name="connsiteX3" fmla="*/ 124460 w 2687774"/>
              <a:gd name="connsiteY3" fmla="*/ 345440 h 356718"/>
              <a:gd name="connsiteX4" fmla="*/ 0 w 2687774"/>
              <a:gd name="connsiteY4" fmla="*/ 0 h 356718"/>
              <a:gd name="connsiteX0" fmla="*/ 0 w 2687774"/>
              <a:gd name="connsiteY0" fmla="*/ 0 h 356718"/>
              <a:gd name="connsiteX1" fmla="*/ 2131474 w 2687774"/>
              <a:gd name="connsiteY1" fmla="*/ 2541 h 356718"/>
              <a:gd name="connsiteX2" fmla="*/ 2687774 w 2687774"/>
              <a:gd name="connsiteY2" fmla="*/ 356718 h 356718"/>
              <a:gd name="connsiteX3" fmla="*/ 124460 w 2687774"/>
              <a:gd name="connsiteY3" fmla="*/ 345440 h 356718"/>
              <a:gd name="connsiteX4" fmla="*/ 0 w 2687774"/>
              <a:gd name="connsiteY4" fmla="*/ 0 h 356718"/>
              <a:gd name="connsiteX0" fmla="*/ 0 w 2142670"/>
              <a:gd name="connsiteY0" fmla="*/ 0 h 366859"/>
              <a:gd name="connsiteX1" fmla="*/ 2131474 w 2142670"/>
              <a:gd name="connsiteY1" fmla="*/ 2541 h 366859"/>
              <a:gd name="connsiteX2" fmla="*/ 2142670 w 2142670"/>
              <a:gd name="connsiteY2" fmla="*/ 366859 h 366859"/>
              <a:gd name="connsiteX3" fmla="*/ 124460 w 2142670"/>
              <a:gd name="connsiteY3" fmla="*/ 345440 h 366859"/>
              <a:gd name="connsiteX4" fmla="*/ 0 w 2142670"/>
              <a:gd name="connsiteY4" fmla="*/ 0 h 366859"/>
              <a:gd name="connsiteX0" fmla="*/ 0 w 2342262"/>
              <a:gd name="connsiteY0" fmla="*/ 0 h 366859"/>
              <a:gd name="connsiteX1" fmla="*/ 2342262 w 2342262"/>
              <a:gd name="connsiteY1" fmla="*/ 2541 h 366859"/>
              <a:gd name="connsiteX2" fmla="*/ 2142670 w 2342262"/>
              <a:gd name="connsiteY2" fmla="*/ 366859 h 366859"/>
              <a:gd name="connsiteX3" fmla="*/ 124460 w 2342262"/>
              <a:gd name="connsiteY3" fmla="*/ 345440 h 366859"/>
              <a:gd name="connsiteX4" fmla="*/ 0 w 2342262"/>
              <a:gd name="connsiteY4" fmla="*/ 0 h 366859"/>
              <a:gd name="connsiteX0" fmla="*/ 0 w 2342262"/>
              <a:gd name="connsiteY0" fmla="*/ 0 h 366859"/>
              <a:gd name="connsiteX1" fmla="*/ 2342262 w 2342262"/>
              <a:gd name="connsiteY1" fmla="*/ 2541 h 366859"/>
              <a:gd name="connsiteX2" fmla="*/ 2329368 w 2342262"/>
              <a:gd name="connsiteY2" fmla="*/ 366859 h 366859"/>
              <a:gd name="connsiteX3" fmla="*/ 124460 w 2342262"/>
              <a:gd name="connsiteY3" fmla="*/ 345440 h 366859"/>
              <a:gd name="connsiteX4" fmla="*/ 0 w 2342262"/>
              <a:gd name="connsiteY4" fmla="*/ 0 h 366859"/>
              <a:gd name="connsiteX0" fmla="*/ 0 w 2342262"/>
              <a:gd name="connsiteY0" fmla="*/ 0 h 349716"/>
              <a:gd name="connsiteX1" fmla="*/ 2342262 w 2342262"/>
              <a:gd name="connsiteY1" fmla="*/ 2541 h 349716"/>
              <a:gd name="connsiteX2" fmla="*/ 2335391 w 2342262"/>
              <a:gd name="connsiteY2" fmla="*/ 349716 h 349716"/>
              <a:gd name="connsiteX3" fmla="*/ 124460 w 2342262"/>
              <a:gd name="connsiteY3" fmla="*/ 345440 h 349716"/>
              <a:gd name="connsiteX4" fmla="*/ 0 w 2342262"/>
              <a:gd name="connsiteY4" fmla="*/ 0 h 349716"/>
              <a:gd name="connsiteX0" fmla="*/ 0 w 3258830"/>
              <a:gd name="connsiteY0" fmla="*/ 0 h 349716"/>
              <a:gd name="connsiteX1" fmla="*/ 3258830 w 3258830"/>
              <a:gd name="connsiteY1" fmla="*/ 28121 h 349716"/>
              <a:gd name="connsiteX2" fmla="*/ 2335391 w 3258830"/>
              <a:gd name="connsiteY2" fmla="*/ 349716 h 349716"/>
              <a:gd name="connsiteX3" fmla="*/ 124460 w 3258830"/>
              <a:gd name="connsiteY3" fmla="*/ 345440 h 349716"/>
              <a:gd name="connsiteX4" fmla="*/ 0 w 3258830"/>
              <a:gd name="connsiteY4" fmla="*/ 0 h 349716"/>
              <a:gd name="connsiteX0" fmla="*/ 0 w 3265438"/>
              <a:gd name="connsiteY0" fmla="*/ 0 h 388086"/>
              <a:gd name="connsiteX1" fmla="*/ 3258830 w 3265438"/>
              <a:gd name="connsiteY1" fmla="*/ 28121 h 388086"/>
              <a:gd name="connsiteX2" fmla="*/ 3265438 w 3265438"/>
              <a:gd name="connsiteY2" fmla="*/ 388086 h 388086"/>
              <a:gd name="connsiteX3" fmla="*/ 124460 w 3265438"/>
              <a:gd name="connsiteY3" fmla="*/ 345440 h 388086"/>
              <a:gd name="connsiteX4" fmla="*/ 0 w 3265438"/>
              <a:gd name="connsiteY4" fmla="*/ 0 h 388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5438" h="388086">
                <a:moveTo>
                  <a:pt x="0" y="0"/>
                </a:moveTo>
                <a:lnTo>
                  <a:pt x="3258830" y="28121"/>
                </a:lnTo>
                <a:lnTo>
                  <a:pt x="3265438" y="388086"/>
                </a:lnTo>
                <a:lnTo>
                  <a:pt x="124460" y="345440"/>
                </a:lnTo>
                <a:lnTo>
                  <a:pt x="0" y="0"/>
                </a:lnTo>
                <a:close/>
              </a:path>
            </a:pathLst>
          </a:cu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892057"/>
          </a:xfrm>
          <a:prstGeom prst="rect">
            <a:avLst/>
          </a:prstGeom>
          <a:solidFill>
            <a:srgbClr val="15A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559"/>
            <a:ext cx="8229600" cy="3416063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  <a:lvl2pPr algn="l">
              <a:defRPr>
                <a:latin typeface="Arial"/>
                <a:cs typeface="Arial"/>
              </a:defRPr>
            </a:lvl2pPr>
            <a:lvl3pPr algn="l">
              <a:defRPr>
                <a:latin typeface="Arial"/>
                <a:cs typeface="Arial"/>
              </a:defRPr>
            </a:lvl3pPr>
            <a:lvl4pPr algn="l">
              <a:defRPr>
                <a:latin typeface="Arial"/>
                <a:cs typeface="Arial"/>
              </a:defRPr>
            </a:lvl4pPr>
            <a:lvl5pPr algn="l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00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2057"/>
            <a:ext cx="8229600" cy="3702566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  <a:lvl2pPr algn="l">
              <a:defRPr>
                <a:latin typeface="Arial"/>
                <a:cs typeface="Arial"/>
              </a:defRPr>
            </a:lvl2pPr>
            <a:lvl3pPr algn="l">
              <a:defRPr>
                <a:latin typeface="Arial"/>
                <a:cs typeface="Arial"/>
              </a:defRPr>
            </a:lvl3pPr>
            <a:lvl4pPr algn="l">
              <a:defRPr>
                <a:latin typeface="Arial"/>
                <a:cs typeface="Arial"/>
              </a:defRPr>
            </a:lvl4pPr>
            <a:lvl5pPr algn="l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5D80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63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72FD15A-113C-3042-A21C-2AE7F576C623}" type="datetimeFigureOut">
              <a:rPr lang="en-US" smtClean="0"/>
              <a:t>6/29/26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130381"/>
            <a:ext cx="5562600" cy="5005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rgbClr val="5D80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828800"/>
            <a:ext cx="3352800" cy="2409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buFontTx/>
              <a:buNone/>
              <a:defRPr sz="2400">
                <a:solidFill>
                  <a:schemeClr val="bg1"/>
                </a:solidFill>
              </a:defRPr>
            </a:lvl2pPr>
            <a:lvl3pPr>
              <a:buFontTx/>
              <a:buNone/>
              <a:defRPr sz="2000">
                <a:solidFill>
                  <a:schemeClr val="bg1"/>
                </a:solidFill>
              </a:defRPr>
            </a:lvl3pPr>
            <a:lvl4pPr>
              <a:buFontTx/>
              <a:buNone/>
              <a:defRPr sz="1800">
                <a:solidFill>
                  <a:schemeClr val="bg1"/>
                </a:solidFill>
              </a:defRPr>
            </a:lvl4pPr>
            <a:lvl5pPr>
              <a:buFontTx/>
              <a:buNone/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13"/>
          </p:nvPr>
        </p:nvSpPr>
        <p:spPr>
          <a:xfrm>
            <a:off x="5257800" y="1828800"/>
            <a:ext cx="3352800" cy="2409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6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A1A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93544" y="1613296"/>
            <a:ext cx="4293740" cy="233578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8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8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613" y="1785505"/>
            <a:ext cx="59025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cs typeface="Arial"/>
              </a:rPr>
              <a:t>Foundational Grammar Concepts</a:t>
            </a:r>
            <a:endParaRPr lang="en-US" sz="32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270FD-7F1F-034F-9B1A-21541F49DB86}"/>
              </a:ext>
            </a:extLst>
          </p:cNvPr>
          <p:cNvSpPr/>
          <p:nvPr/>
        </p:nvSpPr>
        <p:spPr>
          <a:xfrm>
            <a:off x="417613" y="3951724"/>
            <a:ext cx="50381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Sara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cs typeface="Arial"/>
              </a:rPr>
              <a:t>Durini</a:t>
            </a:r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, PhD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Faculty Affairs Specialist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King Abdullah University of Science and Technology (KAUST)</a:t>
            </a:r>
            <a:endParaRPr lang="en-US" sz="14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CBEB0-962E-9C4B-AB0E-A0E0DE087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ADEB04-F8B3-F43F-1077-7E91EEF4CC46}"/>
              </a:ext>
            </a:extLst>
          </p:cNvPr>
          <p:cNvSpPr/>
          <p:nvPr/>
        </p:nvSpPr>
        <p:spPr>
          <a:xfrm>
            <a:off x="417612" y="2370280"/>
            <a:ext cx="49299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j-lt"/>
                <a:cs typeface="Arial"/>
              </a:rPr>
              <a:t>Essential Knowledge for Scientific Writing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283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C24B-49DE-336D-9CFF-FC8BD701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AF46AFC-5CE8-585D-9C03-B7B713093F1C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Subject, Verb, Object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DB767A-8546-ACDB-A823-5FB188CCC54D}"/>
              </a:ext>
            </a:extLst>
          </p:cNvPr>
          <p:cNvSpPr/>
          <p:nvPr/>
        </p:nvSpPr>
        <p:spPr>
          <a:xfrm>
            <a:off x="457200" y="1021528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SUBJECT: The noun or pronoun that performs the action or state of being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VERB: The action word or state of being; shows what the subject does or is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OBJECT: The noun or pronoun that receives the action (only in transitive verbs)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These three elements form the foundation of every sentence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108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608FE058-9170-306A-A7DE-FFAA6833F230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Verb, Object Examples</a:t>
            </a:r>
            <a:endParaRPr lang="en-US" sz="2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A327C02-1009-E4B9-0271-8703671186A7}"/>
              </a:ext>
            </a:extLst>
          </p:cNvPr>
          <p:cNvSpPr/>
          <p:nvPr/>
        </p:nvSpPr>
        <p:spPr>
          <a:xfrm>
            <a:off x="457200" y="11681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 1:</a:t>
            </a:r>
            <a:endParaRPr lang="en-US" sz="1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C3DC8CD-3DE9-6E68-4E46-1B90C6F44273}"/>
              </a:ext>
            </a:extLst>
          </p:cNvPr>
          <p:cNvSpPr/>
          <p:nvPr/>
        </p:nvSpPr>
        <p:spPr>
          <a:xfrm>
            <a:off x="457200" y="13509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[subject] conducted [verb] the experiment [object]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B98DC409-EDC3-04DC-0E85-B64A82A0A9DB}"/>
              </a:ext>
            </a:extLst>
          </p:cNvPr>
          <p:cNvSpPr/>
          <p:nvPr/>
        </p:nvSpPr>
        <p:spPr>
          <a:xfrm>
            <a:off x="457200" y="18996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 2:</a:t>
            </a:r>
            <a:endParaRPr lang="en-US" sz="14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8E2D9A8F-6E23-3CE3-00CE-CF48392AE643}"/>
              </a:ext>
            </a:extLst>
          </p:cNvPr>
          <p:cNvSpPr/>
          <p:nvPr/>
        </p:nvSpPr>
        <p:spPr>
          <a:xfrm>
            <a:off x="457200" y="20825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 [subject] dissolves [verb] salt [object]</a:t>
            </a:r>
            <a:endParaRPr lang="en-US" sz="14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5816397-AE1C-FB6B-C3F2-1A96BDE48059}"/>
              </a:ext>
            </a:extLst>
          </p:cNvPr>
          <p:cNvSpPr/>
          <p:nvPr/>
        </p:nvSpPr>
        <p:spPr>
          <a:xfrm>
            <a:off x="457200" y="26311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 3:</a:t>
            </a:r>
            <a:endParaRPr lang="en-US" sz="1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6936660C-8AE2-D4F7-1F21-271E708691DA}"/>
              </a:ext>
            </a:extLst>
          </p:cNvPr>
          <p:cNvSpPr/>
          <p:nvPr/>
        </p:nvSpPr>
        <p:spPr>
          <a:xfrm>
            <a:off x="457200" y="28140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[subject] analyzed [verb] the data [object]</a:t>
            </a:r>
            <a:endParaRPr lang="en-US" sz="14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5E772283-6C1C-0244-B2B0-67A3EDFCBD31}"/>
              </a:ext>
            </a:extLst>
          </p:cNvPr>
          <p:cNvSpPr/>
          <p:nvPr/>
        </p:nvSpPr>
        <p:spPr>
          <a:xfrm>
            <a:off x="457200" y="33626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 4:</a:t>
            </a:r>
            <a:endParaRPr lang="en-US" sz="1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D8AFB9A-0F53-F5A6-0680-98BA3ED9C3C3}"/>
              </a:ext>
            </a:extLst>
          </p:cNvPr>
          <p:cNvSpPr/>
          <p:nvPr/>
        </p:nvSpPr>
        <p:spPr>
          <a:xfrm>
            <a:off x="457200" y="35455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study [subject] revealed [verb] important findings [object]</a:t>
            </a:r>
            <a:endParaRPr lang="en-US" sz="14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FA53D510-82EE-5507-19E3-9973BE97D699}"/>
              </a:ext>
            </a:extLst>
          </p:cNvPr>
          <p:cNvSpPr/>
          <p:nvPr/>
        </p:nvSpPr>
        <p:spPr>
          <a:xfrm>
            <a:off x="457200" y="40941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A9B8349-18FF-23E7-5AAE-01B0727CB91D}"/>
              </a:ext>
            </a:extLst>
          </p:cNvPr>
          <p:cNvSpPr/>
          <p:nvPr/>
        </p:nvSpPr>
        <p:spPr>
          <a:xfrm>
            <a:off x="457200" y="42770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Some verbs are intransitive and have no object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690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540E-627B-3484-C4F7-C93E5713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72F9F0D-9E3F-2B45-B8E0-ADF9B6A1548A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Tenses: Overview</a:t>
            </a:r>
            <a:endParaRPr lang="en-US" sz="2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C636482-DCFB-EFC7-BDF2-2FFC68020E52}"/>
              </a:ext>
            </a:extLst>
          </p:cNvPr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Verb tenses indicate when an action happens: past, present, or future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Each tense has four variations: simple, progressive, perfect, and perfect progressive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In scientific writing, tense choice is crucial for clarity and convention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Different tenses serve different purposes in academic texts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381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9129-F49D-D8A0-0F01-8D728F7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7492896-6B75-81F4-75CF-4D7A1DB2EAC5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Common Verb Tenses in Scientific Writing</a:t>
            </a:r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C004A33-A564-E2C0-E27D-6CC2FB6EFC8D}"/>
              </a:ext>
            </a:extLst>
          </p:cNvPr>
          <p:cNvSpPr/>
          <p:nvPr/>
        </p:nvSpPr>
        <p:spPr>
          <a:xfrm>
            <a:off x="457200" y="11295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C1CF56B-7E29-3B7B-4D3F-B30376E60BF2}"/>
              </a:ext>
            </a:extLst>
          </p:cNvPr>
          <p:cNvSpPr/>
          <p:nvPr/>
        </p:nvSpPr>
        <p:spPr>
          <a:xfrm>
            <a:off x="594360" y="11752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Calibri" pitchFamily="34" charset="-122"/>
                <a:cs typeface="Calibri" pitchFamily="34" charset="-120"/>
              </a:rPr>
              <a:t>WHEN USED</a:t>
            </a:r>
            <a:endParaRPr lang="en-US" sz="1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9CBB63F-750E-D91D-EA82-47FFB0E4C2B8}"/>
              </a:ext>
            </a:extLst>
          </p:cNvPr>
          <p:cNvSpPr/>
          <p:nvPr/>
        </p:nvSpPr>
        <p:spPr>
          <a:xfrm>
            <a:off x="4663440" y="11295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4F4EFFC-C254-F71A-E310-F2371B931CCD}"/>
              </a:ext>
            </a:extLst>
          </p:cNvPr>
          <p:cNvSpPr/>
          <p:nvPr/>
        </p:nvSpPr>
        <p:spPr>
          <a:xfrm>
            <a:off x="4800600" y="11752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CBB119C-BC63-1D9D-6D8E-914EA533AEC4}"/>
              </a:ext>
            </a:extLst>
          </p:cNvPr>
          <p:cNvSpPr/>
          <p:nvPr/>
        </p:nvSpPr>
        <p:spPr>
          <a:xfrm>
            <a:off x="457200" y="158675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B045438-2813-0562-BCFB-830475C9E04E}"/>
              </a:ext>
            </a:extLst>
          </p:cNvPr>
          <p:cNvSpPr/>
          <p:nvPr/>
        </p:nvSpPr>
        <p:spPr>
          <a:xfrm>
            <a:off x="594360" y="165990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Present Simple: established facts and theories</a:t>
            </a:r>
            <a:endParaRPr lang="en-US" sz="14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CB07BD5-2B66-0924-0292-80EE8ECEAA85}"/>
              </a:ext>
            </a:extLst>
          </p:cNvPr>
          <p:cNvSpPr/>
          <p:nvPr/>
        </p:nvSpPr>
        <p:spPr>
          <a:xfrm>
            <a:off x="4663440" y="158675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B5AA294-6B4D-A1AF-A812-B81C3DE66B48}"/>
              </a:ext>
            </a:extLst>
          </p:cNvPr>
          <p:cNvSpPr/>
          <p:nvPr/>
        </p:nvSpPr>
        <p:spPr>
          <a:xfrm>
            <a:off x="4800600" y="165990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Water boils at 100°C.</a:t>
            </a:r>
            <a:endParaRPr lang="en-US" sz="14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50144E0-529D-5800-6924-E6EA7CA29AE4}"/>
              </a:ext>
            </a:extLst>
          </p:cNvPr>
          <p:cNvSpPr/>
          <p:nvPr/>
        </p:nvSpPr>
        <p:spPr>
          <a:xfrm>
            <a:off x="457200" y="218111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B040FB-3E0E-E29B-6385-77AEA6174F6F}"/>
              </a:ext>
            </a:extLst>
          </p:cNvPr>
          <p:cNvSpPr/>
          <p:nvPr/>
        </p:nvSpPr>
        <p:spPr>
          <a:xfrm>
            <a:off x="594360" y="225426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Past Simple: completed research and actions</a:t>
            </a:r>
            <a:endParaRPr lang="en-US" sz="14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743FEB3-00C7-6DD2-816E-9000C973DEA0}"/>
              </a:ext>
            </a:extLst>
          </p:cNvPr>
          <p:cNvSpPr/>
          <p:nvPr/>
        </p:nvSpPr>
        <p:spPr>
          <a:xfrm>
            <a:off x="4663440" y="218111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26D84F3-C6B4-5D16-D27F-8F1B3FF82297}"/>
              </a:ext>
            </a:extLst>
          </p:cNvPr>
          <p:cNvSpPr/>
          <p:nvPr/>
        </p:nvSpPr>
        <p:spPr>
          <a:xfrm>
            <a:off x="4800600" y="225426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We collected the samples in 2023.</a:t>
            </a:r>
            <a:endParaRPr lang="en-US" sz="14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160F4C4-B712-B03E-CA7E-E611F2D8E628}"/>
              </a:ext>
            </a:extLst>
          </p:cNvPr>
          <p:cNvSpPr/>
          <p:nvPr/>
        </p:nvSpPr>
        <p:spPr>
          <a:xfrm>
            <a:off x="457200" y="277547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D885EA3-6D3D-860A-2159-DEC89673995A}"/>
              </a:ext>
            </a:extLst>
          </p:cNvPr>
          <p:cNvSpPr/>
          <p:nvPr/>
        </p:nvSpPr>
        <p:spPr>
          <a:xfrm>
            <a:off x="594360" y="284862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Present Perfect: recent past with current relevance</a:t>
            </a:r>
            <a:endParaRPr lang="en-US" sz="14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D2D68803-45D0-C9AC-38E6-55D1064A68A4}"/>
              </a:ext>
            </a:extLst>
          </p:cNvPr>
          <p:cNvSpPr/>
          <p:nvPr/>
        </p:nvSpPr>
        <p:spPr>
          <a:xfrm>
            <a:off x="4663440" y="277547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333833C-6ED4-3A47-C411-19778DC6880E}"/>
              </a:ext>
            </a:extLst>
          </p:cNvPr>
          <p:cNvSpPr/>
          <p:nvPr/>
        </p:nvSpPr>
        <p:spPr>
          <a:xfrm>
            <a:off x="4800600" y="284862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Studies have shown that adding a Pd-catalyst to the reaction increases the yield.</a:t>
            </a:r>
            <a:endParaRPr lang="en-US" sz="14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701C25A-F59A-6AB9-C560-1B5117E11BCE}"/>
              </a:ext>
            </a:extLst>
          </p:cNvPr>
          <p:cNvSpPr/>
          <p:nvPr/>
        </p:nvSpPr>
        <p:spPr>
          <a:xfrm>
            <a:off x="457200" y="336983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2555275D-A06A-24A4-8E78-234259C556A1}"/>
              </a:ext>
            </a:extLst>
          </p:cNvPr>
          <p:cNvSpPr/>
          <p:nvPr/>
        </p:nvSpPr>
        <p:spPr>
          <a:xfrm>
            <a:off x="594360" y="344298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Past Perfect: action completed before another past action</a:t>
            </a:r>
            <a:endParaRPr lang="en-US" sz="14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593EB1F0-BA2B-4FAA-42F2-891EC4577119}"/>
              </a:ext>
            </a:extLst>
          </p:cNvPr>
          <p:cNvSpPr/>
          <p:nvPr/>
        </p:nvSpPr>
        <p:spPr>
          <a:xfrm>
            <a:off x="4663440" y="336983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2F7803ED-C9F7-5DF4-ACE8-4A3A8331176E}"/>
              </a:ext>
            </a:extLst>
          </p:cNvPr>
          <p:cNvSpPr/>
          <p:nvPr/>
        </p:nvSpPr>
        <p:spPr>
          <a:xfrm>
            <a:off x="4800600" y="344298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After we had prepared the solution, we waited 30 minutes before starting the reaction.</a:t>
            </a:r>
            <a:endParaRPr lang="en-US" sz="14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286DB8FC-2BF4-487A-D127-AF032307514C}"/>
              </a:ext>
            </a:extLst>
          </p:cNvPr>
          <p:cNvSpPr/>
          <p:nvPr/>
        </p:nvSpPr>
        <p:spPr>
          <a:xfrm>
            <a:off x="457200" y="396419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AAD7DC33-B2C8-39EA-B291-23A0315320B3}"/>
              </a:ext>
            </a:extLst>
          </p:cNvPr>
          <p:cNvSpPr/>
          <p:nvPr/>
        </p:nvSpPr>
        <p:spPr>
          <a:xfrm>
            <a:off x="594360" y="403734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Present Progressive: ongoing action</a:t>
            </a:r>
            <a:endParaRPr lang="en-US" sz="14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CFD666EC-4655-8CB4-FE2E-F7927F51C2D9}"/>
              </a:ext>
            </a:extLst>
          </p:cNvPr>
          <p:cNvSpPr/>
          <p:nvPr/>
        </p:nvSpPr>
        <p:spPr>
          <a:xfrm>
            <a:off x="4663440" y="3964192"/>
            <a:ext cx="4023360" cy="502920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CE0196FD-D63B-4963-AEB2-3E47BEFF0564}"/>
              </a:ext>
            </a:extLst>
          </p:cNvPr>
          <p:cNvSpPr/>
          <p:nvPr/>
        </p:nvSpPr>
        <p:spPr>
          <a:xfrm>
            <a:off x="4800600" y="4037344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The temperature is increasing.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063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137F-5BD2-B110-3261-49EF825E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DE0EAAF-D709-07B9-A6CA-34A4FB5F2B6C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Passive Voice</a:t>
            </a:r>
            <a:endParaRPr lang="en-US" sz="2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6C9C80D-4AAF-BFE2-E172-9BFFDB72DB75}"/>
              </a:ext>
            </a:extLst>
          </p:cNvPr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VOICE: Subject performs the action; direct and engaging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VOICE: Subject receives the action; wordy and indirect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writing prefers active voice for clarity and impact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passive voice only when the doer is unknown or deliberately emphasized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 is stronger, clearer, and easier to understand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754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9C81A-DB6B-00B7-27E2-5F7C33A9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DACDCCA-D3D0-CDF7-407C-EB0AB3676086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Passive Voice Examples</a:t>
            </a:r>
            <a:endParaRPr lang="en-US" sz="2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62C0CF8-81C7-0882-F5C1-77D8A2B6AAD4}"/>
              </a:ext>
            </a:extLst>
          </p:cNvPr>
          <p:cNvSpPr/>
          <p:nvPr/>
        </p:nvSpPr>
        <p:spPr>
          <a:xfrm>
            <a:off x="594360" y="113045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 (Preferred)</a:t>
            </a:r>
            <a:endParaRPr lang="en-US" sz="1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ABE66345-F6A4-5EF1-9AF5-3C769EBFAF62}"/>
              </a:ext>
            </a:extLst>
          </p:cNvPr>
          <p:cNvSpPr/>
          <p:nvPr/>
        </p:nvSpPr>
        <p:spPr>
          <a:xfrm>
            <a:off x="4800600" y="113045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 (Avoid)</a:t>
            </a: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61D6F03-DADC-5DDB-4A14-D15BA4D6BAE9}"/>
              </a:ext>
            </a:extLst>
          </p:cNvPr>
          <p:cNvSpPr/>
          <p:nvPr/>
        </p:nvSpPr>
        <p:spPr>
          <a:xfrm>
            <a:off x="594360" y="161508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conducted an experiment</a:t>
            </a:r>
            <a:endParaRPr lang="en-US" sz="14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776FFDE-FECB-68B2-39BF-3E6DB658D093}"/>
              </a:ext>
            </a:extLst>
          </p:cNvPr>
          <p:cNvSpPr/>
          <p:nvPr/>
        </p:nvSpPr>
        <p:spPr>
          <a:xfrm>
            <a:off x="4800600" y="161508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 was conducted</a:t>
            </a:r>
            <a:endParaRPr lang="en-US" sz="14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384A3C1-FA2D-E74D-EFBB-BC77AC0103FD}"/>
              </a:ext>
            </a:extLst>
          </p:cNvPr>
          <p:cNvSpPr/>
          <p:nvPr/>
        </p:nvSpPr>
        <p:spPr>
          <a:xfrm>
            <a:off x="594360" y="220944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enzyme catalyzes the reaction</a:t>
            </a:r>
            <a:endParaRPr lang="en-US" sz="14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1228AB8-0284-B725-2446-CC55EE3590BB}"/>
              </a:ext>
            </a:extLst>
          </p:cNvPr>
          <p:cNvSpPr/>
          <p:nvPr/>
        </p:nvSpPr>
        <p:spPr>
          <a:xfrm>
            <a:off x="4800600" y="220944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is catalyzed by the enzyme</a:t>
            </a:r>
            <a:endParaRPr lang="en-US" sz="14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38910419-8E8F-B771-3EC3-60BB96FE5C10}"/>
              </a:ext>
            </a:extLst>
          </p:cNvPr>
          <p:cNvSpPr/>
          <p:nvPr/>
        </p:nvSpPr>
        <p:spPr>
          <a:xfrm>
            <a:off x="594360" y="280380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discovered a new protein</a:t>
            </a:r>
            <a:endParaRPr lang="en-US" sz="14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E550F6D7-EBCA-2853-5FDD-C853046F5AF9}"/>
              </a:ext>
            </a:extLst>
          </p:cNvPr>
          <p:cNvSpPr/>
          <p:nvPr/>
        </p:nvSpPr>
        <p:spPr>
          <a:xfrm>
            <a:off x="4800600" y="280380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new protein was discovered by researchers</a:t>
            </a:r>
            <a:endParaRPr lang="en-US" sz="14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198729B1-4A57-5D9D-4982-FE0633C0C84C}"/>
              </a:ext>
            </a:extLst>
          </p:cNvPr>
          <p:cNvSpPr/>
          <p:nvPr/>
        </p:nvSpPr>
        <p:spPr>
          <a:xfrm>
            <a:off x="594360" y="339816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study shows clear results</a:t>
            </a:r>
            <a:endParaRPr lang="en-US" sz="14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39550AA4-8C5A-6CD4-0EE2-194F5E727408}"/>
              </a:ext>
            </a:extLst>
          </p:cNvPr>
          <p:cNvSpPr/>
          <p:nvPr/>
        </p:nvSpPr>
        <p:spPr>
          <a:xfrm>
            <a:off x="4800600" y="339816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results are shown by the study</a:t>
            </a:r>
            <a:endParaRPr lang="en-US" sz="14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7FBEE331-B3D5-5CE8-7824-D1094185CE23}"/>
              </a:ext>
            </a:extLst>
          </p:cNvPr>
          <p:cNvSpPr/>
          <p:nvPr/>
        </p:nvSpPr>
        <p:spPr>
          <a:xfrm>
            <a:off x="594360" y="399252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Heat accelerates the process</a:t>
            </a:r>
            <a:endParaRPr lang="en-US" sz="140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BC9092F0-ABC2-018A-FBDB-093F52824F76}"/>
              </a:ext>
            </a:extLst>
          </p:cNvPr>
          <p:cNvSpPr/>
          <p:nvPr/>
        </p:nvSpPr>
        <p:spPr>
          <a:xfrm>
            <a:off x="4800600" y="399252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accelerated by heat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965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EF6F-03BE-A6D3-B33C-D16E2A84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9D63502-EE6F-0927-2940-D8D6B05526C1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Concrete Subjects?</a:t>
            </a:r>
            <a:endParaRPr lang="en-US" sz="2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0E8C639-C18C-4606-A898-E62C960FC14F}"/>
              </a:ext>
            </a:extLst>
          </p:cNvPr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subjects are specific, tangible nouns that perform the action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researcher, enzyme, study, water, temperature, protein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vague subjects like: it, there, this, that (without antecedent)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subjects make sentences clearer and more direct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sentences begin with concrete subjects in active voice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55639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E0F6-8C1D-AE48-73B3-44CB23FA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EF56A7B-F921-C989-2FAC-493A8E31E889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Strong Verbs?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9D06198-37CC-C527-4580-8B2C9873630B}"/>
              </a:ext>
            </a:extLst>
          </p:cNvPr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verbs are specific action words that create clear meaning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replace weak verbs combined with nouns or adverbs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demonstrate, reveal, confirm, establish, analyze, enhance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constructions: 'make a discovery' vs. Strong: 'discover'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verbs improve readability and reduce word count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753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3842-7B3A-3D3D-7D6F-8A799DCB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B661E4A-BE91-BB02-EE70-41F500AB8D86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A22281C-20AF-F8A3-F133-1000B2407E50}"/>
              </a:ext>
            </a:extLst>
          </p:cNvPr>
          <p:cNvSpPr/>
          <p:nvPr/>
        </p:nvSpPr>
        <p:spPr>
          <a:xfrm>
            <a:off x="555812" y="95294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Weak: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7A2494A-FB93-04AF-3AC8-3C3AB782FF46}"/>
              </a:ext>
            </a:extLst>
          </p:cNvPr>
          <p:cNvSpPr/>
          <p:nvPr/>
        </p:nvSpPr>
        <p:spPr>
          <a:xfrm>
            <a:off x="555812" y="116630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known that water dissolves salt.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C0221D3-4BB7-2B82-0041-18F59E01D4F0}"/>
              </a:ext>
            </a:extLst>
          </p:cNvPr>
          <p:cNvSpPr/>
          <p:nvPr/>
        </p:nvSpPr>
        <p:spPr>
          <a:xfrm>
            <a:off x="555812" y="147110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Strong: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8EE4BBF-9367-3B4F-BD12-AB9C04956D88}"/>
              </a:ext>
            </a:extLst>
          </p:cNvPr>
          <p:cNvSpPr/>
          <p:nvPr/>
        </p:nvSpPr>
        <p:spPr>
          <a:xfrm>
            <a:off x="555812" y="168446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 dissolves salt.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EF59E82-1AA2-AF9E-9E7F-102CDCD00A84}"/>
              </a:ext>
            </a:extLst>
          </p:cNvPr>
          <p:cNvSpPr/>
          <p:nvPr/>
        </p:nvSpPr>
        <p:spPr>
          <a:xfrm>
            <a:off x="555812" y="198926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Weak: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1EBC116-FAB2-D4A5-7FB8-70C40D1F1C5D}"/>
              </a:ext>
            </a:extLst>
          </p:cNvPr>
          <p:cNvSpPr/>
          <p:nvPr/>
        </p:nvSpPr>
        <p:spPr>
          <a:xfrm>
            <a:off x="555812" y="220262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several reasons for the results.</a:t>
            </a:r>
            <a:endParaRPr lang="en-US" sz="14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8767B34-12EB-1942-65C8-BAABD0C0545E}"/>
              </a:ext>
            </a:extLst>
          </p:cNvPr>
          <p:cNvSpPr/>
          <p:nvPr/>
        </p:nvSpPr>
        <p:spPr>
          <a:xfrm>
            <a:off x="555812" y="250742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Strong:</a:t>
            </a:r>
            <a:endParaRPr lang="en-US" sz="1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57EBC07-F96F-BB7B-B2F5-6590AAABA514}"/>
              </a:ext>
            </a:extLst>
          </p:cNvPr>
          <p:cNvSpPr/>
          <p:nvPr/>
        </p:nvSpPr>
        <p:spPr>
          <a:xfrm>
            <a:off x="555812" y="272078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Three factors explain the results.</a:t>
            </a:r>
            <a:endParaRPr lang="en-US" sz="1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6554754-A0CC-DFB5-0A8A-384771384530}"/>
              </a:ext>
            </a:extLst>
          </p:cNvPr>
          <p:cNvSpPr/>
          <p:nvPr/>
        </p:nvSpPr>
        <p:spPr>
          <a:xfrm>
            <a:off x="555812" y="406190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Weak:</a:t>
            </a:r>
            <a:endParaRPr lang="en-US" sz="14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82A37A15-7D90-5EA0-F57E-00CF2BF3F6CD}"/>
              </a:ext>
            </a:extLst>
          </p:cNvPr>
          <p:cNvSpPr/>
          <p:nvPr/>
        </p:nvSpPr>
        <p:spPr>
          <a:xfrm>
            <a:off x="555812" y="427526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was observed that the temperature increased.</a:t>
            </a:r>
            <a:endParaRPr lang="en-US" sz="14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5362FE0-9879-A385-BD74-E3488EE56F2D}"/>
              </a:ext>
            </a:extLst>
          </p:cNvPr>
          <p:cNvSpPr/>
          <p:nvPr/>
        </p:nvSpPr>
        <p:spPr>
          <a:xfrm>
            <a:off x="555812" y="458006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Strong:</a:t>
            </a: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F32C31D-56BC-FE0B-75D1-5D217F6FE3A8}"/>
              </a:ext>
            </a:extLst>
          </p:cNvPr>
          <p:cNvSpPr/>
          <p:nvPr/>
        </p:nvSpPr>
        <p:spPr>
          <a:xfrm>
            <a:off x="555812" y="479342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increased.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9A334D8B-AD57-996B-FC4D-927123DE2295}"/>
              </a:ext>
            </a:extLst>
          </p:cNvPr>
          <p:cNvSpPr/>
          <p:nvPr/>
        </p:nvSpPr>
        <p:spPr>
          <a:xfrm>
            <a:off x="555812" y="302558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Weak:</a:t>
            </a:r>
            <a:endParaRPr lang="en-US" sz="14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191B7D1E-C35A-7BE8-C02B-4FBE5A64470E}"/>
              </a:ext>
            </a:extLst>
          </p:cNvPr>
          <p:cNvSpPr/>
          <p:nvPr/>
        </p:nvSpPr>
        <p:spPr>
          <a:xfrm>
            <a:off x="555812" y="323894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made an analysis of the data</a:t>
            </a:r>
            <a:endParaRPr lang="en-US" sz="14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C33505B8-7621-8A3D-241E-6757B674C355}"/>
              </a:ext>
            </a:extLst>
          </p:cNvPr>
          <p:cNvSpPr/>
          <p:nvPr/>
        </p:nvSpPr>
        <p:spPr>
          <a:xfrm>
            <a:off x="555812" y="3543749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Strong:</a:t>
            </a:r>
            <a:endParaRPr lang="en-US" sz="14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97870B6-D036-3F73-9CDE-8BF51938E9A9}"/>
              </a:ext>
            </a:extLst>
          </p:cNvPr>
          <p:cNvSpPr/>
          <p:nvPr/>
        </p:nvSpPr>
        <p:spPr>
          <a:xfrm>
            <a:off x="555812" y="3757109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analyzed the 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438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6DE3-6850-6A87-8572-3852C36E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0C06A81-2BED-F3C8-6590-59CCAC5486BB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Sentence, Phrase, and Paragraph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649DFA-7BF3-D62F-43B0-973E82E8EBC2}"/>
              </a:ext>
            </a:extLst>
          </p:cNvPr>
          <p:cNvSpPr/>
          <p:nvPr/>
        </p:nvSpPr>
        <p:spPr>
          <a:xfrm>
            <a:off x="411480" y="966395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CLAUSE: Group of words with subject and verb; can be independent (stands alone) or dependent (requires another clause)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PHRASE: Group of related words without subject and verb; cannot stand alone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SENTENCE: Independent clause with subject and verb; expresses complete thought</a:t>
            </a:r>
            <a:endParaRPr lang="en-US" sz="1400" dirty="0"/>
          </a:p>
          <a:p>
            <a:pPr algn="l">
              <a:buSzPct val="100000"/>
            </a:pPr>
            <a:endParaRPr lang="en-US" sz="1400" dirty="0">
              <a:solidFill>
                <a:srgbClr val="000000"/>
              </a:solidFill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PARAGRAPH: Collection of sentences focused on one main idea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TEXT: Multiple paragraphs organized to develop a larger argument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Each level builds on the previous to create coherent communication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323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C29E-BE61-E78D-8FDB-2108EB2A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2">
            <a:extLst>
              <a:ext uri="{FF2B5EF4-FFF2-40B4-BE49-F238E27FC236}">
                <a16:creationId xmlns:a16="http://schemas.microsoft.com/office/drawing/2014/main" id="{D303ABF0-596E-9966-1968-B45E64C8FC7E}"/>
              </a:ext>
            </a:extLst>
          </p:cNvPr>
          <p:cNvSpPr/>
          <p:nvPr/>
        </p:nvSpPr>
        <p:spPr>
          <a:xfrm>
            <a:off x="411480" y="92121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CLAUSE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D9BB8E6-0A37-99D7-0289-9C0999A0B3E2}"/>
              </a:ext>
            </a:extLst>
          </p:cNvPr>
          <p:cNvSpPr/>
          <p:nvPr/>
        </p:nvSpPr>
        <p:spPr>
          <a:xfrm>
            <a:off x="411480" y="12138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Independent Clause: </a:t>
            </a:r>
            <a:r>
              <a:rPr lang="en-US" sz="1400" dirty="0">
                <a:ea typeface="Arial" pitchFamily="34" charset="-122"/>
                <a:cs typeface="Arial" pitchFamily="34" charset="-120"/>
              </a:rPr>
              <a:t>"The enzyme catalyzes the reaction" (can stand alone as a sentence)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Dependent Clause: </a:t>
            </a:r>
            <a:r>
              <a:rPr lang="en-US" sz="1400" dirty="0">
                <a:ea typeface="Arial" pitchFamily="34" charset="-122"/>
                <a:cs typeface="Arial" pitchFamily="34" charset="-120"/>
              </a:rPr>
              <a:t>"Because the temperature was optimal" (cannot stand alone; requires an independent clause)</a:t>
            </a:r>
            <a:endParaRPr lang="en-US" sz="14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01BB622-09A0-2C99-7CE1-E2A1D3041345}"/>
              </a:ext>
            </a:extLst>
          </p:cNvPr>
          <p:cNvSpPr/>
          <p:nvPr/>
        </p:nvSpPr>
        <p:spPr>
          <a:xfrm>
            <a:off x="411480" y="189962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PHRASE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ABBF28F-8DD8-DF76-6F95-48DDECEE1BEC}"/>
              </a:ext>
            </a:extLst>
          </p:cNvPr>
          <p:cNvSpPr/>
          <p:nvPr/>
        </p:nvSpPr>
        <p:spPr>
          <a:xfrm>
            <a:off x="411480" y="21922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"at optimal temperature" (prepositional phrase) or "catalyzing the reaction" (verb phrase)</a:t>
            </a:r>
            <a:endParaRPr lang="en-US" sz="1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AE9FF43-973C-556B-5342-2ADEB63A6246}"/>
              </a:ext>
            </a:extLst>
          </p:cNvPr>
          <p:cNvSpPr/>
          <p:nvPr/>
        </p:nvSpPr>
        <p:spPr>
          <a:xfrm>
            <a:off x="411480" y="269515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SENTENCE</a:t>
            </a:r>
            <a:endParaRPr lang="en-US" sz="14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F6CA7C9-D998-01EF-C1DA-1E30F6D7770B}"/>
              </a:ext>
            </a:extLst>
          </p:cNvPr>
          <p:cNvSpPr/>
          <p:nvPr/>
        </p:nvSpPr>
        <p:spPr>
          <a:xfrm>
            <a:off x="411480" y="2987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Because the temperature was optimal, the enzyme catalyzes the reaction at increased efficiency.</a:t>
            </a:r>
            <a:endParaRPr lang="en-US" sz="14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0A06DF46-6707-67F7-0553-6F90519EC974}"/>
              </a:ext>
            </a:extLst>
          </p:cNvPr>
          <p:cNvSpPr/>
          <p:nvPr/>
        </p:nvSpPr>
        <p:spPr>
          <a:xfrm>
            <a:off x="411480" y="34906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PARAGRAPH</a:t>
            </a:r>
            <a:endParaRPr lang="en-US" sz="14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929FE92-B297-C84C-890C-4B4F441CAEA2}"/>
              </a:ext>
            </a:extLst>
          </p:cNvPr>
          <p:cNvSpPr/>
          <p:nvPr/>
        </p:nvSpPr>
        <p:spPr>
          <a:xfrm>
            <a:off x="411480" y="3783288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Topic Sentence: </a:t>
            </a:r>
            <a:r>
              <a:rPr lang="en-US" sz="1400" dirty="0">
                <a:ea typeface="Arial" pitchFamily="34" charset="-122"/>
                <a:cs typeface="Arial" pitchFamily="34" charset="-120"/>
              </a:rPr>
              <a:t>The enzyme exhibits remarkable catalytic efficiency. Supporting Sentence 1: Because the temperature was optimal, the enzyme catalyzes the reaction at increased efficiency. Supporting Sentence 2: Previous studies confirmed this behavior. Concluding Sentence: These results establish the enzyme's critical role in the pathway.</a:t>
            </a:r>
            <a:endParaRPr lang="en-US" sz="14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B2E2F85-8262-A0CB-74AA-8DDB7EAF0C6D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Examples: Clause, Phrase, Sentence, Paragraph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920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53A3-7576-E5EE-4E92-508A5166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848E18CE-D900-36BC-0601-6E0E317AAF84}"/>
              </a:ext>
            </a:extLst>
          </p:cNvPr>
          <p:cNvSpPr/>
          <p:nvPr/>
        </p:nvSpPr>
        <p:spPr>
          <a:xfrm>
            <a:off x="411480" y="948467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Master sentence structure: subject, verb, object form the foundation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Choose appropriate tenses: present for facts, past for completed research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Prefer active voice: subjects should perform actions, not receive them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Use concrete subjects: be specific about who or what is doing the action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Choose strong verbs: specific verbs convey clear, powerful meaning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Build from sentence to paragraph to text: each level serves a purpose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Every element contributes to clarity and professional communication</a:t>
            </a: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CD6CB40-E4E5-B4CB-BE8B-DCF717790D6A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Key Takeaways for Scientific Writing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355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FCCC-6B3D-1C0B-3FD3-7D674CEA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EE6BF8-3B38-CC16-B052-711E63A74A5C}"/>
              </a:ext>
            </a:extLst>
          </p:cNvPr>
          <p:cNvSpPr/>
          <p:nvPr/>
        </p:nvSpPr>
        <p:spPr>
          <a:xfrm>
            <a:off x="417613" y="1785505"/>
            <a:ext cx="59025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cs typeface="Arial"/>
              </a:rPr>
              <a:t>Foundational Grammar Concepts</a:t>
            </a:r>
            <a:endParaRPr lang="en-US" sz="32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4CF88-436C-F507-564F-F93E0ABC1932}"/>
              </a:ext>
            </a:extLst>
          </p:cNvPr>
          <p:cNvSpPr/>
          <p:nvPr/>
        </p:nvSpPr>
        <p:spPr>
          <a:xfrm>
            <a:off x="417613" y="3951724"/>
            <a:ext cx="50381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Sara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cs typeface="Arial"/>
              </a:rPr>
              <a:t>Durini</a:t>
            </a:r>
            <a:r>
              <a:rPr lang="en-US" sz="1400" b="1" dirty="0">
                <a:solidFill>
                  <a:srgbClr val="FFFFFF"/>
                </a:solidFill>
                <a:latin typeface="+mj-lt"/>
                <a:cs typeface="Arial"/>
              </a:rPr>
              <a:t>, PhD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Faculty Affairs Specialist</a:t>
            </a:r>
          </a:p>
          <a:p>
            <a:r>
              <a:rPr lang="en-US" sz="1400" dirty="0">
                <a:solidFill>
                  <a:srgbClr val="FFFFFF"/>
                </a:solidFill>
                <a:latin typeface="+mj-lt"/>
                <a:cs typeface="Arial"/>
              </a:rPr>
              <a:t>King Abdullah University of Science and Technology (KAUST)</a:t>
            </a:r>
            <a:endParaRPr lang="en-US" sz="14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1D92C-0A67-4143-9532-203C8258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046" y="196383"/>
            <a:ext cx="1743676" cy="503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12E63E-C7F1-772E-6286-00058F6067BC}"/>
              </a:ext>
            </a:extLst>
          </p:cNvPr>
          <p:cNvSpPr/>
          <p:nvPr/>
        </p:nvSpPr>
        <p:spPr>
          <a:xfrm>
            <a:off x="417612" y="2370280"/>
            <a:ext cx="49299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j-lt"/>
                <a:cs typeface="Arial"/>
              </a:rPr>
              <a:t>Essential Knowledge for Scientific Writing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5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6423</TotalTime>
  <Words>980</Words>
  <Application>Microsoft Macintosh PowerPoint</Application>
  <PresentationFormat>On-screen Show (16:9)</PresentationFormat>
  <Paragraphs>160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ＭＳ 明朝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King Abdullah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Sara Durini</cp:lastModifiedBy>
  <cp:revision>187</cp:revision>
  <dcterms:created xsi:type="dcterms:W3CDTF">2015-06-21T11:58:54Z</dcterms:created>
  <dcterms:modified xsi:type="dcterms:W3CDTF">2026-06-29T13:03:21Z</dcterms:modified>
</cp:coreProperties>
</file>