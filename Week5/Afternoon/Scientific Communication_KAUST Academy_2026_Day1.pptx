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6" r:id="rId3"/>
    <p:sldId id="325" r:id="rId4"/>
    <p:sldId id="327" r:id="rId5"/>
    <p:sldId id="334" r:id="rId6"/>
    <p:sldId id="350" r:id="rId7"/>
    <p:sldId id="335" r:id="rId8"/>
    <p:sldId id="343" r:id="rId9"/>
    <p:sldId id="344" r:id="rId10"/>
    <p:sldId id="336" r:id="rId11"/>
    <p:sldId id="337" r:id="rId12"/>
    <p:sldId id="338" r:id="rId13"/>
    <p:sldId id="345" r:id="rId14"/>
    <p:sldId id="353" r:id="rId15"/>
    <p:sldId id="346" r:id="rId16"/>
    <p:sldId id="352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A1A2"/>
    <a:srgbClr val="ABB7D6"/>
    <a:srgbClr val="EC7D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88" autoAdjust="0"/>
    <p:restoredTop sz="87313" autoAdjust="0"/>
  </p:normalViewPr>
  <p:slideViewPr>
    <p:cSldViewPr snapToGrid="0" snapToObjects="1">
      <p:cViewPr varScale="1">
        <p:scale>
          <a:sx n="257" d="100"/>
          <a:sy n="257" d="100"/>
        </p:scale>
        <p:origin x="2384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A08AE-5E5A-BE4A-93A5-520085E78E4D}" type="datetimeFigureOut">
              <a:rPr lang="en-IT" smtClean="0"/>
              <a:t>7/28/26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373D8-6B8A-7C42-8E6F-DCB490067EF1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58361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97350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36305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23890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21761-A522-5BF3-4D01-1054A9F75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172B3-351D-93F1-702F-94BBE15ED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4F023-72F8-0240-5D4B-D36F06B4A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65041-0BC8-FF7A-44CD-7EFF24043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11451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53314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AF773-39A7-2229-C323-E0988953F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FF6E8-3F49-A5DE-9C6C-21620E6F5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A42BD-D467-3701-91A3-46C004895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45C6C-839B-E9C3-A213-6BAB4689C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16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36848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 flipV="1">
            <a:off x="0" y="405361"/>
            <a:ext cx="6977430" cy="4780471"/>
          </a:xfrm>
          <a:custGeom>
            <a:avLst/>
            <a:gdLst>
              <a:gd name="connsiteX0" fmla="*/ 0 w 1028700"/>
              <a:gd name="connsiteY0" fmla="*/ 0 h 5943600"/>
              <a:gd name="connsiteX1" fmla="*/ 1028700 w 1028700"/>
              <a:gd name="connsiteY1" fmla="*/ 0 h 5943600"/>
              <a:gd name="connsiteX2" fmla="*/ 1028700 w 1028700"/>
              <a:gd name="connsiteY2" fmla="*/ 5943600 h 5943600"/>
              <a:gd name="connsiteX3" fmla="*/ 0 w 1028700"/>
              <a:gd name="connsiteY3" fmla="*/ 5943600 h 5943600"/>
              <a:gd name="connsiteX4" fmla="*/ 0 w 1028700"/>
              <a:gd name="connsiteY4" fmla="*/ 0 h 5943600"/>
              <a:gd name="connsiteX0" fmla="*/ 0 w 3086100"/>
              <a:gd name="connsiteY0" fmla="*/ 0 h 5943600"/>
              <a:gd name="connsiteX1" fmla="*/ 1028700 w 3086100"/>
              <a:gd name="connsiteY1" fmla="*/ 0 h 5943600"/>
              <a:gd name="connsiteX2" fmla="*/ 3086100 w 3086100"/>
              <a:gd name="connsiteY2" fmla="*/ 5943600 h 5943600"/>
              <a:gd name="connsiteX3" fmla="*/ 0 w 3086100"/>
              <a:gd name="connsiteY3" fmla="*/ 5943600 h 5943600"/>
              <a:gd name="connsiteX4" fmla="*/ 0 w 3086100"/>
              <a:gd name="connsiteY4" fmla="*/ 0 h 5943600"/>
              <a:gd name="connsiteX0" fmla="*/ 0 w 3086100"/>
              <a:gd name="connsiteY0" fmla="*/ 0 h 5943600"/>
              <a:gd name="connsiteX1" fmla="*/ 1028700 w 3086100"/>
              <a:gd name="connsiteY1" fmla="*/ 0 h 5943600"/>
              <a:gd name="connsiteX2" fmla="*/ 3086100 w 3086100"/>
              <a:gd name="connsiteY2" fmla="*/ 5943600 h 5943600"/>
              <a:gd name="connsiteX3" fmla="*/ 624801 w 3086100"/>
              <a:gd name="connsiteY3" fmla="*/ 5943600 h 5943600"/>
              <a:gd name="connsiteX4" fmla="*/ 0 w 3086100"/>
              <a:gd name="connsiteY4" fmla="*/ 0 h 5943600"/>
              <a:gd name="connsiteX0" fmla="*/ 0 w 2461299"/>
              <a:gd name="connsiteY0" fmla="*/ 0 h 5993578"/>
              <a:gd name="connsiteX1" fmla="*/ 403899 w 2461299"/>
              <a:gd name="connsiteY1" fmla="*/ 49978 h 5993578"/>
              <a:gd name="connsiteX2" fmla="*/ 2461299 w 2461299"/>
              <a:gd name="connsiteY2" fmla="*/ 5993578 h 5993578"/>
              <a:gd name="connsiteX3" fmla="*/ 0 w 2461299"/>
              <a:gd name="connsiteY3" fmla="*/ 5993578 h 5993578"/>
              <a:gd name="connsiteX4" fmla="*/ 0 w 2461299"/>
              <a:gd name="connsiteY4" fmla="*/ 0 h 5993578"/>
              <a:gd name="connsiteX0" fmla="*/ 24993 w 2461299"/>
              <a:gd name="connsiteY0" fmla="*/ 12494 h 5943600"/>
              <a:gd name="connsiteX1" fmla="*/ 403899 w 2461299"/>
              <a:gd name="connsiteY1" fmla="*/ 0 h 5943600"/>
              <a:gd name="connsiteX2" fmla="*/ 2461299 w 2461299"/>
              <a:gd name="connsiteY2" fmla="*/ 5943600 h 5943600"/>
              <a:gd name="connsiteX3" fmla="*/ 0 w 2461299"/>
              <a:gd name="connsiteY3" fmla="*/ 5943600 h 5943600"/>
              <a:gd name="connsiteX4" fmla="*/ 24993 w 2461299"/>
              <a:gd name="connsiteY4" fmla="*/ 12494 h 5943600"/>
              <a:gd name="connsiteX0" fmla="*/ 1 w 2461299"/>
              <a:gd name="connsiteY0" fmla="*/ 0 h 5943601"/>
              <a:gd name="connsiteX1" fmla="*/ 403899 w 2461299"/>
              <a:gd name="connsiteY1" fmla="*/ 1 h 5943601"/>
              <a:gd name="connsiteX2" fmla="*/ 2461299 w 2461299"/>
              <a:gd name="connsiteY2" fmla="*/ 5943601 h 5943601"/>
              <a:gd name="connsiteX3" fmla="*/ 0 w 2461299"/>
              <a:gd name="connsiteY3" fmla="*/ 5943601 h 5943601"/>
              <a:gd name="connsiteX4" fmla="*/ 1 w 2461299"/>
              <a:gd name="connsiteY4" fmla="*/ 0 h 5943601"/>
              <a:gd name="connsiteX0" fmla="*/ 1 w 3023619"/>
              <a:gd name="connsiteY0" fmla="*/ 0 h 7517923"/>
              <a:gd name="connsiteX1" fmla="*/ 403899 w 3023619"/>
              <a:gd name="connsiteY1" fmla="*/ 1 h 7517923"/>
              <a:gd name="connsiteX2" fmla="*/ 3023619 w 3023619"/>
              <a:gd name="connsiteY2" fmla="*/ 7517923 h 7517923"/>
              <a:gd name="connsiteX3" fmla="*/ 0 w 3023619"/>
              <a:gd name="connsiteY3" fmla="*/ 5943601 h 7517923"/>
              <a:gd name="connsiteX4" fmla="*/ 1 w 3023619"/>
              <a:gd name="connsiteY4" fmla="*/ 0 h 7517923"/>
              <a:gd name="connsiteX0" fmla="*/ 12497 w 3036115"/>
              <a:gd name="connsiteY0" fmla="*/ 0 h 7517924"/>
              <a:gd name="connsiteX1" fmla="*/ 416395 w 3036115"/>
              <a:gd name="connsiteY1" fmla="*/ 1 h 7517924"/>
              <a:gd name="connsiteX2" fmla="*/ 3036115 w 3036115"/>
              <a:gd name="connsiteY2" fmla="*/ 7517923 h 7517924"/>
              <a:gd name="connsiteX3" fmla="*/ 0 w 3036115"/>
              <a:gd name="connsiteY3" fmla="*/ 7517924 h 7517924"/>
              <a:gd name="connsiteX4" fmla="*/ 12497 w 3036115"/>
              <a:gd name="connsiteY4" fmla="*/ 0 h 7517924"/>
              <a:gd name="connsiteX0" fmla="*/ 0 w 4810548"/>
              <a:gd name="connsiteY0" fmla="*/ 24987 h 7517923"/>
              <a:gd name="connsiteX1" fmla="*/ 2190828 w 4810548"/>
              <a:gd name="connsiteY1" fmla="*/ 0 h 7517923"/>
              <a:gd name="connsiteX2" fmla="*/ 4810548 w 4810548"/>
              <a:gd name="connsiteY2" fmla="*/ 7517922 h 7517923"/>
              <a:gd name="connsiteX3" fmla="*/ 1774433 w 4810548"/>
              <a:gd name="connsiteY3" fmla="*/ 7517923 h 7517923"/>
              <a:gd name="connsiteX4" fmla="*/ 0 w 4810548"/>
              <a:gd name="connsiteY4" fmla="*/ 24987 h 7517923"/>
              <a:gd name="connsiteX0" fmla="*/ 0 w 4810548"/>
              <a:gd name="connsiteY0" fmla="*/ 24987 h 7530418"/>
              <a:gd name="connsiteX1" fmla="*/ 2190828 w 4810548"/>
              <a:gd name="connsiteY1" fmla="*/ 0 h 7530418"/>
              <a:gd name="connsiteX2" fmla="*/ 4810548 w 4810548"/>
              <a:gd name="connsiteY2" fmla="*/ 7517922 h 7530418"/>
              <a:gd name="connsiteX3" fmla="*/ 12495 w 4810548"/>
              <a:gd name="connsiteY3" fmla="*/ 7530418 h 7530418"/>
              <a:gd name="connsiteX4" fmla="*/ 0 w 4810548"/>
              <a:gd name="connsiteY4" fmla="*/ 24987 h 7530418"/>
              <a:gd name="connsiteX0" fmla="*/ 0 w 4810548"/>
              <a:gd name="connsiteY0" fmla="*/ 594897 h 8100328"/>
              <a:gd name="connsiteX1" fmla="*/ 1814665 w 4810548"/>
              <a:gd name="connsiteY1" fmla="*/ 0 h 8100328"/>
              <a:gd name="connsiteX2" fmla="*/ 4810548 w 4810548"/>
              <a:gd name="connsiteY2" fmla="*/ 8087832 h 8100328"/>
              <a:gd name="connsiteX3" fmla="*/ 12495 w 4810548"/>
              <a:gd name="connsiteY3" fmla="*/ 8100328 h 8100328"/>
              <a:gd name="connsiteX4" fmla="*/ 0 w 4810548"/>
              <a:gd name="connsiteY4" fmla="*/ 594897 h 8100328"/>
              <a:gd name="connsiteX0" fmla="*/ 0 w 8276646"/>
              <a:gd name="connsiteY0" fmla="*/ 879855 h 8100328"/>
              <a:gd name="connsiteX1" fmla="*/ 5280763 w 8276646"/>
              <a:gd name="connsiteY1" fmla="*/ 0 h 8100328"/>
              <a:gd name="connsiteX2" fmla="*/ 8276646 w 8276646"/>
              <a:gd name="connsiteY2" fmla="*/ 8087832 h 8100328"/>
              <a:gd name="connsiteX3" fmla="*/ 3478593 w 8276646"/>
              <a:gd name="connsiteY3" fmla="*/ 8100328 h 8100328"/>
              <a:gd name="connsiteX4" fmla="*/ 0 w 8276646"/>
              <a:gd name="connsiteY4" fmla="*/ 879855 h 8100328"/>
              <a:gd name="connsiteX0" fmla="*/ 0 w 8276646"/>
              <a:gd name="connsiteY0" fmla="*/ 143720 h 7364193"/>
              <a:gd name="connsiteX1" fmla="*/ 5576323 w 8276646"/>
              <a:gd name="connsiteY1" fmla="*/ 0 h 7364193"/>
              <a:gd name="connsiteX2" fmla="*/ 8276646 w 8276646"/>
              <a:gd name="connsiteY2" fmla="*/ 7351697 h 7364193"/>
              <a:gd name="connsiteX3" fmla="*/ 3478593 w 8276646"/>
              <a:gd name="connsiteY3" fmla="*/ 7364193 h 7364193"/>
              <a:gd name="connsiteX4" fmla="*/ 0 w 8276646"/>
              <a:gd name="connsiteY4" fmla="*/ 143720 h 7364193"/>
              <a:gd name="connsiteX0" fmla="*/ 0 w 8276646"/>
              <a:gd name="connsiteY0" fmla="*/ 24992 h 7245465"/>
              <a:gd name="connsiteX1" fmla="*/ 5576323 w 8276646"/>
              <a:gd name="connsiteY1" fmla="*/ 0 h 7245465"/>
              <a:gd name="connsiteX2" fmla="*/ 8276646 w 8276646"/>
              <a:gd name="connsiteY2" fmla="*/ 7232969 h 7245465"/>
              <a:gd name="connsiteX3" fmla="*/ 3478593 w 8276646"/>
              <a:gd name="connsiteY3" fmla="*/ 7245465 h 7245465"/>
              <a:gd name="connsiteX4" fmla="*/ 0 w 8276646"/>
              <a:gd name="connsiteY4" fmla="*/ 24992 h 7245465"/>
              <a:gd name="connsiteX0" fmla="*/ 68114 w 8344760"/>
              <a:gd name="connsiteY0" fmla="*/ 24992 h 7316701"/>
              <a:gd name="connsiteX1" fmla="*/ 5644437 w 8344760"/>
              <a:gd name="connsiteY1" fmla="*/ 0 h 7316701"/>
              <a:gd name="connsiteX2" fmla="*/ 8344760 w 8344760"/>
              <a:gd name="connsiteY2" fmla="*/ 7232969 h 7316701"/>
              <a:gd name="connsiteX3" fmla="*/ 0 w 8344760"/>
              <a:gd name="connsiteY3" fmla="*/ 7316701 h 7316701"/>
              <a:gd name="connsiteX4" fmla="*/ 68114 w 8344760"/>
              <a:gd name="connsiteY4" fmla="*/ 24992 h 7316701"/>
              <a:gd name="connsiteX0" fmla="*/ 0 w 8384122"/>
              <a:gd name="connsiteY0" fmla="*/ 24993 h 7316701"/>
              <a:gd name="connsiteX1" fmla="*/ 5683799 w 8384122"/>
              <a:gd name="connsiteY1" fmla="*/ 0 h 7316701"/>
              <a:gd name="connsiteX2" fmla="*/ 8384122 w 8384122"/>
              <a:gd name="connsiteY2" fmla="*/ 7232969 h 7316701"/>
              <a:gd name="connsiteX3" fmla="*/ 39362 w 8384122"/>
              <a:gd name="connsiteY3" fmla="*/ 7316701 h 7316701"/>
              <a:gd name="connsiteX4" fmla="*/ 0 w 8384122"/>
              <a:gd name="connsiteY4" fmla="*/ 24993 h 7316701"/>
              <a:gd name="connsiteX0" fmla="*/ 0 w 7940912"/>
              <a:gd name="connsiteY0" fmla="*/ 24993 h 7316701"/>
              <a:gd name="connsiteX1" fmla="*/ 5683799 w 7940912"/>
              <a:gd name="connsiteY1" fmla="*/ 0 h 7316701"/>
              <a:gd name="connsiteX2" fmla="*/ 7940912 w 7940912"/>
              <a:gd name="connsiteY2" fmla="*/ 6057657 h 7316701"/>
              <a:gd name="connsiteX3" fmla="*/ 39362 w 7940912"/>
              <a:gd name="connsiteY3" fmla="*/ 7316701 h 7316701"/>
              <a:gd name="connsiteX4" fmla="*/ 0 w 7940912"/>
              <a:gd name="connsiteY4" fmla="*/ 24993 h 7316701"/>
              <a:gd name="connsiteX0" fmla="*/ 0 w 7940912"/>
              <a:gd name="connsiteY0" fmla="*/ 24993 h 6164434"/>
              <a:gd name="connsiteX1" fmla="*/ 5683799 w 7940912"/>
              <a:gd name="connsiteY1" fmla="*/ 0 h 6164434"/>
              <a:gd name="connsiteX2" fmla="*/ 7940912 w 7940912"/>
              <a:gd name="connsiteY2" fmla="*/ 6057657 h 6164434"/>
              <a:gd name="connsiteX3" fmla="*/ 65432 w 7940912"/>
              <a:gd name="connsiteY3" fmla="*/ 6164434 h 6164434"/>
              <a:gd name="connsiteX4" fmla="*/ 0 w 7940912"/>
              <a:gd name="connsiteY4" fmla="*/ 24993 h 6164434"/>
              <a:gd name="connsiteX0" fmla="*/ 0 w 7940912"/>
              <a:gd name="connsiteY0" fmla="*/ 24993 h 6072253"/>
              <a:gd name="connsiteX1" fmla="*/ 5683799 w 7940912"/>
              <a:gd name="connsiteY1" fmla="*/ 0 h 6072253"/>
              <a:gd name="connsiteX2" fmla="*/ 7940912 w 7940912"/>
              <a:gd name="connsiteY2" fmla="*/ 6057657 h 6072253"/>
              <a:gd name="connsiteX3" fmla="*/ 65432 w 7940912"/>
              <a:gd name="connsiteY3" fmla="*/ 6072253 h 6072253"/>
              <a:gd name="connsiteX4" fmla="*/ 0 w 7940912"/>
              <a:gd name="connsiteY4" fmla="*/ 24993 h 6072253"/>
              <a:gd name="connsiteX0" fmla="*/ 18657 w 7959569"/>
              <a:gd name="connsiteY0" fmla="*/ 24993 h 6072254"/>
              <a:gd name="connsiteX1" fmla="*/ 5702456 w 7959569"/>
              <a:gd name="connsiteY1" fmla="*/ 0 h 6072254"/>
              <a:gd name="connsiteX2" fmla="*/ 7959569 w 7959569"/>
              <a:gd name="connsiteY2" fmla="*/ 6057657 h 6072254"/>
              <a:gd name="connsiteX3" fmla="*/ 0 w 7959569"/>
              <a:gd name="connsiteY3" fmla="*/ 6072254 h 6072254"/>
              <a:gd name="connsiteX4" fmla="*/ 18657 w 7959569"/>
              <a:gd name="connsiteY4" fmla="*/ 24993 h 6072254"/>
              <a:gd name="connsiteX0" fmla="*/ 4110981 w 12051893"/>
              <a:gd name="connsiteY0" fmla="*/ 24993 h 6057657"/>
              <a:gd name="connsiteX1" fmla="*/ 9794780 w 12051893"/>
              <a:gd name="connsiteY1" fmla="*/ 0 h 6057657"/>
              <a:gd name="connsiteX2" fmla="*/ 12051893 w 12051893"/>
              <a:gd name="connsiteY2" fmla="*/ 6057657 h 6057657"/>
              <a:gd name="connsiteX3" fmla="*/ 0 w 12051893"/>
              <a:gd name="connsiteY3" fmla="*/ 6035091 h 6057657"/>
              <a:gd name="connsiteX4" fmla="*/ 4110981 w 12051893"/>
              <a:gd name="connsiteY4" fmla="*/ 24993 h 6057657"/>
              <a:gd name="connsiteX0" fmla="*/ 4110981 w 12051893"/>
              <a:gd name="connsiteY0" fmla="*/ 24993 h 6084642"/>
              <a:gd name="connsiteX1" fmla="*/ 9794780 w 12051893"/>
              <a:gd name="connsiteY1" fmla="*/ 0 h 6084642"/>
              <a:gd name="connsiteX2" fmla="*/ 12051893 w 12051893"/>
              <a:gd name="connsiteY2" fmla="*/ 6057657 h 6084642"/>
              <a:gd name="connsiteX3" fmla="*/ 0 w 12051893"/>
              <a:gd name="connsiteY3" fmla="*/ 6084642 h 6084642"/>
              <a:gd name="connsiteX4" fmla="*/ 4110981 w 12051893"/>
              <a:gd name="connsiteY4" fmla="*/ 24993 h 6084642"/>
              <a:gd name="connsiteX0" fmla="*/ 0 w 12061266"/>
              <a:gd name="connsiteY0" fmla="*/ 0 h 6146363"/>
              <a:gd name="connsiteX1" fmla="*/ 9804153 w 12061266"/>
              <a:gd name="connsiteY1" fmla="*/ 61721 h 6146363"/>
              <a:gd name="connsiteX2" fmla="*/ 12061266 w 12061266"/>
              <a:gd name="connsiteY2" fmla="*/ 6119378 h 6146363"/>
              <a:gd name="connsiteX3" fmla="*/ 9373 w 12061266"/>
              <a:gd name="connsiteY3" fmla="*/ 6146363 h 6146363"/>
              <a:gd name="connsiteX4" fmla="*/ 0 w 12061266"/>
              <a:gd name="connsiteY4" fmla="*/ 0 h 6146363"/>
              <a:gd name="connsiteX0" fmla="*/ 4642 w 12051893"/>
              <a:gd name="connsiteY0" fmla="*/ 24993 h 6084642"/>
              <a:gd name="connsiteX1" fmla="*/ 9794780 w 12051893"/>
              <a:gd name="connsiteY1" fmla="*/ 0 h 6084642"/>
              <a:gd name="connsiteX2" fmla="*/ 12051893 w 12051893"/>
              <a:gd name="connsiteY2" fmla="*/ 6057657 h 6084642"/>
              <a:gd name="connsiteX3" fmla="*/ 0 w 12051893"/>
              <a:gd name="connsiteY3" fmla="*/ 6084642 h 6084642"/>
              <a:gd name="connsiteX4" fmla="*/ 4642 w 12051893"/>
              <a:gd name="connsiteY4" fmla="*/ 24993 h 6084642"/>
              <a:gd name="connsiteX0" fmla="*/ 4642 w 12051893"/>
              <a:gd name="connsiteY0" fmla="*/ 24993 h 6084642"/>
              <a:gd name="connsiteX1" fmla="*/ 9794780 w 12051893"/>
              <a:gd name="connsiteY1" fmla="*/ 0 h 6084642"/>
              <a:gd name="connsiteX2" fmla="*/ 12051893 w 12051893"/>
              <a:gd name="connsiteY2" fmla="*/ 6057657 h 6084642"/>
              <a:gd name="connsiteX3" fmla="*/ 0 w 12051893"/>
              <a:gd name="connsiteY3" fmla="*/ 6084642 h 6084642"/>
              <a:gd name="connsiteX4" fmla="*/ 4642 w 12051893"/>
              <a:gd name="connsiteY4" fmla="*/ 24993 h 6084642"/>
              <a:gd name="connsiteX0" fmla="*/ 4642 w 12051893"/>
              <a:gd name="connsiteY0" fmla="*/ 729 h 6134704"/>
              <a:gd name="connsiteX1" fmla="*/ 9794780 w 12051893"/>
              <a:gd name="connsiteY1" fmla="*/ 50062 h 6134704"/>
              <a:gd name="connsiteX2" fmla="*/ 12051893 w 12051893"/>
              <a:gd name="connsiteY2" fmla="*/ 6107719 h 6134704"/>
              <a:gd name="connsiteX3" fmla="*/ 0 w 12051893"/>
              <a:gd name="connsiteY3" fmla="*/ 6134704 h 6134704"/>
              <a:gd name="connsiteX4" fmla="*/ 4642 w 12051893"/>
              <a:gd name="connsiteY4" fmla="*/ 729 h 6134704"/>
              <a:gd name="connsiteX0" fmla="*/ 103 w 12061369"/>
              <a:gd name="connsiteY0" fmla="*/ 37381 h 6084642"/>
              <a:gd name="connsiteX1" fmla="*/ 9804256 w 12061369"/>
              <a:gd name="connsiteY1" fmla="*/ 0 h 6084642"/>
              <a:gd name="connsiteX2" fmla="*/ 12061369 w 12061369"/>
              <a:gd name="connsiteY2" fmla="*/ 6057657 h 6084642"/>
              <a:gd name="connsiteX3" fmla="*/ 9476 w 12061369"/>
              <a:gd name="connsiteY3" fmla="*/ 6084642 h 6084642"/>
              <a:gd name="connsiteX4" fmla="*/ 103 w 12061369"/>
              <a:gd name="connsiteY4" fmla="*/ 37381 h 6084642"/>
              <a:gd name="connsiteX0" fmla="*/ 111 w 12061377"/>
              <a:gd name="connsiteY0" fmla="*/ 1271798 h 7319059"/>
              <a:gd name="connsiteX1" fmla="*/ 9307216 w 12061377"/>
              <a:gd name="connsiteY1" fmla="*/ 0 h 7319059"/>
              <a:gd name="connsiteX2" fmla="*/ 12061377 w 12061377"/>
              <a:gd name="connsiteY2" fmla="*/ 7292074 h 7319059"/>
              <a:gd name="connsiteX3" fmla="*/ 9484 w 12061377"/>
              <a:gd name="connsiteY3" fmla="*/ 7319059 h 7319059"/>
              <a:gd name="connsiteX4" fmla="*/ 111 w 12061377"/>
              <a:gd name="connsiteY4" fmla="*/ 1271798 h 7319059"/>
              <a:gd name="connsiteX0" fmla="*/ 111 w 12085046"/>
              <a:gd name="connsiteY0" fmla="*/ 16458 h 7319059"/>
              <a:gd name="connsiteX1" fmla="*/ 9330885 w 12085046"/>
              <a:gd name="connsiteY1" fmla="*/ 0 h 7319059"/>
              <a:gd name="connsiteX2" fmla="*/ 12085046 w 12085046"/>
              <a:gd name="connsiteY2" fmla="*/ 7292074 h 7319059"/>
              <a:gd name="connsiteX3" fmla="*/ 33153 w 12085046"/>
              <a:gd name="connsiteY3" fmla="*/ 7319059 h 7319059"/>
              <a:gd name="connsiteX4" fmla="*/ 111 w 12085046"/>
              <a:gd name="connsiteY4" fmla="*/ 16458 h 731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85046" h="7319059">
                <a:moveTo>
                  <a:pt x="111" y="16458"/>
                </a:moveTo>
                <a:cubicBezTo>
                  <a:pt x="-29989" y="8127"/>
                  <a:pt x="6067506" y="8331"/>
                  <a:pt x="9330885" y="0"/>
                </a:cubicBezTo>
                <a:lnTo>
                  <a:pt x="12085046" y="7292074"/>
                </a:lnTo>
                <a:lnTo>
                  <a:pt x="33153" y="7319059"/>
                </a:lnTo>
                <a:cubicBezTo>
                  <a:pt x="33153" y="5337859"/>
                  <a:pt x="111" y="1997658"/>
                  <a:pt x="111" y="16458"/>
                </a:cubicBezTo>
                <a:close/>
              </a:path>
            </a:pathLst>
          </a:cu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ea typeface="ＭＳ 明朝"/>
                <a:cs typeface="Times New Roman"/>
              </a:rPr>
              <a:t> </a:t>
            </a:r>
          </a:p>
        </p:txBody>
      </p:sp>
      <p:sp>
        <p:nvSpPr>
          <p:cNvPr id="10" name="Rectangle 2"/>
          <p:cNvSpPr/>
          <p:nvPr userDrawn="1"/>
        </p:nvSpPr>
        <p:spPr>
          <a:xfrm>
            <a:off x="5644445" y="1081441"/>
            <a:ext cx="3499556" cy="3818154"/>
          </a:xfrm>
          <a:custGeom>
            <a:avLst/>
            <a:gdLst>
              <a:gd name="connsiteX0" fmla="*/ 0 w 7543800"/>
              <a:gd name="connsiteY0" fmla="*/ 0 h 6515100"/>
              <a:gd name="connsiteX1" fmla="*/ 7543800 w 7543800"/>
              <a:gd name="connsiteY1" fmla="*/ 0 h 6515100"/>
              <a:gd name="connsiteX2" fmla="*/ 7543800 w 7543800"/>
              <a:gd name="connsiteY2" fmla="*/ 6515100 h 6515100"/>
              <a:gd name="connsiteX3" fmla="*/ 0 w 7543800"/>
              <a:gd name="connsiteY3" fmla="*/ 6515100 h 6515100"/>
              <a:gd name="connsiteX4" fmla="*/ 0 w 7543800"/>
              <a:gd name="connsiteY4" fmla="*/ 0 h 6515100"/>
              <a:gd name="connsiteX0" fmla="*/ 4229100 w 7543800"/>
              <a:gd name="connsiteY0" fmla="*/ 0 h 6515100"/>
              <a:gd name="connsiteX1" fmla="*/ 7543800 w 7543800"/>
              <a:gd name="connsiteY1" fmla="*/ 0 h 6515100"/>
              <a:gd name="connsiteX2" fmla="*/ 7543800 w 7543800"/>
              <a:gd name="connsiteY2" fmla="*/ 6515100 h 6515100"/>
              <a:gd name="connsiteX3" fmla="*/ 0 w 7543800"/>
              <a:gd name="connsiteY3" fmla="*/ 6515100 h 6515100"/>
              <a:gd name="connsiteX4" fmla="*/ 4229100 w 7543800"/>
              <a:gd name="connsiteY4" fmla="*/ 0 h 6515100"/>
              <a:gd name="connsiteX0" fmla="*/ 1257300 w 7543800"/>
              <a:gd name="connsiteY0" fmla="*/ 0 h 6515100"/>
              <a:gd name="connsiteX1" fmla="*/ 7543800 w 7543800"/>
              <a:gd name="connsiteY1" fmla="*/ 0 h 6515100"/>
              <a:gd name="connsiteX2" fmla="*/ 7543800 w 7543800"/>
              <a:gd name="connsiteY2" fmla="*/ 6515100 h 6515100"/>
              <a:gd name="connsiteX3" fmla="*/ 0 w 7543800"/>
              <a:gd name="connsiteY3" fmla="*/ 6515100 h 6515100"/>
              <a:gd name="connsiteX4" fmla="*/ 1257300 w 7543800"/>
              <a:gd name="connsiteY4" fmla="*/ 0 h 6515100"/>
              <a:gd name="connsiteX0" fmla="*/ 1028700 w 7543800"/>
              <a:gd name="connsiteY0" fmla="*/ 0 h 6515100"/>
              <a:gd name="connsiteX1" fmla="*/ 7543800 w 7543800"/>
              <a:gd name="connsiteY1" fmla="*/ 0 h 6515100"/>
              <a:gd name="connsiteX2" fmla="*/ 7543800 w 7543800"/>
              <a:gd name="connsiteY2" fmla="*/ 6515100 h 6515100"/>
              <a:gd name="connsiteX3" fmla="*/ 0 w 7543800"/>
              <a:gd name="connsiteY3" fmla="*/ 6515100 h 6515100"/>
              <a:gd name="connsiteX4" fmla="*/ 1028700 w 7543800"/>
              <a:gd name="connsiteY4" fmla="*/ 0 h 6515100"/>
              <a:gd name="connsiteX0" fmla="*/ 0 w 6515100"/>
              <a:gd name="connsiteY0" fmla="*/ 0 h 6515100"/>
              <a:gd name="connsiteX1" fmla="*/ 6515100 w 6515100"/>
              <a:gd name="connsiteY1" fmla="*/ 0 h 6515100"/>
              <a:gd name="connsiteX2" fmla="*/ 6515100 w 6515100"/>
              <a:gd name="connsiteY2" fmla="*/ 6515100 h 6515100"/>
              <a:gd name="connsiteX3" fmla="*/ 2057400 w 6515100"/>
              <a:gd name="connsiteY3" fmla="*/ 6515100 h 6515100"/>
              <a:gd name="connsiteX4" fmla="*/ 0 w 6515100"/>
              <a:gd name="connsiteY4" fmla="*/ 0 h 6515100"/>
              <a:gd name="connsiteX0" fmla="*/ 0 w 6515100"/>
              <a:gd name="connsiteY0" fmla="*/ 0 h 6515100"/>
              <a:gd name="connsiteX1" fmla="*/ 6515100 w 6515100"/>
              <a:gd name="connsiteY1" fmla="*/ 0 h 6515100"/>
              <a:gd name="connsiteX2" fmla="*/ 6515100 w 6515100"/>
              <a:gd name="connsiteY2" fmla="*/ 6515100 h 6515100"/>
              <a:gd name="connsiteX3" fmla="*/ 2286000 w 6515100"/>
              <a:gd name="connsiteY3" fmla="*/ 6515100 h 6515100"/>
              <a:gd name="connsiteX4" fmla="*/ 0 w 6515100"/>
              <a:gd name="connsiteY4" fmla="*/ 0 h 6515100"/>
              <a:gd name="connsiteX0" fmla="*/ 0 w 6286500"/>
              <a:gd name="connsiteY0" fmla="*/ 685800 h 6515100"/>
              <a:gd name="connsiteX1" fmla="*/ 6286500 w 6286500"/>
              <a:gd name="connsiteY1" fmla="*/ 0 h 6515100"/>
              <a:gd name="connsiteX2" fmla="*/ 6286500 w 6286500"/>
              <a:gd name="connsiteY2" fmla="*/ 6515100 h 6515100"/>
              <a:gd name="connsiteX3" fmla="*/ 2057400 w 6286500"/>
              <a:gd name="connsiteY3" fmla="*/ 6515100 h 6515100"/>
              <a:gd name="connsiteX4" fmla="*/ 0 w 6286500"/>
              <a:gd name="connsiteY4" fmla="*/ 685800 h 6515100"/>
              <a:gd name="connsiteX0" fmla="*/ 0 w 6286500"/>
              <a:gd name="connsiteY0" fmla="*/ 0 h 5829300"/>
              <a:gd name="connsiteX1" fmla="*/ 6286500 w 6286500"/>
              <a:gd name="connsiteY1" fmla="*/ 0 h 5829300"/>
              <a:gd name="connsiteX2" fmla="*/ 6286500 w 6286500"/>
              <a:gd name="connsiteY2" fmla="*/ 5829300 h 5829300"/>
              <a:gd name="connsiteX3" fmla="*/ 2057400 w 6286500"/>
              <a:gd name="connsiteY3" fmla="*/ 5829300 h 5829300"/>
              <a:gd name="connsiteX4" fmla="*/ 0 w 6286500"/>
              <a:gd name="connsiteY4" fmla="*/ 0 h 5829300"/>
              <a:gd name="connsiteX0" fmla="*/ 0 w 6352540"/>
              <a:gd name="connsiteY0" fmla="*/ 0 h 6042660"/>
              <a:gd name="connsiteX1" fmla="*/ 6352540 w 6352540"/>
              <a:gd name="connsiteY1" fmla="*/ 213360 h 6042660"/>
              <a:gd name="connsiteX2" fmla="*/ 6352540 w 6352540"/>
              <a:gd name="connsiteY2" fmla="*/ 6042660 h 6042660"/>
              <a:gd name="connsiteX3" fmla="*/ 2123440 w 6352540"/>
              <a:gd name="connsiteY3" fmla="*/ 6042660 h 6042660"/>
              <a:gd name="connsiteX4" fmla="*/ 0 w 6352540"/>
              <a:gd name="connsiteY4" fmla="*/ 0 h 6042660"/>
              <a:gd name="connsiteX0" fmla="*/ 0 w 6355080"/>
              <a:gd name="connsiteY0" fmla="*/ 0 h 6042660"/>
              <a:gd name="connsiteX1" fmla="*/ 6355080 w 6355080"/>
              <a:gd name="connsiteY1" fmla="*/ 0 h 6042660"/>
              <a:gd name="connsiteX2" fmla="*/ 6352540 w 6355080"/>
              <a:gd name="connsiteY2" fmla="*/ 6042660 h 6042660"/>
              <a:gd name="connsiteX3" fmla="*/ 2123440 w 6355080"/>
              <a:gd name="connsiteY3" fmla="*/ 6042660 h 6042660"/>
              <a:gd name="connsiteX4" fmla="*/ 0 w 6355080"/>
              <a:gd name="connsiteY4" fmla="*/ 0 h 6042660"/>
              <a:gd name="connsiteX0" fmla="*/ 0 w 6352540"/>
              <a:gd name="connsiteY0" fmla="*/ 0 h 6042660"/>
              <a:gd name="connsiteX1" fmla="*/ 4580646 w 6352540"/>
              <a:gd name="connsiteY1" fmla="*/ 24937 h 6042660"/>
              <a:gd name="connsiteX2" fmla="*/ 6352540 w 6352540"/>
              <a:gd name="connsiteY2" fmla="*/ 6042660 h 6042660"/>
              <a:gd name="connsiteX3" fmla="*/ 2123440 w 6352540"/>
              <a:gd name="connsiteY3" fmla="*/ 6042660 h 6042660"/>
              <a:gd name="connsiteX4" fmla="*/ 0 w 6352540"/>
              <a:gd name="connsiteY4" fmla="*/ 0 h 6042660"/>
              <a:gd name="connsiteX0" fmla="*/ 0 w 4603119"/>
              <a:gd name="connsiteY0" fmla="*/ 0 h 6067597"/>
              <a:gd name="connsiteX1" fmla="*/ 4580646 w 4603119"/>
              <a:gd name="connsiteY1" fmla="*/ 24937 h 6067597"/>
              <a:gd name="connsiteX2" fmla="*/ 4603098 w 4603119"/>
              <a:gd name="connsiteY2" fmla="*/ 6067597 h 6067597"/>
              <a:gd name="connsiteX3" fmla="*/ 2123440 w 4603119"/>
              <a:gd name="connsiteY3" fmla="*/ 6042660 h 6067597"/>
              <a:gd name="connsiteX4" fmla="*/ 0 w 4603119"/>
              <a:gd name="connsiteY4" fmla="*/ 0 h 6067597"/>
              <a:gd name="connsiteX0" fmla="*/ 2041257 w 6644376"/>
              <a:gd name="connsiteY0" fmla="*/ 0 h 6123082"/>
              <a:gd name="connsiteX1" fmla="*/ 6621903 w 6644376"/>
              <a:gd name="connsiteY1" fmla="*/ 24937 h 6123082"/>
              <a:gd name="connsiteX2" fmla="*/ 6644355 w 6644376"/>
              <a:gd name="connsiteY2" fmla="*/ 6067597 h 6123082"/>
              <a:gd name="connsiteX3" fmla="*/ 0 w 6644376"/>
              <a:gd name="connsiteY3" fmla="*/ 6123082 h 6123082"/>
              <a:gd name="connsiteX4" fmla="*/ 2041257 w 6644376"/>
              <a:gd name="connsiteY4" fmla="*/ 0 h 6123082"/>
              <a:gd name="connsiteX0" fmla="*/ 2041257 w 6621905"/>
              <a:gd name="connsiteY0" fmla="*/ 0 h 6123082"/>
              <a:gd name="connsiteX1" fmla="*/ 6621903 w 6621905"/>
              <a:gd name="connsiteY1" fmla="*/ 24937 h 6123082"/>
              <a:gd name="connsiteX2" fmla="*/ 5569592 w 6621905"/>
              <a:gd name="connsiteY2" fmla="*/ 6040787 h 6123082"/>
              <a:gd name="connsiteX3" fmla="*/ 0 w 6621905"/>
              <a:gd name="connsiteY3" fmla="*/ 6123082 h 6123082"/>
              <a:gd name="connsiteX4" fmla="*/ 2041257 w 6621905"/>
              <a:gd name="connsiteY4" fmla="*/ 0 h 6123082"/>
              <a:gd name="connsiteX0" fmla="*/ 2041257 w 5600881"/>
              <a:gd name="connsiteY0" fmla="*/ 1871 h 6124953"/>
              <a:gd name="connsiteX1" fmla="*/ 5600881 w 5600881"/>
              <a:gd name="connsiteY1" fmla="*/ 0 h 6124953"/>
              <a:gd name="connsiteX2" fmla="*/ 5569592 w 5600881"/>
              <a:gd name="connsiteY2" fmla="*/ 6042658 h 6124953"/>
              <a:gd name="connsiteX3" fmla="*/ 0 w 5600881"/>
              <a:gd name="connsiteY3" fmla="*/ 6124953 h 6124953"/>
              <a:gd name="connsiteX4" fmla="*/ 2041257 w 5600881"/>
              <a:gd name="connsiteY4" fmla="*/ 1871 h 6124953"/>
              <a:gd name="connsiteX0" fmla="*/ 2041257 w 5639679"/>
              <a:gd name="connsiteY0" fmla="*/ 1871 h 6124953"/>
              <a:gd name="connsiteX1" fmla="*/ 5600881 w 5639679"/>
              <a:gd name="connsiteY1" fmla="*/ 0 h 6124953"/>
              <a:gd name="connsiteX2" fmla="*/ 5639666 w 5639679"/>
              <a:gd name="connsiteY2" fmla="*/ 6056643 h 6124953"/>
              <a:gd name="connsiteX3" fmla="*/ 0 w 5639679"/>
              <a:gd name="connsiteY3" fmla="*/ 6124953 h 6124953"/>
              <a:gd name="connsiteX4" fmla="*/ 2041257 w 5639679"/>
              <a:gd name="connsiteY4" fmla="*/ 1871 h 6124953"/>
              <a:gd name="connsiteX0" fmla="*/ 2041257 w 5625671"/>
              <a:gd name="connsiteY0" fmla="*/ 1871 h 6124953"/>
              <a:gd name="connsiteX1" fmla="*/ 5600881 w 5625671"/>
              <a:gd name="connsiteY1" fmla="*/ 0 h 6124953"/>
              <a:gd name="connsiteX2" fmla="*/ 5625652 w 5625671"/>
              <a:gd name="connsiteY2" fmla="*/ 6112582 h 6124953"/>
              <a:gd name="connsiteX3" fmla="*/ 0 w 5625671"/>
              <a:gd name="connsiteY3" fmla="*/ 6124953 h 6124953"/>
              <a:gd name="connsiteX4" fmla="*/ 2041257 w 5625671"/>
              <a:gd name="connsiteY4" fmla="*/ 1871 h 612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5671" h="6124953">
                <a:moveTo>
                  <a:pt x="2041257" y="1871"/>
                </a:moveTo>
                <a:lnTo>
                  <a:pt x="5600881" y="0"/>
                </a:lnTo>
                <a:cubicBezTo>
                  <a:pt x="5600034" y="2014220"/>
                  <a:pt x="5626499" y="4098362"/>
                  <a:pt x="5625652" y="6112582"/>
                </a:cubicBezTo>
                <a:lnTo>
                  <a:pt x="0" y="6124953"/>
                </a:lnTo>
                <a:lnTo>
                  <a:pt x="2041257" y="1871"/>
                </a:lnTo>
                <a:close/>
              </a:path>
            </a:pathLst>
          </a:custGeom>
          <a:blipFill rotWithShape="1">
            <a:blip r:embed="rId2"/>
            <a:srcRect/>
            <a:stretch>
              <a:fillRect l="-15095" r="-24647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Rectangle 5"/>
          <p:cNvSpPr/>
          <p:nvPr userDrawn="1"/>
        </p:nvSpPr>
        <p:spPr>
          <a:xfrm flipH="1">
            <a:off x="5545364" y="440161"/>
            <a:ext cx="1612858" cy="4703339"/>
          </a:xfrm>
          <a:custGeom>
            <a:avLst/>
            <a:gdLst>
              <a:gd name="connsiteX0" fmla="*/ 0 w 1028700"/>
              <a:gd name="connsiteY0" fmla="*/ 0 h 5943600"/>
              <a:gd name="connsiteX1" fmla="*/ 1028700 w 1028700"/>
              <a:gd name="connsiteY1" fmla="*/ 0 h 5943600"/>
              <a:gd name="connsiteX2" fmla="*/ 1028700 w 1028700"/>
              <a:gd name="connsiteY2" fmla="*/ 5943600 h 5943600"/>
              <a:gd name="connsiteX3" fmla="*/ 0 w 1028700"/>
              <a:gd name="connsiteY3" fmla="*/ 5943600 h 5943600"/>
              <a:gd name="connsiteX4" fmla="*/ 0 w 1028700"/>
              <a:gd name="connsiteY4" fmla="*/ 0 h 5943600"/>
              <a:gd name="connsiteX0" fmla="*/ 0 w 3086100"/>
              <a:gd name="connsiteY0" fmla="*/ 0 h 5943600"/>
              <a:gd name="connsiteX1" fmla="*/ 1028700 w 3086100"/>
              <a:gd name="connsiteY1" fmla="*/ 0 h 5943600"/>
              <a:gd name="connsiteX2" fmla="*/ 3086100 w 3086100"/>
              <a:gd name="connsiteY2" fmla="*/ 5943600 h 5943600"/>
              <a:gd name="connsiteX3" fmla="*/ 0 w 3086100"/>
              <a:gd name="connsiteY3" fmla="*/ 5943600 h 5943600"/>
              <a:gd name="connsiteX4" fmla="*/ 0 w 3086100"/>
              <a:gd name="connsiteY4" fmla="*/ 0 h 5943600"/>
              <a:gd name="connsiteX0" fmla="*/ 0 w 3289300"/>
              <a:gd name="connsiteY0" fmla="*/ 0 h 6497320"/>
              <a:gd name="connsiteX1" fmla="*/ 1028700 w 3289300"/>
              <a:gd name="connsiteY1" fmla="*/ 0 h 6497320"/>
              <a:gd name="connsiteX2" fmla="*/ 3289300 w 3289300"/>
              <a:gd name="connsiteY2" fmla="*/ 6497320 h 6497320"/>
              <a:gd name="connsiteX3" fmla="*/ 0 w 3289300"/>
              <a:gd name="connsiteY3" fmla="*/ 5943600 h 6497320"/>
              <a:gd name="connsiteX4" fmla="*/ 0 w 3289300"/>
              <a:gd name="connsiteY4" fmla="*/ 0 h 6497320"/>
              <a:gd name="connsiteX0" fmla="*/ 0 w 3314700"/>
              <a:gd name="connsiteY0" fmla="*/ 0 h 6515100"/>
              <a:gd name="connsiteX1" fmla="*/ 1028700 w 3314700"/>
              <a:gd name="connsiteY1" fmla="*/ 0 h 6515100"/>
              <a:gd name="connsiteX2" fmla="*/ 3314700 w 3314700"/>
              <a:gd name="connsiteY2" fmla="*/ 6515100 h 6515100"/>
              <a:gd name="connsiteX3" fmla="*/ 0 w 3314700"/>
              <a:gd name="connsiteY3" fmla="*/ 5943600 h 6515100"/>
              <a:gd name="connsiteX4" fmla="*/ 0 w 3314700"/>
              <a:gd name="connsiteY4" fmla="*/ 0 h 6515100"/>
              <a:gd name="connsiteX0" fmla="*/ 998220 w 3314700"/>
              <a:gd name="connsiteY0" fmla="*/ 0 h 6515100"/>
              <a:gd name="connsiteX1" fmla="*/ 1028700 w 3314700"/>
              <a:gd name="connsiteY1" fmla="*/ 0 h 6515100"/>
              <a:gd name="connsiteX2" fmla="*/ 3314700 w 3314700"/>
              <a:gd name="connsiteY2" fmla="*/ 6515100 h 6515100"/>
              <a:gd name="connsiteX3" fmla="*/ 0 w 3314700"/>
              <a:gd name="connsiteY3" fmla="*/ 5943600 h 6515100"/>
              <a:gd name="connsiteX4" fmla="*/ 998220 w 3314700"/>
              <a:gd name="connsiteY4" fmla="*/ 0 h 6515100"/>
              <a:gd name="connsiteX0" fmla="*/ 0 w 2316480"/>
              <a:gd name="connsiteY0" fmla="*/ 0 h 6515100"/>
              <a:gd name="connsiteX1" fmla="*/ 30480 w 2316480"/>
              <a:gd name="connsiteY1" fmla="*/ 0 h 6515100"/>
              <a:gd name="connsiteX2" fmla="*/ 2316480 w 2316480"/>
              <a:gd name="connsiteY2" fmla="*/ 6515100 h 6515100"/>
              <a:gd name="connsiteX3" fmla="*/ 1402080 w 2316480"/>
              <a:gd name="connsiteY3" fmla="*/ 6515100 h 6515100"/>
              <a:gd name="connsiteX4" fmla="*/ 0 w 2316480"/>
              <a:gd name="connsiteY4" fmla="*/ 0 h 6515100"/>
              <a:gd name="connsiteX0" fmla="*/ 0 w 2316480"/>
              <a:gd name="connsiteY0" fmla="*/ 0 h 6517640"/>
              <a:gd name="connsiteX1" fmla="*/ 30480 w 2316480"/>
              <a:gd name="connsiteY1" fmla="*/ 0 h 6517640"/>
              <a:gd name="connsiteX2" fmla="*/ 2316480 w 2316480"/>
              <a:gd name="connsiteY2" fmla="*/ 6515100 h 6517640"/>
              <a:gd name="connsiteX3" fmla="*/ 2296160 w 2316480"/>
              <a:gd name="connsiteY3" fmla="*/ 6517640 h 6517640"/>
              <a:gd name="connsiteX4" fmla="*/ 0 w 2316480"/>
              <a:gd name="connsiteY4" fmla="*/ 0 h 6517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6480" h="6517640">
                <a:moveTo>
                  <a:pt x="0" y="0"/>
                </a:moveTo>
                <a:lnTo>
                  <a:pt x="30480" y="0"/>
                </a:lnTo>
                <a:lnTo>
                  <a:pt x="2316480" y="6515100"/>
                </a:lnTo>
                <a:lnTo>
                  <a:pt x="2296160" y="6517640"/>
                </a:lnTo>
                <a:lnTo>
                  <a:pt x="0" y="0"/>
                </a:lnTo>
                <a:close/>
              </a:path>
            </a:pathLst>
          </a:cu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ea typeface="ＭＳ 明朝"/>
                <a:cs typeface="Times New Roman"/>
              </a:rPr>
              <a:t> </a:t>
            </a:r>
          </a:p>
        </p:txBody>
      </p:sp>
      <p:sp>
        <p:nvSpPr>
          <p:cNvPr id="12" name="Rectangle 6"/>
          <p:cNvSpPr/>
          <p:nvPr userDrawn="1"/>
        </p:nvSpPr>
        <p:spPr>
          <a:xfrm flipV="1">
            <a:off x="6949208" y="962149"/>
            <a:ext cx="2217999" cy="147513"/>
          </a:xfrm>
          <a:custGeom>
            <a:avLst/>
            <a:gdLst>
              <a:gd name="connsiteX0" fmla="*/ 0 w 6286500"/>
              <a:gd name="connsiteY0" fmla="*/ 0 h 114300"/>
              <a:gd name="connsiteX1" fmla="*/ 6286500 w 6286500"/>
              <a:gd name="connsiteY1" fmla="*/ 0 h 114300"/>
              <a:gd name="connsiteX2" fmla="*/ 6286500 w 6286500"/>
              <a:gd name="connsiteY2" fmla="*/ 114300 h 114300"/>
              <a:gd name="connsiteX3" fmla="*/ 0 w 6286500"/>
              <a:gd name="connsiteY3" fmla="*/ 114300 h 114300"/>
              <a:gd name="connsiteX4" fmla="*/ 0 w 6286500"/>
              <a:gd name="connsiteY4" fmla="*/ 0 h 114300"/>
              <a:gd name="connsiteX0" fmla="*/ 0 w 6332220"/>
              <a:gd name="connsiteY0" fmla="*/ 0 h 119380"/>
              <a:gd name="connsiteX1" fmla="*/ 6332220 w 6332220"/>
              <a:gd name="connsiteY1" fmla="*/ 5080 h 119380"/>
              <a:gd name="connsiteX2" fmla="*/ 6332220 w 6332220"/>
              <a:gd name="connsiteY2" fmla="*/ 119380 h 119380"/>
              <a:gd name="connsiteX3" fmla="*/ 45720 w 6332220"/>
              <a:gd name="connsiteY3" fmla="*/ 119380 h 119380"/>
              <a:gd name="connsiteX4" fmla="*/ 0 w 6332220"/>
              <a:gd name="connsiteY4" fmla="*/ 0 h 119380"/>
              <a:gd name="connsiteX0" fmla="*/ 0 w 6387129"/>
              <a:gd name="connsiteY0" fmla="*/ 0 h 119380"/>
              <a:gd name="connsiteX1" fmla="*/ 6387129 w 6387129"/>
              <a:gd name="connsiteY1" fmla="*/ 5080 h 119380"/>
              <a:gd name="connsiteX2" fmla="*/ 6387129 w 6387129"/>
              <a:gd name="connsiteY2" fmla="*/ 119380 h 119380"/>
              <a:gd name="connsiteX3" fmla="*/ 100629 w 6387129"/>
              <a:gd name="connsiteY3" fmla="*/ 119380 h 119380"/>
              <a:gd name="connsiteX4" fmla="*/ 0 w 6387129"/>
              <a:gd name="connsiteY4" fmla="*/ 0 h 119380"/>
              <a:gd name="connsiteX0" fmla="*/ 0 w 6387129"/>
              <a:gd name="connsiteY0" fmla="*/ 0 h 119380"/>
              <a:gd name="connsiteX1" fmla="*/ 6387129 w 6387129"/>
              <a:gd name="connsiteY1" fmla="*/ 5080 h 119380"/>
              <a:gd name="connsiteX2" fmla="*/ 6387129 w 6387129"/>
              <a:gd name="connsiteY2" fmla="*/ 119380 h 119380"/>
              <a:gd name="connsiteX3" fmla="*/ 45720 w 6387129"/>
              <a:gd name="connsiteY3" fmla="*/ 119380 h 119380"/>
              <a:gd name="connsiteX4" fmla="*/ 0 w 6387129"/>
              <a:gd name="connsiteY4" fmla="*/ 0 h 119380"/>
              <a:gd name="connsiteX0" fmla="*/ 0 w 6568409"/>
              <a:gd name="connsiteY0" fmla="*/ 0 h 119380"/>
              <a:gd name="connsiteX1" fmla="*/ 6568409 w 6568409"/>
              <a:gd name="connsiteY1" fmla="*/ 5080 h 119380"/>
              <a:gd name="connsiteX2" fmla="*/ 6568409 w 6568409"/>
              <a:gd name="connsiteY2" fmla="*/ 119380 h 119380"/>
              <a:gd name="connsiteX3" fmla="*/ 227000 w 6568409"/>
              <a:gd name="connsiteY3" fmla="*/ 119380 h 119380"/>
              <a:gd name="connsiteX4" fmla="*/ 0 w 6568409"/>
              <a:gd name="connsiteY4" fmla="*/ 0 h 119380"/>
              <a:gd name="connsiteX0" fmla="*/ 0 w 6628833"/>
              <a:gd name="connsiteY0" fmla="*/ 0 h 119380"/>
              <a:gd name="connsiteX1" fmla="*/ 6628833 w 6628833"/>
              <a:gd name="connsiteY1" fmla="*/ 5080 h 119380"/>
              <a:gd name="connsiteX2" fmla="*/ 6628833 w 6628833"/>
              <a:gd name="connsiteY2" fmla="*/ 119380 h 119380"/>
              <a:gd name="connsiteX3" fmla="*/ 287424 w 6628833"/>
              <a:gd name="connsiteY3" fmla="*/ 119380 h 119380"/>
              <a:gd name="connsiteX4" fmla="*/ 0 w 6628833"/>
              <a:gd name="connsiteY4" fmla="*/ 0 h 119380"/>
              <a:gd name="connsiteX0" fmla="*/ 0 w 6628833"/>
              <a:gd name="connsiteY0" fmla="*/ 0 h 119380"/>
              <a:gd name="connsiteX1" fmla="*/ 6628833 w 6628833"/>
              <a:gd name="connsiteY1" fmla="*/ 5080 h 119380"/>
              <a:gd name="connsiteX2" fmla="*/ 6628833 w 6628833"/>
              <a:gd name="connsiteY2" fmla="*/ 119380 h 119380"/>
              <a:gd name="connsiteX3" fmla="*/ 347846 w 6628833"/>
              <a:gd name="connsiteY3" fmla="*/ 119380 h 119380"/>
              <a:gd name="connsiteX4" fmla="*/ 0 w 6628833"/>
              <a:gd name="connsiteY4" fmla="*/ 0 h 119380"/>
              <a:gd name="connsiteX0" fmla="*/ 0 w 6477769"/>
              <a:gd name="connsiteY0" fmla="*/ 0 h 119380"/>
              <a:gd name="connsiteX1" fmla="*/ 6477769 w 6477769"/>
              <a:gd name="connsiteY1" fmla="*/ 5080 h 119380"/>
              <a:gd name="connsiteX2" fmla="*/ 6477769 w 6477769"/>
              <a:gd name="connsiteY2" fmla="*/ 119380 h 119380"/>
              <a:gd name="connsiteX3" fmla="*/ 196782 w 6477769"/>
              <a:gd name="connsiteY3" fmla="*/ 119380 h 119380"/>
              <a:gd name="connsiteX4" fmla="*/ 0 w 6477769"/>
              <a:gd name="connsiteY4" fmla="*/ 0 h 119380"/>
              <a:gd name="connsiteX0" fmla="*/ 0 w 6414869"/>
              <a:gd name="connsiteY0" fmla="*/ 0 h 119380"/>
              <a:gd name="connsiteX1" fmla="*/ 6414869 w 6414869"/>
              <a:gd name="connsiteY1" fmla="*/ 5080 h 119380"/>
              <a:gd name="connsiteX2" fmla="*/ 6414869 w 6414869"/>
              <a:gd name="connsiteY2" fmla="*/ 119380 h 119380"/>
              <a:gd name="connsiteX3" fmla="*/ 133882 w 6414869"/>
              <a:gd name="connsiteY3" fmla="*/ 119380 h 119380"/>
              <a:gd name="connsiteX4" fmla="*/ 0 w 6414869"/>
              <a:gd name="connsiteY4" fmla="*/ 0 h 119380"/>
              <a:gd name="connsiteX0" fmla="*/ 0 w 6414869"/>
              <a:gd name="connsiteY0" fmla="*/ 0 h 127670"/>
              <a:gd name="connsiteX1" fmla="*/ 6414869 w 6414869"/>
              <a:gd name="connsiteY1" fmla="*/ 5080 h 127670"/>
              <a:gd name="connsiteX2" fmla="*/ 6257619 w 6414869"/>
              <a:gd name="connsiteY2" fmla="*/ 127670 h 127670"/>
              <a:gd name="connsiteX3" fmla="*/ 133882 w 6414869"/>
              <a:gd name="connsiteY3" fmla="*/ 119380 h 127670"/>
              <a:gd name="connsiteX4" fmla="*/ 0 w 6414869"/>
              <a:gd name="connsiteY4" fmla="*/ 0 h 127670"/>
              <a:gd name="connsiteX0" fmla="*/ 0 w 6289069"/>
              <a:gd name="connsiteY0" fmla="*/ 0 h 127670"/>
              <a:gd name="connsiteX1" fmla="*/ 6289069 w 6289069"/>
              <a:gd name="connsiteY1" fmla="*/ 13369 h 127670"/>
              <a:gd name="connsiteX2" fmla="*/ 6257619 w 6289069"/>
              <a:gd name="connsiteY2" fmla="*/ 127670 h 127670"/>
              <a:gd name="connsiteX3" fmla="*/ 133882 w 6289069"/>
              <a:gd name="connsiteY3" fmla="*/ 119380 h 127670"/>
              <a:gd name="connsiteX4" fmla="*/ 0 w 6289069"/>
              <a:gd name="connsiteY4" fmla="*/ 0 h 127670"/>
              <a:gd name="connsiteX0" fmla="*/ 0 w 6289069"/>
              <a:gd name="connsiteY0" fmla="*/ 19793 h 147463"/>
              <a:gd name="connsiteX1" fmla="*/ 6289069 w 6289069"/>
              <a:gd name="connsiteY1" fmla="*/ 0 h 147463"/>
              <a:gd name="connsiteX2" fmla="*/ 6257619 w 6289069"/>
              <a:gd name="connsiteY2" fmla="*/ 147463 h 147463"/>
              <a:gd name="connsiteX3" fmla="*/ 133882 w 6289069"/>
              <a:gd name="connsiteY3" fmla="*/ 139173 h 147463"/>
              <a:gd name="connsiteX4" fmla="*/ 0 w 6289069"/>
              <a:gd name="connsiteY4" fmla="*/ 19793 h 147463"/>
              <a:gd name="connsiteX0" fmla="*/ 0 w 6257619"/>
              <a:gd name="connsiteY0" fmla="*/ 0 h 127670"/>
              <a:gd name="connsiteX1" fmla="*/ 6257619 w 6257619"/>
              <a:gd name="connsiteY1" fmla="*/ 21659 h 127670"/>
              <a:gd name="connsiteX2" fmla="*/ 6257619 w 6257619"/>
              <a:gd name="connsiteY2" fmla="*/ 127670 h 127670"/>
              <a:gd name="connsiteX3" fmla="*/ 133882 w 6257619"/>
              <a:gd name="connsiteY3" fmla="*/ 119380 h 127670"/>
              <a:gd name="connsiteX4" fmla="*/ 0 w 6257619"/>
              <a:gd name="connsiteY4" fmla="*/ 0 h 127670"/>
              <a:gd name="connsiteX0" fmla="*/ 0 w 6257619"/>
              <a:gd name="connsiteY0" fmla="*/ 11502 h 139172"/>
              <a:gd name="connsiteX1" fmla="*/ 6257619 w 6257619"/>
              <a:gd name="connsiteY1" fmla="*/ 0 h 139172"/>
              <a:gd name="connsiteX2" fmla="*/ 6257619 w 6257619"/>
              <a:gd name="connsiteY2" fmla="*/ 139172 h 139172"/>
              <a:gd name="connsiteX3" fmla="*/ 133882 w 6257619"/>
              <a:gd name="connsiteY3" fmla="*/ 130882 h 139172"/>
              <a:gd name="connsiteX4" fmla="*/ 0 w 6257619"/>
              <a:gd name="connsiteY4" fmla="*/ 11502 h 139172"/>
              <a:gd name="connsiteX0" fmla="*/ 0 w 8614208"/>
              <a:gd name="connsiteY0" fmla="*/ 11502 h 153893"/>
              <a:gd name="connsiteX1" fmla="*/ 6257619 w 8614208"/>
              <a:gd name="connsiteY1" fmla="*/ 0 h 153893"/>
              <a:gd name="connsiteX2" fmla="*/ 8614208 w 8614208"/>
              <a:gd name="connsiteY2" fmla="*/ 153893 h 153893"/>
              <a:gd name="connsiteX3" fmla="*/ 133882 w 8614208"/>
              <a:gd name="connsiteY3" fmla="*/ 130882 h 153893"/>
              <a:gd name="connsiteX4" fmla="*/ 0 w 8614208"/>
              <a:gd name="connsiteY4" fmla="*/ 11502 h 153893"/>
              <a:gd name="connsiteX0" fmla="*/ 0 w 8614208"/>
              <a:gd name="connsiteY0" fmla="*/ 11502 h 153893"/>
              <a:gd name="connsiteX1" fmla="*/ 8559404 w 8614208"/>
              <a:gd name="connsiteY1" fmla="*/ 0 h 153893"/>
              <a:gd name="connsiteX2" fmla="*/ 8614208 w 8614208"/>
              <a:gd name="connsiteY2" fmla="*/ 153893 h 153893"/>
              <a:gd name="connsiteX3" fmla="*/ 133882 w 8614208"/>
              <a:gd name="connsiteY3" fmla="*/ 130882 h 153893"/>
              <a:gd name="connsiteX4" fmla="*/ 0 w 8614208"/>
              <a:gd name="connsiteY4" fmla="*/ 11502 h 15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14208" h="153893">
                <a:moveTo>
                  <a:pt x="0" y="11502"/>
                </a:moveTo>
                <a:lnTo>
                  <a:pt x="8559404" y="0"/>
                </a:lnTo>
                <a:lnTo>
                  <a:pt x="8614208" y="153893"/>
                </a:lnTo>
                <a:lnTo>
                  <a:pt x="133882" y="130882"/>
                </a:lnTo>
                <a:lnTo>
                  <a:pt x="0" y="11502"/>
                </a:lnTo>
                <a:close/>
              </a:path>
            </a:pathLst>
          </a:custGeom>
          <a:solidFill>
            <a:srgbClr val="E7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3" name="Rectangle 7"/>
          <p:cNvSpPr/>
          <p:nvPr userDrawn="1"/>
        </p:nvSpPr>
        <p:spPr>
          <a:xfrm flipV="1">
            <a:off x="5723150" y="4278512"/>
            <a:ext cx="3418590" cy="428166"/>
          </a:xfrm>
          <a:custGeom>
            <a:avLst/>
            <a:gdLst>
              <a:gd name="connsiteX0" fmla="*/ 0 w 4343400"/>
              <a:gd name="connsiteY0" fmla="*/ 0 h 342900"/>
              <a:gd name="connsiteX1" fmla="*/ 4343400 w 4343400"/>
              <a:gd name="connsiteY1" fmla="*/ 0 h 342900"/>
              <a:gd name="connsiteX2" fmla="*/ 4343400 w 4343400"/>
              <a:gd name="connsiteY2" fmla="*/ 342900 h 342900"/>
              <a:gd name="connsiteX3" fmla="*/ 0 w 4343400"/>
              <a:gd name="connsiteY3" fmla="*/ 342900 h 342900"/>
              <a:gd name="connsiteX4" fmla="*/ 0 w 4343400"/>
              <a:gd name="connsiteY4" fmla="*/ 0 h 342900"/>
              <a:gd name="connsiteX0" fmla="*/ 0 w 4457700"/>
              <a:gd name="connsiteY0" fmla="*/ 0 h 342900"/>
              <a:gd name="connsiteX1" fmla="*/ 4457700 w 4457700"/>
              <a:gd name="connsiteY1" fmla="*/ 0 h 342900"/>
              <a:gd name="connsiteX2" fmla="*/ 4457700 w 4457700"/>
              <a:gd name="connsiteY2" fmla="*/ 342900 h 342900"/>
              <a:gd name="connsiteX3" fmla="*/ 114300 w 4457700"/>
              <a:gd name="connsiteY3" fmla="*/ 342900 h 342900"/>
              <a:gd name="connsiteX4" fmla="*/ 0 w 4457700"/>
              <a:gd name="connsiteY4" fmla="*/ 0 h 342900"/>
              <a:gd name="connsiteX0" fmla="*/ 0 w 4467860"/>
              <a:gd name="connsiteY0" fmla="*/ 0 h 345440"/>
              <a:gd name="connsiteX1" fmla="*/ 4467860 w 4467860"/>
              <a:gd name="connsiteY1" fmla="*/ 2540 h 345440"/>
              <a:gd name="connsiteX2" fmla="*/ 4467860 w 4467860"/>
              <a:gd name="connsiteY2" fmla="*/ 345440 h 345440"/>
              <a:gd name="connsiteX3" fmla="*/ 124460 w 4467860"/>
              <a:gd name="connsiteY3" fmla="*/ 345440 h 345440"/>
              <a:gd name="connsiteX4" fmla="*/ 0 w 4467860"/>
              <a:gd name="connsiteY4" fmla="*/ 0 h 345440"/>
              <a:gd name="connsiteX0" fmla="*/ 0 w 4467860"/>
              <a:gd name="connsiteY0" fmla="*/ 0 h 345440"/>
              <a:gd name="connsiteX1" fmla="*/ 2676578 w 4467860"/>
              <a:gd name="connsiteY1" fmla="*/ 2540 h 345440"/>
              <a:gd name="connsiteX2" fmla="*/ 4467860 w 4467860"/>
              <a:gd name="connsiteY2" fmla="*/ 345440 h 345440"/>
              <a:gd name="connsiteX3" fmla="*/ 124460 w 4467860"/>
              <a:gd name="connsiteY3" fmla="*/ 345440 h 345440"/>
              <a:gd name="connsiteX4" fmla="*/ 0 w 4467860"/>
              <a:gd name="connsiteY4" fmla="*/ 0 h 345440"/>
              <a:gd name="connsiteX0" fmla="*/ 0 w 2687774"/>
              <a:gd name="connsiteY0" fmla="*/ 0 h 356718"/>
              <a:gd name="connsiteX1" fmla="*/ 2676578 w 2687774"/>
              <a:gd name="connsiteY1" fmla="*/ 2540 h 356718"/>
              <a:gd name="connsiteX2" fmla="*/ 2687774 w 2687774"/>
              <a:gd name="connsiteY2" fmla="*/ 356718 h 356718"/>
              <a:gd name="connsiteX3" fmla="*/ 124460 w 2687774"/>
              <a:gd name="connsiteY3" fmla="*/ 345440 h 356718"/>
              <a:gd name="connsiteX4" fmla="*/ 0 w 2687774"/>
              <a:gd name="connsiteY4" fmla="*/ 0 h 356718"/>
              <a:gd name="connsiteX0" fmla="*/ 0 w 2687774"/>
              <a:gd name="connsiteY0" fmla="*/ 0 h 356718"/>
              <a:gd name="connsiteX1" fmla="*/ 2131474 w 2687774"/>
              <a:gd name="connsiteY1" fmla="*/ 2541 h 356718"/>
              <a:gd name="connsiteX2" fmla="*/ 2687774 w 2687774"/>
              <a:gd name="connsiteY2" fmla="*/ 356718 h 356718"/>
              <a:gd name="connsiteX3" fmla="*/ 124460 w 2687774"/>
              <a:gd name="connsiteY3" fmla="*/ 345440 h 356718"/>
              <a:gd name="connsiteX4" fmla="*/ 0 w 2687774"/>
              <a:gd name="connsiteY4" fmla="*/ 0 h 356718"/>
              <a:gd name="connsiteX0" fmla="*/ 0 w 2142670"/>
              <a:gd name="connsiteY0" fmla="*/ 0 h 366859"/>
              <a:gd name="connsiteX1" fmla="*/ 2131474 w 2142670"/>
              <a:gd name="connsiteY1" fmla="*/ 2541 h 366859"/>
              <a:gd name="connsiteX2" fmla="*/ 2142670 w 2142670"/>
              <a:gd name="connsiteY2" fmla="*/ 366859 h 366859"/>
              <a:gd name="connsiteX3" fmla="*/ 124460 w 2142670"/>
              <a:gd name="connsiteY3" fmla="*/ 345440 h 366859"/>
              <a:gd name="connsiteX4" fmla="*/ 0 w 2142670"/>
              <a:gd name="connsiteY4" fmla="*/ 0 h 366859"/>
              <a:gd name="connsiteX0" fmla="*/ 0 w 2342262"/>
              <a:gd name="connsiteY0" fmla="*/ 0 h 366859"/>
              <a:gd name="connsiteX1" fmla="*/ 2342262 w 2342262"/>
              <a:gd name="connsiteY1" fmla="*/ 2541 h 366859"/>
              <a:gd name="connsiteX2" fmla="*/ 2142670 w 2342262"/>
              <a:gd name="connsiteY2" fmla="*/ 366859 h 366859"/>
              <a:gd name="connsiteX3" fmla="*/ 124460 w 2342262"/>
              <a:gd name="connsiteY3" fmla="*/ 345440 h 366859"/>
              <a:gd name="connsiteX4" fmla="*/ 0 w 2342262"/>
              <a:gd name="connsiteY4" fmla="*/ 0 h 366859"/>
              <a:gd name="connsiteX0" fmla="*/ 0 w 2342262"/>
              <a:gd name="connsiteY0" fmla="*/ 0 h 366859"/>
              <a:gd name="connsiteX1" fmla="*/ 2342262 w 2342262"/>
              <a:gd name="connsiteY1" fmla="*/ 2541 h 366859"/>
              <a:gd name="connsiteX2" fmla="*/ 2329368 w 2342262"/>
              <a:gd name="connsiteY2" fmla="*/ 366859 h 366859"/>
              <a:gd name="connsiteX3" fmla="*/ 124460 w 2342262"/>
              <a:gd name="connsiteY3" fmla="*/ 345440 h 366859"/>
              <a:gd name="connsiteX4" fmla="*/ 0 w 2342262"/>
              <a:gd name="connsiteY4" fmla="*/ 0 h 366859"/>
              <a:gd name="connsiteX0" fmla="*/ 0 w 2342262"/>
              <a:gd name="connsiteY0" fmla="*/ 0 h 349716"/>
              <a:gd name="connsiteX1" fmla="*/ 2342262 w 2342262"/>
              <a:gd name="connsiteY1" fmla="*/ 2541 h 349716"/>
              <a:gd name="connsiteX2" fmla="*/ 2335391 w 2342262"/>
              <a:gd name="connsiteY2" fmla="*/ 349716 h 349716"/>
              <a:gd name="connsiteX3" fmla="*/ 124460 w 2342262"/>
              <a:gd name="connsiteY3" fmla="*/ 345440 h 349716"/>
              <a:gd name="connsiteX4" fmla="*/ 0 w 2342262"/>
              <a:gd name="connsiteY4" fmla="*/ 0 h 349716"/>
              <a:gd name="connsiteX0" fmla="*/ 0 w 3258830"/>
              <a:gd name="connsiteY0" fmla="*/ 0 h 349716"/>
              <a:gd name="connsiteX1" fmla="*/ 3258830 w 3258830"/>
              <a:gd name="connsiteY1" fmla="*/ 28121 h 349716"/>
              <a:gd name="connsiteX2" fmla="*/ 2335391 w 3258830"/>
              <a:gd name="connsiteY2" fmla="*/ 349716 h 349716"/>
              <a:gd name="connsiteX3" fmla="*/ 124460 w 3258830"/>
              <a:gd name="connsiteY3" fmla="*/ 345440 h 349716"/>
              <a:gd name="connsiteX4" fmla="*/ 0 w 3258830"/>
              <a:gd name="connsiteY4" fmla="*/ 0 h 349716"/>
              <a:gd name="connsiteX0" fmla="*/ 0 w 3265438"/>
              <a:gd name="connsiteY0" fmla="*/ 0 h 388086"/>
              <a:gd name="connsiteX1" fmla="*/ 3258830 w 3265438"/>
              <a:gd name="connsiteY1" fmla="*/ 28121 h 388086"/>
              <a:gd name="connsiteX2" fmla="*/ 3265438 w 3265438"/>
              <a:gd name="connsiteY2" fmla="*/ 388086 h 388086"/>
              <a:gd name="connsiteX3" fmla="*/ 124460 w 3265438"/>
              <a:gd name="connsiteY3" fmla="*/ 345440 h 388086"/>
              <a:gd name="connsiteX4" fmla="*/ 0 w 3265438"/>
              <a:gd name="connsiteY4" fmla="*/ 0 h 388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5438" h="388086">
                <a:moveTo>
                  <a:pt x="0" y="0"/>
                </a:moveTo>
                <a:lnTo>
                  <a:pt x="3258830" y="28121"/>
                </a:lnTo>
                <a:lnTo>
                  <a:pt x="3265438" y="388086"/>
                </a:lnTo>
                <a:lnTo>
                  <a:pt x="124460" y="345440"/>
                </a:lnTo>
                <a:lnTo>
                  <a:pt x="0" y="0"/>
                </a:lnTo>
                <a:close/>
              </a:path>
            </a:pathLst>
          </a:cu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0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892057"/>
          </a:xfrm>
          <a:prstGeom prst="rect">
            <a:avLst/>
          </a:prstGeom>
          <a:solidFill>
            <a:srgbClr val="15A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8559"/>
            <a:ext cx="8229600" cy="3416063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  <a:lvl2pPr algn="l">
              <a:defRPr>
                <a:latin typeface="Arial"/>
                <a:cs typeface="Arial"/>
              </a:defRPr>
            </a:lvl2pPr>
            <a:lvl3pPr algn="l">
              <a:defRPr>
                <a:latin typeface="Arial"/>
                <a:cs typeface="Arial"/>
              </a:defRPr>
            </a:lvl3pPr>
            <a:lvl4pPr algn="l">
              <a:defRPr>
                <a:latin typeface="Arial"/>
                <a:cs typeface="Arial"/>
              </a:defRPr>
            </a:lvl4pPr>
            <a:lvl5pPr algn="l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72FD15A-113C-3042-A21C-2AE7F576C623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30381"/>
            <a:ext cx="5562600" cy="50051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700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2057"/>
            <a:ext cx="8229600" cy="3702566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  <a:lvl2pPr algn="l">
              <a:defRPr>
                <a:latin typeface="Arial"/>
                <a:cs typeface="Arial"/>
              </a:defRPr>
            </a:lvl2pPr>
            <a:lvl3pPr algn="l">
              <a:defRPr>
                <a:latin typeface="Arial"/>
                <a:cs typeface="Arial"/>
              </a:defRPr>
            </a:lvl3pPr>
            <a:lvl4pPr algn="l">
              <a:defRPr>
                <a:latin typeface="Arial"/>
                <a:cs typeface="Arial"/>
              </a:defRPr>
            </a:lvl4pPr>
            <a:lvl5pPr algn="l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72FD15A-113C-3042-A21C-2AE7F576C623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30381"/>
            <a:ext cx="5562600" cy="50051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rgbClr val="5D807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1630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72FD15A-113C-3042-A21C-2AE7F576C623}" type="datetimeFigureOut">
              <a:rPr lang="en-US" smtClean="0"/>
              <a:t>7/28/26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130381"/>
            <a:ext cx="5562600" cy="50051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rgbClr val="5D807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1828800"/>
            <a:ext cx="3352800" cy="2409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buFontTx/>
              <a:buNone/>
              <a:defRPr sz="2400">
                <a:solidFill>
                  <a:schemeClr val="bg1"/>
                </a:solidFill>
              </a:defRPr>
            </a:lvl2pPr>
            <a:lvl3pPr>
              <a:buFontTx/>
              <a:buNone/>
              <a:defRPr sz="2000">
                <a:solidFill>
                  <a:schemeClr val="bg1"/>
                </a:solidFill>
              </a:defRPr>
            </a:lvl3pPr>
            <a:lvl4pPr>
              <a:buFontTx/>
              <a:buNone/>
              <a:defRPr sz="1800">
                <a:solidFill>
                  <a:schemeClr val="bg1"/>
                </a:solidFill>
              </a:defRPr>
            </a:lvl4pPr>
            <a:lvl5pPr>
              <a:buFontTx/>
              <a:buNone/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13"/>
          </p:nvPr>
        </p:nvSpPr>
        <p:spPr>
          <a:xfrm>
            <a:off x="5257800" y="1828800"/>
            <a:ext cx="3352800" cy="2409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6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A1A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693544" y="1613296"/>
            <a:ext cx="4293740" cy="233578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68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86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tif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7613" y="1785505"/>
            <a:ext cx="49299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+mj-lt"/>
                <a:cs typeface="Arial"/>
              </a:rPr>
              <a:t>Scientific Communication</a:t>
            </a:r>
            <a:endParaRPr lang="en-US" sz="32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C270FD-7F1F-034F-9B1A-21541F49DB86}"/>
              </a:ext>
            </a:extLst>
          </p:cNvPr>
          <p:cNvSpPr/>
          <p:nvPr/>
        </p:nvSpPr>
        <p:spPr>
          <a:xfrm>
            <a:off x="417613" y="3951724"/>
            <a:ext cx="50381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+mj-lt"/>
                <a:cs typeface="Arial"/>
              </a:rPr>
              <a:t>Sara </a:t>
            </a:r>
            <a:r>
              <a:rPr lang="en-US" sz="1400" b="1" dirty="0" err="1">
                <a:solidFill>
                  <a:srgbClr val="FFFFFF"/>
                </a:solidFill>
                <a:latin typeface="+mj-lt"/>
                <a:cs typeface="Arial"/>
              </a:rPr>
              <a:t>Durini</a:t>
            </a:r>
            <a:r>
              <a:rPr lang="en-US" sz="1400" b="1" dirty="0">
                <a:solidFill>
                  <a:srgbClr val="FFFFFF"/>
                </a:solidFill>
                <a:latin typeface="+mj-lt"/>
                <a:cs typeface="Arial"/>
              </a:rPr>
              <a:t>, PhD</a:t>
            </a:r>
          </a:p>
          <a:p>
            <a:r>
              <a:rPr lang="en-US" sz="1400" dirty="0" err="1">
                <a:solidFill>
                  <a:srgbClr val="FFFFFF"/>
                </a:solidFill>
                <a:latin typeface="+mj-lt"/>
                <a:cs typeface="Arial"/>
              </a:rPr>
              <a:t>sara.durini@kaust.edu.sa</a:t>
            </a:r>
            <a:endParaRPr lang="en-US" sz="1400" dirty="0">
              <a:solidFill>
                <a:srgbClr val="FFFFFF"/>
              </a:solidFill>
              <a:latin typeface="+mj-lt"/>
              <a:cs typeface="Arial"/>
            </a:endParaRPr>
          </a:p>
          <a:p>
            <a:r>
              <a:rPr lang="en-US" sz="1400" dirty="0">
                <a:solidFill>
                  <a:srgbClr val="FFFFFF"/>
                </a:solidFill>
                <a:latin typeface="+mj-lt"/>
                <a:cs typeface="Arial"/>
              </a:rPr>
              <a:t>Faculty Affairs Specialist</a:t>
            </a:r>
          </a:p>
          <a:p>
            <a:r>
              <a:rPr lang="en-US" sz="1400" dirty="0">
                <a:solidFill>
                  <a:srgbClr val="FFFFFF"/>
                </a:solidFill>
                <a:latin typeface="+mj-lt"/>
                <a:cs typeface="Arial"/>
              </a:rPr>
              <a:t>King Abdullah University of Science and Technology (KAUST)</a:t>
            </a:r>
            <a:endParaRPr lang="en-US" sz="1400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5CBEB0-962E-9C4B-AB0E-A0E0DE087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046" y="196383"/>
            <a:ext cx="1743676" cy="5039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ADEB04-F8B3-F43F-1077-7E91EEF4CC46}"/>
              </a:ext>
            </a:extLst>
          </p:cNvPr>
          <p:cNvSpPr/>
          <p:nvPr/>
        </p:nvSpPr>
        <p:spPr>
          <a:xfrm>
            <a:off x="417612" y="2370280"/>
            <a:ext cx="49299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+mj-lt"/>
                <a:cs typeface="Arial"/>
              </a:rPr>
              <a:t>Introduction to Forms and Delivery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2836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30381"/>
            <a:ext cx="7326727" cy="500512"/>
          </a:xfrm>
        </p:spPr>
        <p:txBody>
          <a:bodyPr/>
          <a:lstStyle/>
          <a:p>
            <a:r>
              <a:rPr lang="en-US" dirty="0">
                <a:latin typeface="+mn-lt"/>
              </a:rPr>
              <a:t>From research to research communication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F9CAF7E4-1591-C847-8286-728C1818B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80000" y="1080000"/>
            <a:ext cx="729538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226D92-860A-0E4B-915E-3AB5E7B18FDA}"/>
              </a:ext>
            </a:extLst>
          </p:cNvPr>
          <p:cNvSpPr txBox="1"/>
          <p:nvPr/>
        </p:nvSpPr>
        <p:spPr>
          <a:xfrm>
            <a:off x="958915" y="1147612"/>
            <a:ext cx="3106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cs typeface="Arial" panose="020B0604020202020204" pitchFamily="34" charset="0"/>
              </a:rPr>
              <a:t>PhD (2011-2015)</a:t>
            </a:r>
          </a:p>
          <a:p>
            <a:r>
              <a:rPr lang="en-US" sz="1200" dirty="0">
                <a:cs typeface="Arial" panose="020B0604020202020204" pitchFamily="34" charset="0"/>
              </a:rPr>
              <a:t>University of </a:t>
            </a:r>
            <a:r>
              <a:rPr lang="en-US" sz="1200" dirty="0" err="1">
                <a:cs typeface="Arial" panose="020B0604020202020204" pitchFamily="34" charset="0"/>
              </a:rPr>
              <a:t>Insubria</a:t>
            </a:r>
            <a:r>
              <a:rPr lang="en-US" sz="1200" dirty="0">
                <a:cs typeface="Arial" panose="020B0604020202020204" pitchFamily="34" charset="0"/>
              </a:rPr>
              <a:t> (Como, Italy)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CCB2C3F-6053-3A44-AD24-8EC04F438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09738" y="1080000"/>
            <a:ext cx="701349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72A34D-539C-8549-B1F6-B7C3E85BFC22}"/>
              </a:ext>
            </a:extLst>
          </p:cNvPr>
          <p:cNvSpPr txBox="1"/>
          <p:nvPr/>
        </p:nvSpPr>
        <p:spPr>
          <a:xfrm>
            <a:off x="5557841" y="1193235"/>
            <a:ext cx="2526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cs typeface="Arial" panose="020B0604020202020204" pitchFamily="34" charset="0"/>
              </a:rPr>
              <a:t>Visiting student</a:t>
            </a:r>
          </a:p>
          <a:p>
            <a:r>
              <a:rPr lang="en-US" sz="1200" dirty="0">
                <a:cs typeface="Arial" panose="020B0604020202020204" pitchFamily="34" charset="0"/>
              </a:rPr>
              <a:t>University of Edinburgh (UK)</a:t>
            </a:r>
          </a:p>
        </p:txBody>
      </p:sp>
      <p:pic>
        <p:nvPicPr>
          <p:cNvPr id="14" name="Immagine 14" descr="19cda2d63c239c630d4bf9cb7d3d57e9.png">
            <a:extLst>
              <a:ext uri="{FF2B5EF4-FFF2-40B4-BE49-F238E27FC236}">
                <a16:creationId xmlns:a16="http://schemas.microsoft.com/office/drawing/2014/main" id="{7BCAFE7A-D05F-CF42-BAD0-74C77D574E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69" y="2574000"/>
            <a:ext cx="720000" cy="72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F26C01-7810-7347-A440-89ACD57A0E69}"/>
              </a:ext>
            </a:extLst>
          </p:cNvPr>
          <p:cNvSpPr txBox="1"/>
          <p:nvPr/>
        </p:nvSpPr>
        <p:spPr>
          <a:xfrm>
            <a:off x="958915" y="2655116"/>
            <a:ext cx="2806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cs typeface="Arial" panose="020B0604020202020204" pitchFamily="34" charset="0"/>
              </a:rPr>
              <a:t>Postdoc (2016-2018)</a:t>
            </a:r>
          </a:p>
          <a:p>
            <a:r>
              <a:rPr lang="en-US" sz="1200" dirty="0">
                <a:cs typeface="Arial" panose="020B0604020202020204" pitchFamily="34" charset="0"/>
              </a:rPr>
              <a:t>University of Leipzig (Germany)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F7B2386-C2FE-DD4E-8174-DE67A8754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404" y="4068000"/>
            <a:ext cx="750730" cy="720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AC7C5C9-F6D6-6C4F-9274-5B3D6BB79EED}"/>
              </a:ext>
            </a:extLst>
          </p:cNvPr>
          <p:cNvSpPr txBox="1"/>
          <p:nvPr/>
        </p:nvSpPr>
        <p:spPr>
          <a:xfrm>
            <a:off x="958915" y="4135612"/>
            <a:ext cx="2039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cs typeface="Arial" panose="020B0604020202020204" pitchFamily="34" charset="0"/>
              </a:rPr>
              <a:t>Postdoc (2019-2021)</a:t>
            </a:r>
          </a:p>
          <a:p>
            <a:r>
              <a:rPr lang="en-US" sz="1200" dirty="0">
                <a:cs typeface="Arial" panose="020B0604020202020204" pitchFamily="34" charset="0"/>
              </a:rPr>
              <a:t>KAUST (Saudi Arabia)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E514FB-7952-4549-8E37-57E6C6AA09C3}"/>
              </a:ext>
            </a:extLst>
          </p:cNvPr>
          <p:cNvGrpSpPr/>
          <p:nvPr/>
        </p:nvGrpSpPr>
        <p:grpSpPr>
          <a:xfrm>
            <a:off x="4809738" y="2340352"/>
            <a:ext cx="1661036" cy="1214280"/>
            <a:chOff x="4809738" y="2338695"/>
            <a:chExt cx="1661036" cy="121428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CFAF54C-BA66-BE4C-B020-2F3005E0E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3026" t="11268" r="3393" b="11223"/>
            <a:stretch/>
          </p:blipFill>
          <p:spPr>
            <a:xfrm>
              <a:off x="4809738" y="2832975"/>
              <a:ext cx="1661036" cy="720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C718AE8-4CC8-354E-81FC-724B24CF19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2122" b="32605"/>
            <a:stretch/>
          </p:blipFill>
          <p:spPr>
            <a:xfrm>
              <a:off x="5327673" y="2886315"/>
              <a:ext cx="1143101" cy="288000"/>
            </a:xfrm>
            <a:prstGeom prst="rect">
              <a:avLst/>
            </a:prstGeom>
          </p:spPr>
        </p:pic>
        <p:pic>
          <p:nvPicPr>
            <p:cNvPr id="18" name="Immagine 26" descr="ITMO.tiff">
              <a:extLst>
                <a:ext uri="{FF2B5EF4-FFF2-40B4-BE49-F238E27FC236}">
                  <a16:creationId xmlns:a16="http://schemas.microsoft.com/office/drawing/2014/main" id="{422D8980-C4A7-D544-B567-2D86C759BF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E6E6E6"/>
                </a:clrFrom>
                <a:clrTo>
                  <a:srgbClr val="E6E6E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4" t="15918" r="4437" b="16666"/>
            <a:stretch/>
          </p:blipFill>
          <p:spPr>
            <a:xfrm>
              <a:off x="4946898" y="2338695"/>
              <a:ext cx="1048619" cy="540000"/>
            </a:xfrm>
            <a:prstGeom prst="rect">
              <a:avLst/>
            </a:prstGeom>
            <a:ln>
              <a:noFill/>
            </a:ln>
            <a:effectLst>
              <a:softEdge rad="0"/>
            </a:effectLst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E41A7D0-87D3-CB45-9D58-17AAC0E198DD}"/>
              </a:ext>
            </a:extLst>
          </p:cNvPr>
          <p:cNvSpPr txBox="1"/>
          <p:nvPr/>
        </p:nvSpPr>
        <p:spPr>
          <a:xfrm>
            <a:off x="6619478" y="2862695"/>
            <a:ext cx="1465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cs typeface="Arial" panose="020B0604020202020204" pitchFamily="34" charset="0"/>
              </a:rPr>
              <a:t>Visiting researcher</a:t>
            </a:r>
          </a:p>
        </p:txBody>
      </p:sp>
      <p:sp>
        <p:nvSpPr>
          <p:cNvPr id="28" name="Striped Right Arrow 27">
            <a:extLst>
              <a:ext uri="{FF2B5EF4-FFF2-40B4-BE49-F238E27FC236}">
                <a16:creationId xmlns:a16="http://schemas.microsoft.com/office/drawing/2014/main" id="{891CCEEB-E75C-574A-B6BE-CD4C8461497A}"/>
              </a:ext>
            </a:extLst>
          </p:cNvPr>
          <p:cNvSpPr/>
          <p:nvPr/>
        </p:nvSpPr>
        <p:spPr>
          <a:xfrm>
            <a:off x="3414716" y="4185683"/>
            <a:ext cx="978408" cy="484632"/>
          </a:xfrm>
          <a:prstGeom prst="stripedRightArrow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rgbClr val="15A1A2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464205-DE1F-F04D-B8DC-2389ECE7969D}"/>
              </a:ext>
            </a:extLst>
          </p:cNvPr>
          <p:cNvSpPr txBox="1"/>
          <p:nvPr/>
        </p:nvSpPr>
        <p:spPr>
          <a:xfrm>
            <a:off x="4809738" y="4135612"/>
            <a:ext cx="2126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cs typeface="Arial" panose="020B0604020202020204" pitchFamily="34" charset="0"/>
              </a:rPr>
              <a:t>Scientific Editor (2021)</a:t>
            </a:r>
          </a:p>
          <a:p>
            <a:r>
              <a:rPr lang="en-US" sz="1200" dirty="0">
                <a:cs typeface="Arial" panose="020B0604020202020204" pitchFamily="34" charset="0"/>
              </a:rPr>
              <a:t>KAUST (Saudi Arabia)</a:t>
            </a:r>
          </a:p>
        </p:txBody>
      </p:sp>
    </p:spTree>
    <p:extLst>
      <p:ext uri="{BB962C8B-B14F-4D97-AF65-F5344CB8AC3E}">
        <p14:creationId xmlns:p14="http://schemas.microsoft.com/office/powerpoint/2010/main" val="3036909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EB6D3A-56BC-5777-439E-0D5F4BDB6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0381"/>
            <a:ext cx="6161964" cy="500512"/>
          </a:xfrm>
        </p:spPr>
        <p:txBody>
          <a:bodyPr/>
          <a:lstStyle/>
          <a:p>
            <a:r>
              <a:rPr lang="en-US" dirty="0">
                <a:latin typeface="+mn-lt"/>
              </a:rPr>
              <a:t>Scientific communication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5FF61-1630-4CF1-D6DC-EAA39137F6A9}"/>
              </a:ext>
            </a:extLst>
          </p:cNvPr>
          <p:cNvSpPr txBox="1"/>
          <p:nvPr/>
        </p:nvSpPr>
        <p:spPr>
          <a:xfrm>
            <a:off x="2288362" y="1434675"/>
            <a:ext cx="4113947" cy="2279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Day 1 – </a:t>
            </a:r>
            <a:r>
              <a:rPr lang="en-US" sz="1200" b="1" dirty="0">
                <a:cs typeface="Arial" panose="020B0604020202020204" pitchFamily="34" charset="0"/>
              </a:rPr>
              <a:t>Communicate Science</a:t>
            </a:r>
            <a:endParaRPr lang="en-US" sz="1200" b="1" i="0" dirty="0">
              <a:effectLst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cs typeface="Arial" panose="020B0604020202020204" pitchFamily="34" charset="0"/>
              </a:rPr>
              <a:t>Objective: present scientific concepts and engage the audience</a:t>
            </a:r>
            <a:endParaRPr lang="en-US" sz="1200" b="0" i="0" dirty="0">
              <a:effectLst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200" b="0" i="0" dirty="0">
              <a:effectLst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Day 2 - </a:t>
            </a:r>
            <a:r>
              <a:rPr lang="en-US" sz="1200" b="1" i="0" dirty="0">
                <a:effectLst/>
                <a:cs typeface="Arial" panose="020B0604020202020204" pitchFamily="34" charset="0"/>
              </a:rPr>
              <a:t>Focus on Scientific Writing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Objective: write scientific texts and reports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cs typeface="Arial" panose="020B0604020202020204" pitchFamily="34" charset="0"/>
              </a:rPr>
              <a:t>Day 3 - </a:t>
            </a:r>
            <a:r>
              <a:rPr lang="en-US" sz="1200" b="1" dirty="0">
                <a:cs typeface="Arial" panose="020B0604020202020204" pitchFamily="34" charset="0"/>
              </a:rPr>
              <a:t>Creating Scientific Poster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cs typeface="Arial" panose="020B0604020202020204" pitchFamily="34" charset="0"/>
              </a:rPr>
              <a:t>Objective: structure scientific posters</a:t>
            </a:r>
          </a:p>
        </p:txBody>
      </p:sp>
    </p:spTree>
    <p:extLst>
      <p:ext uri="{BB962C8B-B14F-4D97-AF65-F5344CB8AC3E}">
        <p14:creationId xmlns:p14="http://schemas.microsoft.com/office/powerpoint/2010/main" val="3137390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7613" y="1785505"/>
            <a:ext cx="49299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cs typeface="Arial"/>
              </a:rPr>
              <a:t>Communicate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C270FD-7F1F-034F-9B1A-21541F49DB86}"/>
              </a:ext>
            </a:extLst>
          </p:cNvPr>
          <p:cNvSpPr/>
          <p:nvPr/>
        </p:nvSpPr>
        <p:spPr>
          <a:xfrm>
            <a:off x="417613" y="3951724"/>
            <a:ext cx="45456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cs typeface="Arial"/>
              </a:rPr>
              <a:t>Objective: present scientific concepts and engage the audience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5CBEB0-962E-9C4B-AB0E-A0E0DE087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046" y="196383"/>
            <a:ext cx="1743676" cy="50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54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AF9E93-28F8-F31C-F0A3-834EC6555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0381"/>
            <a:ext cx="6157415" cy="500512"/>
          </a:xfrm>
        </p:spPr>
        <p:txBody>
          <a:bodyPr/>
          <a:lstStyle/>
          <a:p>
            <a:r>
              <a:rPr lang="en-US" sz="2800" dirty="0">
                <a:latin typeface="+mn-lt"/>
                <a:cs typeface="Arial" panose="020B0604020202020204" pitchFamily="34" charset="0"/>
              </a:rPr>
              <a:t>Definition of scientific communication</a:t>
            </a: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A1D46-DA47-DDA1-FFAB-1324B5648561}"/>
              </a:ext>
            </a:extLst>
          </p:cNvPr>
          <p:cNvSpPr txBox="1"/>
          <p:nvPr/>
        </p:nvSpPr>
        <p:spPr>
          <a:xfrm>
            <a:off x="400050" y="1100919"/>
            <a:ext cx="8343899" cy="3407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cs typeface="Arial" panose="020B0604020202020204" pitchFamily="34" charset="0"/>
              </a:rPr>
              <a:t>The process of sharing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 scientific information, findings and knowledge among </a:t>
            </a:r>
            <a:r>
              <a:rPr lang="en-US" sz="1200" b="1" i="0" dirty="0">
                <a:effectLst/>
                <a:cs typeface="Arial" panose="020B0604020202020204" pitchFamily="34" charset="0"/>
              </a:rPr>
              <a:t>researchers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en-US" sz="1200" b="1" i="0" dirty="0">
                <a:effectLst/>
                <a:cs typeface="Arial" panose="020B0604020202020204" pitchFamily="34" charset="0"/>
              </a:rPr>
              <a:t>scholars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 and the</a:t>
            </a:r>
            <a:r>
              <a:rPr lang="en-US" sz="1200" b="1" i="0" dirty="0">
                <a:effectLst/>
                <a:cs typeface="Arial" panose="020B0604020202020204" pitchFamily="34" charset="0"/>
              </a:rPr>
              <a:t> broad community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.</a:t>
            </a:r>
            <a:endParaRPr lang="en-US" sz="1200" dirty="0"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BCC9B1-9B93-C634-E587-656FDD11EB56}"/>
              </a:ext>
            </a:extLst>
          </p:cNvPr>
          <p:cNvSpPr txBox="1"/>
          <p:nvPr/>
        </p:nvSpPr>
        <p:spPr>
          <a:xfrm>
            <a:off x="400050" y="1768497"/>
            <a:ext cx="3057525" cy="2274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cs typeface="Arial" panose="020B0604020202020204" pitchFamily="34" charset="0"/>
              </a:rPr>
              <a:t>The role of scientific communication: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Sharing research findings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Peer review process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Building scientific knowledge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Collaboration and networking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Public understanding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Driving policy and decision-making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Advocacy and public engagement</a:t>
            </a:r>
          </a:p>
        </p:txBody>
      </p:sp>
    </p:spTree>
    <p:extLst>
      <p:ext uri="{BB962C8B-B14F-4D97-AF65-F5344CB8AC3E}">
        <p14:creationId xmlns:p14="http://schemas.microsoft.com/office/powerpoint/2010/main" val="2154283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F270C-1322-309C-5226-7FB6EFD5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E8B8AC-C2A6-8747-97E9-66DF08254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0381"/>
            <a:ext cx="8229597" cy="500512"/>
          </a:xfrm>
        </p:spPr>
        <p:txBody>
          <a:bodyPr/>
          <a:lstStyle/>
          <a:p>
            <a:r>
              <a:rPr lang="en-US" sz="2800" dirty="0">
                <a:latin typeface="+mn-lt"/>
                <a:cs typeface="Arial" panose="020B0604020202020204" pitchFamily="34" charset="0"/>
              </a:rPr>
              <a:t>Importance of effective scientific communication</a:t>
            </a: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61BF5-4B49-A52B-9929-C84F1C3C2CFD}"/>
              </a:ext>
            </a:extLst>
          </p:cNvPr>
          <p:cNvSpPr txBox="1"/>
          <p:nvPr/>
        </p:nvSpPr>
        <p:spPr>
          <a:xfrm>
            <a:off x="400050" y="1100919"/>
            <a:ext cx="8343899" cy="3407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cs typeface="Arial" panose="020B0604020202020204" pitchFamily="34" charset="0"/>
              </a:rPr>
              <a:t>The process of sharing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 scientific information, findings and knowledge among </a:t>
            </a:r>
            <a:r>
              <a:rPr lang="en-US" sz="1200" b="1" i="0" dirty="0">
                <a:effectLst/>
                <a:cs typeface="Arial" panose="020B0604020202020204" pitchFamily="34" charset="0"/>
              </a:rPr>
              <a:t>researchers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en-US" sz="1200" b="1" i="0" dirty="0">
                <a:effectLst/>
                <a:cs typeface="Arial" panose="020B0604020202020204" pitchFamily="34" charset="0"/>
              </a:rPr>
              <a:t>scholars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 and the</a:t>
            </a:r>
            <a:r>
              <a:rPr lang="en-US" sz="1200" b="1" i="0" dirty="0">
                <a:effectLst/>
                <a:cs typeface="Arial" panose="020B0604020202020204" pitchFamily="34" charset="0"/>
              </a:rPr>
              <a:t> broad community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.</a:t>
            </a:r>
            <a:endParaRPr lang="en-US" sz="1200" dirty="0"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A4CA7-AC98-238D-B737-91578CDB33FF}"/>
              </a:ext>
            </a:extLst>
          </p:cNvPr>
          <p:cNvSpPr txBox="1"/>
          <p:nvPr/>
        </p:nvSpPr>
        <p:spPr>
          <a:xfrm>
            <a:off x="400050" y="1768497"/>
            <a:ext cx="3057525" cy="2274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cs typeface="Arial" panose="020B0604020202020204" pitchFamily="34" charset="0"/>
              </a:rPr>
              <a:t>The role of scientific communication: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Sharing research findings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Peer review process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Building scientific knowledge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Collaboration and networking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Public understanding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Driving policy and decision-making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Advocacy and public engagement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2C1230-07AA-3F27-95F3-B02B26F5E303}"/>
              </a:ext>
            </a:extLst>
          </p:cNvPr>
          <p:cNvSpPr txBox="1"/>
          <p:nvPr/>
        </p:nvSpPr>
        <p:spPr>
          <a:xfrm>
            <a:off x="4464839" y="1768497"/>
            <a:ext cx="4221957" cy="2279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cs typeface="Arial" panose="020B0604020202020204" pitchFamily="34" charset="0"/>
              </a:rPr>
              <a:t>Effective scientific communication: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Enables knowledge understanding and transfer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Ensures clear evaluation through peer review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Builds scientific foundations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Facilitates interdisciplinary research and collaboration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Bridges the gap between scientists and society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Take informed decisions in policy and practice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Promotes scientific awareness and inspires action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4B63F35-781A-F7A6-12FD-AD89E1778EDA}"/>
              </a:ext>
            </a:extLst>
          </p:cNvPr>
          <p:cNvSpPr/>
          <p:nvPr/>
        </p:nvSpPr>
        <p:spPr>
          <a:xfrm>
            <a:off x="4550566" y="3222112"/>
            <a:ext cx="3271838" cy="806181"/>
          </a:xfrm>
          <a:prstGeom prst="roundRect">
            <a:avLst/>
          </a:prstGeom>
          <a:noFill/>
          <a:ln w="19050">
            <a:solidFill>
              <a:srgbClr val="15A1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D627-21E4-54C8-F620-DAF0C832947A}"/>
              </a:ext>
            </a:extLst>
          </p:cNvPr>
          <p:cNvSpPr txBox="1"/>
          <p:nvPr/>
        </p:nvSpPr>
        <p:spPr>
          <a:xfrm>
            <a:off x="7772396" y="3371958"/>
            <a:ext cx="136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15A1A2"/>
                </a:solidFill>
              </a:rPr>
              <a:t>SCIENCE</a:t>
            </a:r>
          </a:p>
          <a:p>
            <a:r>
              <a:rPr lang="en-US" sz="1200" dirty="0">
                <a:solidFill>
                  <a:srgbClr val="15A1A2"/>
                </a:solidFill>
              </a:rPr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3133478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3B987D-9FB3-1686-E759-60825C72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0381"/>
            <a:ext cx="7708710" cy="500512"/>
          </a:xfrm>
        </p:spPr>
        <p:txBody>
          <a:bodyPr/>
          <a:lstStyle/>
          <a:p>
            <a:r>
              <a:rPr lang="en-US" sz="2800" dirty="0">
                <a:latin typeface="+mn-lt"/>
                <a:cs typeface="Arial" panose="020B0604020202020204" pitchFamily="34" charset="0"/>
              </a:rPr>
              <a:t>Different forms of scientific communication</a:t>
            </a: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8B16D-320B-941E-2DE5-0DCFBAFCBDC5}"/>
              </a:ext>
            </a:extLst>
          </p:cNvPr>
          <p:cNvSpPr txBox="1"/>
          <p:nvPr/>
        </p:nvSpPr>
        <p:spPr>
          <a:xfrm>
            <a:off x="457200" y="1509921"/>
            <a:ext cx="440958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Written reports and research </a:t>
            </a:r>
            <a:r>
              <a:rPr lang="en-US" sz="1200" dirty="0">
                <a:cs typeface="Arial" panose="020B0604020202020204" pitchFamily="34" charset="0"/>
              </a:rPr>
              <a:t>p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apers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b="0" i="0" dirty="0">
              <a:effectLst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Posters and visual </a:t>
            </a:r>
            <a:r>
              <a:rPr lang="en-US" sz="1200" dirty="0">
                <a:cs typeface="Arial" panose="020B0604020202020204" pitchFamily="34" charset="0"/>
              </a:rPr>
              <a:t>p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resentations</a:t>
            </a:r>
            <a:endParaRPr lang="en-US" sz="1200" dirty="0"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dirty="0"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Conference presentations and talks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dirty="0"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Scientific journalism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b="0" i="0" dirty="0">
              <a:effectLst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Scientific outreach and public engagement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b="0" i="0" dirty="0">
              <a:effectLst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Scientific blogs and social media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194966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3B987D-9FB3-1686-E759-60825C72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0381"/>
            <a:ext cx="7708710" cy="500512"/>
          </a:xfrm>
        </p:spPr>
        <p:txBody>
          <a:bodyPr/>
          <a:lstStyle/>
          <a:p>
            <a:pPr algn="just"/>
            <a:r>
              <a:rPr lang="en-US" sz="2800" dirty="0">
                <a:latin typeface="+mn-lt"/>
                <a:cs typeface="Arial" panose="020B0604020202020204" pitchFamily="34" charset="0"/>
              </a:rPr>
              <a:t>Written reports and research papers</a:t>
            </a:r>
            <a:endParaRPr lang="en-US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72A3F-E9B9-A4D5-DF74-8041FC3F6CA0}"/>
              </a:ext>
            </a:extLst>
          </p:cNvPr>
          <p:cNvSpPr txBox="1"/>
          <p:nvPr/>
        </p:nvSpPr>
        <p:spPr>
          <a:xfrm>
            <a:off x="457199" y="990785"/>
            <a:ext cx="8229599" cy="612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i="0" dirty="0">
                <a:effectLst/>
                <a:cs typeface="Arial" panose="020B0604020202020204" pitchFamily="34" charset="0"/>
              </a:rPr>
              <a:t>Purpose</a:t>
            </a:r>
            <a:r>
              <a:rPr lang="en-US" sz="1200" i="0" dirty="0">
                <a:effectLst/>
                <a:cs typeface="Arial" panose="020B0604020202020204" pitchFamily="34" charset="0"/>
              </a:rPr>
              <a:t>: Communicate research findings, share knowledge and methodologies for reproducibility, contribute to scientific progress in a written form.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8A19D8-8A2D-F355-D106-556F0C5EB632}"/>
              </a:ext>
            </a:extLst>
          </p:cNvPr>
          <p:cNvSpPr txBox="1"/>
          <p:nvPr/>
        </p:nvSpPr>
        <p:spPr>
          <a:xfrm>
            <a:off x="457198" y="2044995"/>
            <a:ext cx="8229600" cy="2556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200" b="1" i="0" dirty="0">
                <a:effectLst/>
                <a:cs typeface="Arial" panose="020B0604020202020204" pitchFamily="34" charset="0"/>
              </a:rPr>
              <a:t>Structure: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Title: </a:t>
            </a:r>
            <a:r>
              <a:rPr lang="en-US" sz="1200" dirty="0">
                <a:cs typeface="Arial" panose="020B0604020202020204" pitchFamily="34" charset="0"/>
              </a:rPr>
              <a:t>title</a:t>
            </a:r>
            <a:endParaRPr lang="en-US" sz="1200" b="0" i="0" dirty="0">
              <a:effectLst/>
              <a:cs typeface="Arial" panose="020B0604020202020204" pitchFamily="3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Abstract: concise summary of the study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Introduction: literature review context, problem statement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Methods: detailed research design and data collection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Results: presentation of findings using visuals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Discussion: Interpretation, implications and limitations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Conclusion: recapitulation and future directions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References: cited sources for proper credit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B49714-2F56-8377-B08F-B0213D8591A8}"/>
              </a:ext>
            </a:extLst>
          </p:cNvPr>
          <p:cNvSpPr txBox="1"/>
          <p:nvPr/>
        </p:nvSpPr>
        <p:spPr>
          <a:xfrm>
            <a:off x="457199" y="1653600"/>
            <a:ext cx="4021810" cy="340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>
                <a:cs typeface="Arial" panose="020B0604020202020204" pitchFamily="34" charset="0"/>
              </a:rPr>
              <a:t>Audience</a:t>
            </a:r>
            <a:r>
              <a:rPr lang="en-US" sz="1200" dirty="0">
                <a:cs typeface="Arial" panose="020B0604020202020204" pitchFamily="34" charset="0"/>
              </a:rPr>
              <a:t>: Experts in the field, interested in the topic.</a:t>
            </a:r>
          </a:p>
        </p:txBody>
      </p:sp>
    </p:spTree>
    <p:extLst>
      <p:ext uri="{BB962C8B-B14F-4D97-AF65-F5344CB8AC3E}">
        <p14:creationId xmlns:p14="http://schemas.microsoft.com/office/powerpoint/2010/main" val="1273760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ACA45A-D6C4-36AE-562F-807D76CB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0381"/>
            <a:ext cx="7007817" cy="500512"/>
          </a:xfrm>
        </p:spPr>
        <p:txBody>
          <a:bodyPr/>
          <a:lstStyle/>
          <a:p>
            <a:r>
              <a:rPr lang="en-US" dirty="0">
                <a:latin typeface="+mn-lt"/>
                <a:cs typeface="Arial" panose="020B0604020202020204" pitchFamily="34" charset="0"/>
              </a:rPr>
              <a:t>P</a:t>
            </a:r>
            <a:r>
              <a:rPr lang="en-US" sz="2800" i="0" dirty="0">
                <a:effectLst/>
                <a:latin typeface="+mn-lt"/>
                <a:cs typeface="Arial" panose="020B0604020202020204" pitchFamily="34" charset="0"/>
              </a:rPr>
              <a:t>osters and visual </a:t>
            </a:r>
            <a:r>
              <a:rPr lang="en-US" sz="2800" dirty="0">
                <a:latin typeface="+mn-lt"/>
                <a:cs typeface="Arial" panose="020B0604020202020204" pitchFamily="34" charset="0"/>
              </a:rPr>
              <a:t>p</a:t>
            </a:r>
            <a:r>
              <a:rPr lang="en-US" sz="2800" i="0" dirty="0">
                <a:effectLst/>
                <a:latin typeface="+mn-lt"/>
                <a:cs typeface="Arial" panose="020B0604020202020204" pitchFamily="34" charset="0"/>
              </a:rPr>
              <a:t>resentations</a:t>
            </a:r>
            <a:br>
              <a:rPr lang="en-US" sz="2800" i="0" dirty="0">
                <a:effectLst/>
                <a:latin typeface="+mn-lt"/>
                <a:cs typeface="Arial" panose="020B0604020202020204" pitchFamily="34" charset="0"/>
              </a:rPr>
            </a:b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1A6D2-D14F-D9EA-6612-11A07A273CC3}"/>
              </a:ext>
            </a:extLst>
          </p:cNvPr>
          <p:cNvSpPr txBox="1"/>
          <p:nvPr/>
        </p:nvSpPr>
        <p:spPr>
          <a:xfrm>
            <a:off x="457198" y="1092439"/>
            <a:ext cx="8229599" cy="612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i="0" dirty="0">
                <a:effectLst/>
                <a:cs typeface="Arial" panose="020B0604020202020204" pitchFamily="34" charset="0"/>
              </a:rPr>
              <a:t>Purpose</a:t>
            </a:r>
            <a:r>
              <a:rPr lang="en-US" sz="1200" i="0" dirty="0">
                <a:effectLst/>
                <a:cs typeface="Arial" panose="020B0604020202020204" pitchFamily="34" charset="0"/>
              </a:rPr>
              <a:t>: showcase key research findings, provide an overview of research objectives, methods and results, engage and spark interest in the viewers.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B3C82-8BF5-FA1F-69B7-A3ED5C9AA623}"/>
              </a:ext>
            </a:extLst>
          </p:cNvPr>
          <p:cNvSpPr txBox="1"/>
          <p:nvPr/>
        </p:nvSpPr>
        <p:spPr>
          <a:xfrm>
            <a:off x="457199" y="2298583"/>
            <a:ext cx="8229600" cy="117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200" b="1" i="0" dirty="0">
                <a:effectLst/>
                <a:cs typeface="Arial" panose="020B0604020202020204" pitchFamily="34" charset="0"/>
              </a:rPr>
              <a:t>Role of effective visuals</a:t>
            </a:r>
            <a:r>
              <a:rPr lang="en-US" sz="1200" i="0" dirty="0">
                <a:effectLst/>
                <a:cs typeface="Arial" panose="020B0604020202020204" pitchFamily="34" charset="0"/>
              </a:rPr>
              <a:t>: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cs typeface="Arial" panose="020B0604020202020204" pitchFamily="34" charset="0"/>
              </a:rPr>
              <a:t>Enhancing understanding (logical layout, clear data visualization)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cs typeface="Arial" panose="020B0604020202020204" pitchFamily="34" charset="0"/>
              </a:rPr>
              <a:t>Supporting key points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cs typeface="Arial" panose="020B0604020202020204" pitchFamily="34" charset="0"/>
              </a:rPr>
              <a:t>Engaging audience with images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325EDA-DBCF-26C4-4A0A-048D5642C172}"/>
              </a:ext>
            </a:extLst>
          </p:cNvPr>
          <p:cNvSpPr txBox="1"/>
          <p:nvPr/>
        </p:nvSpPr>
        <p:spPr>
          <a:xfrm>
            <a:off x="457199" y="1831221"/>
            <a:ext cx="4021810" cy="340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>
                <a:cs typeface="Arial" panose="020B0604020202020204" pitchFamily="34" charset="0"/>
              </a:rPr>
              <a:t>Audience</a:t>
            </a:r>
            <a:r>
              <a:rPr lang="en-US" sz="1200" dirty="0">
                <a:cs typeface="Arial" panose="020B0604020202020204" pitchFamily="34" charset="0"/>
              </a:rPr>
              <a:t>: interested in the topic, broader audience</a:t>
            </a:r>
          </a:p>
        </p:txBody>
      </p:sp>
    </p:spTree>
    <p:extLst>
      <p:ext uri="{BB962C8B-B14F-4D97-AF65-F5344CB8AC3E}">
        <p14:creationId xmlns:p14="http://schemas.microsoft.com/office/powerpoint/2010/main" val="951646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5D2A19-B5A2-AAB9-4A6B-CE3E155C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0381"/>
            <a:ext cx="6072753" cy="500512"/>
          </a:xfrm>
        </p:spPr>
        <p:txBody>
          <a:bodyPr/>
          <a:lstStyle/>
          <a:p>
            <a:r>
              <a:rPr lang="en-US" sz="2800" b="0" i="0" dirty="0">
                <a:effectLst/>
                <a:latin typeface="+mn-lt"/>
                <a:cs typeface="Arial" panose="020B0604020202020204" pitchFamily="34" charset="0"/>
              </a:rPr>
              <a:t>Conference presentations and talks</a:t>
            </a:r>
            <a:br>
              <a:rPr lang="en-US" sz="2800" b="0" i="0" dirty="0">
                <a:effectLst/>
                <a:latin typeface="+mn-lt"/>
                <a:cs typeface="Arial" panose="020B0604020202020204" pitchFamily="34" charset="0"/>
              </a:rPr>
            </a:b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75501-C200-1D62-980F-873BECABDECD}"/>
              </a:ext>
            </a:extLst>
          </p:cNvPr>
          <p:cNvSpPr txBox="1"/>
          <p:nvPr/>
        </p:nvSpPr>
        <p:spPr>
          <a:xfrm>
            <a:off x="457199" y="1119381"/>
            <a:ext cx="7708710" cy="612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i="0" dirty="0">
                <a:effectLst/>
                <a:cs typeface="Arial" panose="020B0604020202020204" pitchFamily="34" charset="0"/>
              </a:rPr>
              <a:t>Purpose</a:t>
            </a:r>
            <a:r>
              <a:rPr lang="en-US" sz="1200" i="0" dirty="0">
                <a:effectLst/>
                <a:cs typeface="Arial" panose="020B0604020202020204" pitchFamily="34" charset="0"/>
              </a:rPr>
              <a:t>: present research findings and methodologies, creat</a:t>
            </a:r>
            <a:r>
              <a:rPr lang="en-US" sz="1200" dirty="0">
                <a:cs typeface="Arial" panose="020B0604020202020204" pitchFamily="34" charset="0"/>
              </a:rPr>
              <a:t>e potential collaborations, increase visibility and credibility within the scientific community in a verbal form.</a:t>
            </a:r>
            <a:endParaRPr lang="en-US" sz="1200" i="0" dirty="0">
              <a:effectLst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D9EC54-8F7D-2AC2-F543-4D2E46B0EAEB}"/>
              </a:ext>
            </a:extLst>
          </p:cNvPr>
          <p:cNvSpPr txBox="1"/>
          <p:nvPr/>
        </p:nvSpPr>
        <p:spPr>
          <a:xfrm>
            <a:off x="457199" y="1912346"/>
            <a:ext cx="6728847" cy="340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>
                <a:cs typeface="Arial" panose="020B0604020202020204" pitchFamily="34" charset="0"/>
              </a:rPr>
              <a:t>Audience</a:t>
            </a:r>
            <a:r>
              <a:rPr lang="en-US" sz="1200" dirty="0">
                <a:cs typeface="Arial" panose="020B0604020202020204" pitchFamily="34" charset="0"/>
              </a:rPr>
              <a:t>: experts in the field, interested in the topic.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D6F9E2-3D90-34E9-CC35-32AF95ED3665}"/>
              </a:ext>
            </a:extLst>
          </p:cNvPr>
          <p:cNvSpPr txBox="1"/>
          <p:nvPr/>
        </p:nvSpPr>
        <p:spPr>
          <a:xfrm>
            <a:off x="457199" y="2433891"/>
            <a:ext cx="8229600" cy="2002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cs typeface="Arial" panose="020B0604020202020204" pitchFamily="34" charset="0"/>
              </a:rPr>
              <a:t>Key elements</a:t>
            </a:r>
            <a:r>
              <a:rPr lang="en-US" sz="1200" dirty="0">
                <a:cs typeface="Arial" panose="020B0604020202020204" pitchFamily="34" charset="0"/>
              </a:rPr>
              <a:t>: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State </a:t>
            </a:r>
            <a:r>
              <a:rPr lang="en-US" sz="1200" dirty="0">
                <a:cs typeface="Arial" panose="020B0604020202020204" pitchFamily="34" charset="0"/>
              </a:rPr>
              <a:t>c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lear research objectives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P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rovide context to highlight the research's significance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Capture the attention from the start and maintain a confident and enthusiastic delivery style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Create an organized </a:t>
            </a:r>
            <a:r>
              <a:rPr lang="en-US" sz="1200" dirty="0">
                <a:cs typeface="Arial" panose="020B0604020202020204" pitchFamily="34" charset="0"/>
              </a:rPr>
              <a:t>s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tructure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Employ visuals effectively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Stay within the allocated time limit</a:t>
            </a:r>
          </a:p>
        </p:txBody>
      </p:sp>
    </p:spTree>
    <p:extLst>
      <p:ext uri="{BB962C8B-B14F-4D97-AF65-F5344CB8AC3E}">
        <p14:creationId xmlns:p14="http://schemas.microsoft.com/office/powerpoint/2010/main" val="2774774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928FD3-797D-4F56-C233-63B180F22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0381"/>
            <a:ext cx="8103031" cy="500512"/>
          </a:xfrm>
        </p:spPr>
        <p:txBody>
          <a:bodyPr/>
          <a:lstStyle/>
          <a:p>
            <a:r>
              <a:rPr lang="en-US" sz="2800" b="0" i="0" dirty="0">
                <a:effectLst/>
                <a:latin typeface="+mn-lt"/>
                <a:cs typeface="Arial" panose="020B0604020202020204" pitchFamily="34" charset="0"/>
              </a:rPr>
              <a:t>Scientific journalism</a:t>
            </a:r>
            <a:br>
              <a:rPr lang="en-US" sz="2800" b="0" i="0" dirty="0">
                <a:effectLst/>
                <a:latin typeface="+mn-lt"/>
                <a:cs typeface="Arial" panose="020B0604020202020204" pitchFamily="34" charset="0"/>
              </a:rPr>
            </a:b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1D7236-1047-6AC7-4C4C-A1BE07BBDC01}"/>
              </a:ext>
            </a:extLst>
          </p:cNvPr>
          <p:cNvSpPr txBox="1"/>
          <p:nvPr/>
        </p:nvSpPr>
        <p:spPr>
          <a:xfrm>
            <a:off x="457198" y="2988916"/>
            <a:ext cx="6728847" cy="340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>
                <a:cs typeface="Arial" panose="020B0604020202020204" pitchFamily="34" charset="0"/>
              </a:rPr>
              <a:t>Audience</a:t>
            </a:r>
            <a:r>
              <a:rPr lang="en-US" sz="1200" dirty="0">
                <a:cs typeface="Arial" panose="020B0604020202020204" pitchFamily="34" charset="0"/>
              </a:rPr>
              <a:t>: General public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FC78E-7C1D-38FE-B74E-A2292A838235}"/>
              </a:ext>
            </a:extLst>
          </p:cNvPr>
          <p:cNvSpPr txBox="1"/>
          <p:nvPr/>
        </p:nvSpPr>
        <p:spPr>
          <a:xfrm>
            <a:off x="457198" y="986309"/>
            <a:ext cx="5246178" cy="2002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763" lvl="1">
              <a:lnSpc>
                <a:spcPct val="150000"/>
              </a:lnSpc>
            </a:pPr>
            <a:r>
              <a:rPr lang="en-US" sz="1200" b="1" i="0" dirty="0">
                <a:effectLst/>
                <a:cs typeface="Arial" panose="020B0604020202020204" pitchFamily="34" charset="0"/>
              </a:rPr>
              <a:t>Purpose:</a:t>
            </a:r>
          </a:p>
          <a:p>
            <a:pPr marL="176213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Translate complex topics into accessible language</a:t>
            </a:r>
          </a:p>
          <a:p>
            <a:pPr marL="176213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Connect researchers' work with public interest</a:t>
            </a:r>
          </a:p>
          <a:p>
            <a:pPr marL="176213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Raise awareness of scientific advancements and new discoveries</a:t>
            </a:r>
          </a:p>
          <a:p>
            <a:pPr marL="176213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Educate the public on critical issues affecting society</a:t>
            </a:r>
          </a:p>
          <a:p>
            <a:pPr marL="176213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Encourage readers to question, analyze, and interpret information</a:t>
            </a:r>
          </a:p>
          <a:p>
            <a:pPr marL="176213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Foster a scientifically literate and engaged audience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C943F6-167B-7BF4-F2AF-EDE72F888557}"/>
              </a:ext>
            </a:extLst>
          </p:cNvPr>
          <p:cNvSpPr txBox="1"/>
          <p:nvPr/>
        </p:nvSpPr>
        <p:spPr>
          <a:xfrm>
            <a:off x="457198" y="3329529"/>
            <a:ext cx="2156847" cy="1448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i="0" dirty="0">
                <a:effectLst/>
                <a:cs typeface="Arial" panose="020B0604020202020204" pitchFamily="34" charset="0"/>
              </a:rPr>
              <a:t>Key elements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Clarity and </a:t>
            </a:r>
            <a:r>
              <a:rPr lang="en-US" sz="1200" dirty="0">
                <a:cs typeface="Arial" panose="020B0604020202020204" pitchFamily="34" charset="0"/>
              </a:rPr>
              <a:t>s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implicity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Engaging </a:t>
            </a:r>
            <a:r>
              <a:rPr lang="en-US" sz="1200" dirty="0">
                <a:cs typeface="Arial" panose="020B0604020202020204" pitchFamily="34" charset="0"/>
              </a:rPr>
              <a:t>s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torytelling</a:t>
            </a:r>
            <a:endParaRPr lang="en-US" sz="1200" dirty="0"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Accuracy and </a:t>
            </a:r>
            <a:r>
              <a:rPr lang="en-US" sz="1200" dirty="0">
                <a:cs typeface="Arial" panose="020B0604020202020204" pitchFamily="34" charset="0"/>
              </a:rPr>
              <a:t>c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redibility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Visual elements</a:t>
            </a:r>
            <a:endParaRPr lang="en-US" sz="12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474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CACEBF-5A2E-1DD0-2CD4-21464655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0381"/>
            <a:ext cx="7286786" cy="500512"/>
          </a:xfrm>
        </p:spPr>
        <p:txBody>
          <a:bodyPr/>
          <a:lstStyle/>
          <a:p>
            <a:r>
              <a:rPr lang="en-US" sz="2800" b="0" i="0" dirty="0">
                <a:effectLst/>
                <a:latin typeface="+mn-lt"/>
                <a:cs typeface="Arial" panose="020B0604020202020204" pitchFamily="34" charset="0"/>
              </a:rPr>
              <a:t>Science outreach and public engagement</a:t>
            </a:r>
            <a:br>
              <a:rPr lang="en-US" sz="2800" b="0" i="0" dirty="0">
                <a:effectLst/>
                <a:latin typeface="+mn-lt"/>
                <a:cs typeface="Arial" panose="020B0604020202020204" pitchFamily="34" charset="0"/>
              </a:rPr>
            </a:br>
            <a:endParaRPr lang="en-US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C2671-3702-ABA9-F312-B4D3414EDAD7}"/>
              </a:ext>
            </a:extLst>
          </p:cNvPr>
          <p:cNvSpPr txBox="1"/>
          <p:nvPr/>
        </p:nvSpPr>
        <p:spPr>
          <a:xfrm>
            <a:off x="457197" y="1008264"/>
            <a:ext cx="5246178" cy="117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763" lvl="1">
              <a:lnSpc>
                <a:spcPct val="150000"/>
              </a:lnSpc>
            </a:pPr>
            <a:r>
              <a:rPr lang="en-US" sz="1200" b="1" i="0" dirty="0">
                <a:effectLst/>
                <a:cs typeface="Arial" panose="020B0604020202020204" pitchFamily="34" charset="0"/>
              </a:rPr>
              <a:t>Purpose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:</a:t>
            </a:r>
          </a:p>
          <a:p>
            <a:pPr marL="176213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Promoting scientific knowledge</a:t>
            </a:r>
          </a:p>
          <a:p>
            <a:pPr marL="176213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Educating and informing</a:t>
            </a:r>
          </a:p>
          <a:p>
            <a:pPr marL="176213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Inspiring interest in STEM fields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B63A02-5C34-0BB2-7D5C-912B6B0A2CB4}"/>
              </a:ext>
            </a:extLst>
          </p:cNvPr>
          <p:cNvSpPr txBox="1"/>
          <p:nvPr/>
        </p:nvSpPr>
        <p:spPr>
          <a:xfrm>
            <a:off x="457197" y="2976894"/>
            <a:ext cx="8077203" cy="1448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200" b="1" i="0" dirty="0">
                <a:effectLst/>
                <a:cs typeface="Arial" panose="020B0604020202020204" pitchFamily="34" charset="0"/>
              </a:rPr>
              <a:t>Initiatives</a:t>
            </a:r>
            <a:r>
              <a:rPr lang="en-US" sz="1200" b="0" i="0" dirty="0">
                <a:effectLst/>
                <a:cs typeface="Arial" panose="020B0604020202020204" pitchFamily="34" charset="0"/>
              </a:rPr>
              <a:t>: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Science Festivals and Exhibitions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School Programs and Workshops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Public Lectures and Talks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cs typeface="Arial" panose="020B0604020202020204" pitchFamily="34" charset="0"/>
              </a:rPr>
              <a:t>Citizen Science Projects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49C30A-C298-7BF1-C115-3C0379F168D6}"/>
              </a:ext>
            </a:extLst>
          </p:cNvPr>
          <p:cNvSpPr txBox="1"/>
          <p:nvPr/>
        </p:nvSpPr>
        <p:spPr>
          <a:xfrm>
            <a:off x="457197" y="2408077"/>
            <a:ext cx="6728847" cy="340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>
                <a:cs typeface="Arial" panose="020B0604020202020204" pitchFamily="34" charset="0"/>
              </a:rPr>
              <a:t>Audience</a:t>
            </a:r>
            <a:r>
              <a:rPr lang="en-US" sz="1200" dirty="0">
                <a:cs typeface="Arial" panose="020B0604020202020204" pitchFamily="34" charset="0"/>
              </a:rPr>
              <a:t>: General public</a:t>
            </a:r>
          </a:p>
        </p:txBody>
      </p:sp>
    </p:spTree>
    <p:extLst>
      <p:ext uri="{BB962C8B-B14F-4D97-AF65-F5344CB8AC3E}">
        <p14:creationId xmlns:p14="http://schemas.microsoft.com/office/powerpoint/2010/main" val="3914269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F0446B-A43E-05C3-B7F9-316AD19F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0381"/>
            <a:ext cx="8229600" cy="500512"/>
          </a:xfrm>
        </p:spPr>
        <p:txBody>
          <a:bodyPr/>
          <a:lstStyle/>
          <a:p>
            <a:r>
              <a:rPr lang="en-US" sz="2800" b="0" i="0" dirty="0">
                <a:effectLst/>
                <a:latin typeface="+mj-lt"/>
                <a:cs typeface="Arial" panose="020B0604020202020204" pitchFamily="34" charset="0"/>
              </a:rPr>
              <a:t>Scientific blogs and social media communication</a:t>
            </a:r>
            <a:br>
              <a:rPr lang="en-US" sz="2800" b="0" i="0" dirty="0">
                <a:effectLst/>
                <a:latin typeface="+mj-lt"/>
                <a:cs typeface="Arial" panose="020B0604020202020204" pitchFamily="34" charset="0"/>
              </a:rPr>
            </a:br>
            <a:endParaRPr lang="en-US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F9730-C1DB-97C2-720A-53E41ABAC677}"/>
              </a:ext>
            </a:extLst>
          </p:cNvPr>
          <p:cNvSpPr txBox="1"/>
          <p:nvPr/>
        </p:nvSpPr>
        <p:spPr>
          <a:xfrm>
            <a:off x="457197" y="1106851"/>
            <a:ext cx="5246178" cy="117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763" lvl="1">
              <a:lnSpc>
                <a:spcPct val="150000"/>
              </a:lnSpc>
            </a:pPr>
            <a:r>
              <a:rPr lang="en-US" sz="1200" b="1" i="0" dirty="0">
                <a:effectLst/>
                <a:latin typeface="+mj-lt"/>
                <a:cs typeface="Arial" panose="020B0604020202020204" pitchFamily="34" charset="0"/>
              </a:rPr>
              <a:t>Purpose</a:t>
            </a:r>
            <a:r>
              <a:rPr lang="en-US" sz="1200" b="0" i="0" dirty="0">
                <a:effectLst/>
                <a:latin typeface="+mj-lt"/>
                <a:cs typeface="Arial" panose="020B0604020202020204" pitchFamily="34" charset="0"/>
              </a:rPr>
              <a:t>:</a:t>
            </a:r>
          </a:p>
          <a:p>
            <a:pPr marL="176213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+mj-lt"/>
                <a:cs typeface="Arial" panose="020B0604020202020204" pitchFamily="34" charset="0"/>
              </a:rPr>
              <a:t>Disseminating research in a more accessible way.</a:t>
            </a:r>
          </a:p>
          <a:p>
            <a:pPr marL="176213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  <a:cs typeface="Arial" panose="020B0604020202020204" pitchFamily="34" charset="0"/>
              </a:rPr>
              <a:t>Engage the audience in an easier way</a:t>
            </a:r>
            <a:r>
              <a:rPr lang="en-US" sz="1200" b="0" i="0" dirty="0">
                <a:effectLst/>
                <a:latin typeface="+mj-lt"/>
                <a:cs typeface="Arial" panose="020B0604020202020204" pitchFamily="34" charset="0"/>
              </a:rPr>
              <a:t>.</a:t>
            </a:r>
          </a:p>
          <a:p>
            <a:pPr marL="176213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+mj-lt"/>
                <a:cs typeface="Arial" panose="020B0604020202020204" pitchFamily="34" charset="0"/>
              </a:rPr>
              <a:t>Explaining complex concepts </a:t>
            </a:r>
            <a:r>
              <a:rPr lang="en-US" sz="1200" dirty="0">
                <a:latin typeface="+mj-lt"/>
                <a:cs typeface="Arial" panose="020B0604020202020204" pitchFamily="34" charset="0"/>
              </a:rPr>
              <a:t>with a more approachable style.</a:t>
            </a:r>
            <a:endParaRPr lang="en-US" sz="1200" b="0" i="0" dirty="0"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49F55-5FA8-D259-FBFA-2D048D1218F0}"/>
              </a:ext>
            </a:extLst>
          </p:cNvPr>
          <p:cNvSpPr txBox="1"/>
          <p:nvPr/>
        </p:nvSpPr>
        <p:spPr>
          <a:xfrm>
            <a:off x="457197" y="2956605"/>
            <a:ext cx="8077203" cy="117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200" b="1" i="0" dirty="0">
                <a:effectLst/>
                <a:latin typeface="+mj-lt"/>
                <a:cs typeface="Arial" panose="020B0604020202020204" pitchFamily="34" charset="0"/>
              </a:rPr>
              <a:t>Challenges</a:t>
            </a:r>
            <a:r>
              <a:rPr lang="en-US" sz="1200" b="0" i="0" dirty="0">
                <a:effectLst/>
                <a:latin typeface="+mj-lt"/>
                <a:cs typeface="Arial" panose="020B0604020202020204" pitchFamily="34" charset="0"/>
              </a:rPr>
              <a:t>: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+mj-lt"/>
                <a:cs typeface="Arial" panose="020B0604020202020204" pitchFamily="34" charset="0"/>
              </a:rPr>
              <a:t>Misinformation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+mj-lt"/>
                <a:cs typeface="Arial" panose="020B0604020202020204" pitchFamily="34" charset="0"/>
              </a:rPr>
              <a:t>Oversimplification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+mj-lt"/>
                <a:cs typeface="Arial" panose="020B0604020202020204" pitchFamily="34" charset="0"/>
              </a:rPr>
              <a:t>Managing online presence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76F271-2A57-D0F9-06A4-3A3327148A34}"/>
              </a:ext>
            </a:extLst>
          </p:cNvPr>
          <p:cNvSpPr txBox="1"/>
          <p:nvPr/>
        </p:nvSpPr>
        <p:spPr>
          <a:xfrm>
            <a:off x="457197" y="2447226"/>
            <a:ext cx="6728847" cy="340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>
                <a:cs typeface="Arial" panose="020B0604020202020204" pitchFamily="34" charset="0"/>
              </a:rPr>
              <a:t>Audience</a:t>
            </a:r>
            <a:r>
              <a:rPr lang="en-US" sz="1200" dirty="0">
                <a:cs typeface="Arial" panose="020B0604020202020204" pitchFamily="34" charset="0"/>
              </a:rPr>
              <a:t>: General public</a:t>
            </a:r>
          </a:p>
        </p:txBody>
      </p:sp>
    </p:spTree>
    <p:extLst>
      <p:ext uri="{BB962C8B-B14F-4D97-AF65-F5344CB8AC3E}">
        <p14:creationId xmlns:p14="http://schemas.microsoft.com/office/powerpoint/2010/main" val="3306586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5BE9A4-54A0-5807-E77C-6CF8C347B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8559"/>
            <a:ext cx="8229600" cy="1736091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>
                <a:latin typeface="+mn-lt"/>
              </a:rPr>
              <a:t>DEFINITION: Oversimplification is a logical fallacy that refers to the act of reducing the complexity of a subject or issue to the point where essential details or nuances are lost or overlooked.</a:t>
            </a:r>
          </a:p>
          <a:p>
            <a:pPr marL="0" indent="0">
              <a:buNone/>
            </a:pPr>
            <a:endParaRPr lang="en-US" sz="1200" dirty="0">
              <a:latin typeface="+mn-lt"/>
            </a:endParaRPr>
          </a:p>
          <a:p>
            <a:pPr marL="0" indent="0">
              <a:buNone/>
            </a:pPr>
            <a:r>
              <a:rPr lang="en-US" sz="1200" dirty="0">
                <a:latin typeface="+mn-lt"/>
              </a:rPr>
              <a:t>PROBLEM: Misunderstanding, misrepresentation and incomplete perspectives can cause poor decision-making or misinformed beliefs.</a:t>
            </a:r>
          </a:p>
          <a:p>
            <a:pPr marL="0" indent="0">
              <a:buNone/>
            </a:pPr>
            <a:endParaRPr lang="en-US" sz="1200" dirty="0">
              <a:latin typeface="+mn-lt"/>
            </a:endParaRPr>
          </a:p>
          <a:p>
            <a:pPr marL="0" indent="0">
              <a:buNone/>
            </a:pPr>
            <a:r>
              <a:rPr lang="en-US" sz="1200" dirty="0">
                <a:latin typeface="+mn-lt"/>
              </a:rPr>
              <a:t>KEEP IN MIND: Simplification can be used correctly in scientific communication to make complex ideas more accessible to a broader audience.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7FDFF8-EF63-4548-B522-C2F1775EA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Oversimplification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399E4B81-A610-B758-C5D4-B905411F1C2C}"/>
              </a:ext>
            </a:extLst>
          </p:cNvPr>
          <p:cNvSpPr txBox="1">
            <a:spLocks/>
          </p:cNvSpPr>
          <p:nvPr/>
        </p:nvSpPr>
        <p:spPr>
          <a:xfrm>
            <a:off x="625928" y="3102429"/>
            <a:ext cx="8229600" cy="131989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200" dirty="0">
                <a:latin typeface="+mn-lt"/>
              </a:rPr>
              <a:t>EXAMPLES</a:t>
            </a:r>
          </a:p>
          <a:p>
            <a:r>
              <a:rPr lang="en-US" sz="1200" dirty="0">
                <a:latin typeface="+mn-lt"/>
              </a:rPr>
              <a:t>Money can’t buy happiness.</a:t>
            </a:r>
          </a:p>
          <a:p>
            <a:r>
              <a:rPr lang="en-US" sz="1200" dirty="0">
                <a:latin typeface="+mn-lt"/>
              </a:rPr>
              <a:t>Success is solely a result of hard work.</a:t>
            </a:r>
          </a:p>
          <a:p>
            <a:r>
              <a:rPr lang="en-US" sz="1200" dirty="0">
                <a:latin typeface="+mn-lt"/>
              </a:rPr>
              <a:t>Climate change is exclusively due to CO</a:t>
            </a:r>
            <a:r>
              <a:rPr lang="en-US" sz="1200" baseline="-25000" dirty="0">
                <a:latin typeface="+mn-lt"/>
              </a:rPr>
              <a:t>2</a:t>
            </a:r>
            <a:r>
              <a:rPr lang="en-US" sz="1200" dirty="0">
                <a:latin typeface="+mn-lt"/>
              </a:rPr>
              <a:t> emissions.</a:t>
            </a:r>
          </a:p>
          <a:p>
            <a:r>
              <a:rPr lang="en-US" sz="1200" dirty="0">
                <a:latin typeface="+mn-lt"/>
              </a:rPr>
              <a:t>Vaccinated people do not get sick.</a:t>
            </a:r>
          </a:p>
        </p:txBody>
      </p:sp>
    </p:spTree>
    <p:extLst>
      <p:ext uri="{BB962C8B-B14F-4D97-AF65-F5344CB8AC3E}">
        <p14:creationId xmlns:p14="http://schemas.microsoft.com/office/powerpoint/2010/main" val="3318377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25CBEB0-962E-9C4B-AB0E-A0E0DE087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046" y="196383"/>
            <a:ext cx="1743676" cy="503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ACF268-48C1-C97C-E034-2FE5018B9F7A}"/>
              </a:ext>
            </a:extLst>
          </p:cNvPr>
          <p:cNvSpPr txBox="1"/>
          <p:nvPr/>
        </p:nvSpPr>
        <p:spPr>
          <a:xfrm>
            <a:off x="458337" y="1019209"/>
            <a:ext cx="4413297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Day 1 – Recap</a:t>
            </a:r>
          </a:p>
          <a:p>
            <a:pPr algn="just">
              <a:lnSpc>
                <a:spcPct val="150000"/>
              </a:lnSpc>
            </a:pPr>
            <a:r>
              <a:rPr lang="en-US" sz="1200" b="1" dirty="0">
                <a:solidFill>
                  <a:schemeClr val="bg1"/>
                </a:solidFill>
                <a:cs typeface="Arial" panose="020B0604020202020204" pitchFamily="34" charset="0"/>
              </a:rPr>
              <a:t>Communicate Science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   - Definition of scientific communication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   - Importance of effective scientific communication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   - Different forms of scientific communication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F98F5C-AD31-DA85-696E-07D1C8889A7B}"/>
              </a:ext>
            </a:extLst>
          </p:cNvPr>
          <p:cNvSpPr/>
          <p:nvPr/>
        </p:nvSpPr>
        <p:spPr>
          <a:xfrm>
            <a:off x="417613" y="3951724"/>
            <a:ext cx="50381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+mj-lt"/>
                <a:cs typeface="Arial"/>
              </a:rPr>
              <a:t>Sara </a:t>
            </a:r>
            <a:r>
              <a:rPr lang="en-US" sz="1400" b="1" dirty="0" err="1">
                <a:solidFill>
                  <a:srgbClr val="FFFFFF"/>
                </a:solidFill>
                <a:latin typeface="+mj-lt"/>
                <a:cs typeface="Arial"/>
              </a:rPr>
              <a:t>Durini</a:t>
            </a:r>
            <a:r>
              <a:rPr lang="en-US" sz="1400" b="1" dirty="0">
                <a:solidFill>
                  <a:srgbClr val="FFFFFF"/>
                </a:solidFill>
                <a:latin typeface="+mj-lt"/>
                <a:cs typeface="Arial"/>
              </a:rPr>
              <a:t>, PhD</a:t>
            </a:r>
          </a:p>
          <a:p>
            <a:r>
              <a:rPr lang="en-US" sz="1400" dirty="0" err="1">
                <a:solidFill>
                  <a:srgbClr val="FFFFFF"/>
                </a:solidFill>
                <a:latin typeface="+mj-lt"/>
                <a:cs typeface="Arial"/>
              </a:rPr>
              <a:t>sara.durini@kaust.edu.sa</a:t>
            </a:r>
            <a:endParaRPr lang="en-US" sz="1400" dirty="0">
              <a:solidFill>
                <a:srgbClr val="FFFFFF"/>
              </a:solidFill>
              <a:latin typeface="+mj-lt"/>
              <a:cs typeface="Arial"/>
            </a:endParaRPr>
          </a:p>
          <a:p>
            <a:r>
              <a:rPr lang="en-US" sz="1400" dirty="0">
                <a:solidFill>
                  <a:srgbClr val="FFFFFF"/>
                </a:solidFill>
                <a:latin typeface="+mj-lt"/>
                <a:cs typeface="Arial"/>
              </a:rPr>
              <a:t>Faculty Affairs Specialist</a:t>
            </a:r>
          </a:p>
          <a:p>
            <a:r>
              <a:rPr lang="en-US" sz="1400" dirty="0">
                <a:solidFill>
                  <a:srgbClr val="FFFFFF"/>
                </a:solidFill>
                <a:latin typeface="+mj-lt"/>
                <a:cs typeface="Arial"/>
              </a:rPr>
              <a:t>King Abdullah University of Science and Technology (KAUST)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4207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88A70-C797-A051-3ED2-FB06FA258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E588C6-507B-0812-809D-C98DA3783852}"/>
              </a:ext>
            </a:extLst>
          </p:cNvPr>
          <p:cNvSpPr/>
          <p:nvPr/>
        </p:nvSpPr>
        <p:spPr>
          <a:xfrm>
            <a:off x="417613" y="1785505"/>
            <a:ext cx="49299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cs typeface="Arial"/>
              </a:rPr>
              <a:t>Communicate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D3636C-91C8-EF27-37DF-0497FE487C31}"/>
              </a:ext>
            </a:extLst>
          </p:cNvPr>
          <p:cNvSpPr/>
          <p:nvPr/>
        </p:nvSpPr>
        <p:spPr>
          <a:xfrm>
            <a:off x="417613" y="3951724"/>
            <a:ext cx="45456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cs typeface="Arial"/>
              </a:rPr>
              <a:t>Objective: present scientific concepts and engage the audience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CF6702-2973-9DC6-F622-88B6C28F5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046" y="196383"/>
            <a:ext cx="1743676" cy="50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44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6291</TotalTime>
  <Words>887</Words>
  <Application>Microsoft Macintosh PowerPoint</Application>
  <PresentationFormat>On-screen Show (16:9)</PresentationFormat>
  <Paragraphs>163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ＭＳ 明朝</vt:lpstr>
      <vt:lpstr>Söhne</vt:lpstr>
      <vt:lpstr>Arial</vt:lpstr>
      <vt:lpstr>Calibri</vt:lpstr>
      <vt:lpstr>Office Theme</vt:lpstr>
      <vt:lpstr>PowerPoint Presentation</vt:lpstr>
      <vt:lpstr>From research to research communication</vt:lpstr>
      <vt:lpstr>Scientific communication</vt:lpstr>
      <vt:lpstr>PowerPoint Presentation</vt:lpstr>
      <vt:lpstr>Definition of scientific communication</vt:lpstr>
      <vt:lpstr>Importance of effective scientific communication</vt:lpstr>
      <vt:lpstr>Different forms of scientific communication</vt:lpstr>
      <vt:lpstr>Written reports and research papers</vt:lpstr>
      <vt:lpstr>Posters and visual presentations </vt:lpstr>
      <vt:lpstr>Conference presentations and talks </vt:lpstr>
      <vt:lpstr>Scientific journalism </vt:lpstr>
      <vt:lpstr>Science outreach and public engagement </vt:lpstr>
      <vt:lpstr>Scientific blogs and social media communication </vt:lpstr>
      <vt:lpstr>Oversimplification</vt:lpstr>
      <vt:lpstr>PowerPoint Presentation</vt:lpstr>
      <vt:lpstr>PowerPoint Presentation</vt:lpstr>
    </vt:vector>
  </TitlesOfParts>
  <Company>King Abdullah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</dc:creator>
  <cp:lastModifiedBy>Sara Durini</cp:lastModifiedBy>
  <cp:revision>187</cp:revision>
  <dcterms:created xsi:type="dcterms:W3CDTF">2015-06-21T11:58:54Z</dcterms:created>
  <dcterms:modified xsi:type="dcterms:W3CDTF">2026-07-28T09:13:31Z</dcterms:modified>
</cp:coreProperties>
</file>